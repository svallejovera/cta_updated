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32"/>
  </p:notesMasterIdLst>
  <p:sldIdLst>
    <p:sldId id="256" r:id="rId2"/>
    <p:sldId id="287" r:id="rId3"/>
    <p:sldId id="281" r:id="rId4"/>
    <p:sldId id="282" r:id="rId5"/>
    <p:sldId id="283" r:id="rId6"/>
    <p:sldId id="257" r:id="rId7"/>
    <p:sldId id="285" r:id="rId8"/>
    <p:sldId id="284" r:id="rId9"/>
    <p:sldId id="286" r:id="rId10"/>
    <p:sldId id="288" r:id="rId11"/>
    <p:sldId id="289" r:id="rId12"/>
    <p:sldId id="290" r:id="rId13"/>
    <p:sldId id="293" r:id="rId14"/>
    <p:sldId id="291" r:id="rId15"/>
    <p:sldId id="292" r:id="rId16"/>
    <p:sldId id="294" r:id="rId17"/>
    <p:sldId id="295" r:id="rId18"/>
    <p:sldId id="296" r:id="rId19"/>
    <p:sldId id="297" r:id="rId20"/>
    <p:sldId id="298" r:id="rId21"/>
    <p:sldId id="299" r:id="rId22"/>
    <p:sldId id="300" r:id="rId23"/>
    <p:sldId id="301" r:id="rId24"/>
    <p:sldId id="302" r:id="rId25"/>
    <p:sldId id="303" r:id="rId26"/>
    <p:sldId id="304" r:id="rId27"/>
    <p:sldId id="305" r:id="rId28"/>
    <p:sldId id="306" r:id="rId29"/>
    <p:sldId id="307" r:id="rId30"/>
    <p:sldId id="308"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429029B-42DE-8F48-8FB5-B5D0E01441CC}" v="17" dt="2026-01-12T17:44:20.56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856"/>
    <p:restoredTop sz="96183"/>
  </p:normalViewPr>
  <p:slideViewPr>
    <p:cSldViewPr snapToGrid="0">
      <p:cViewPr varScale="1">
        <p:scale>
          <a:sx n="155" d="100"/>
          <a:sy n="155" d="100"/>
        </p:scale>
        <p:origin x="416"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llejo Vera, Sebastian" userId="9dbf769e-f5f7-4c1a-b214-de73a2d2b9d1" providerId="ADAL" clId="{2720E20E-64FB-5840-A231-E5782F5DFD74}"/>
    <pc:docChg chg="custSel addSld modSld sldOrd">
      <pc:chgData name="Vallejo Vera, Sebastian" userId="9dbf769e-f5f7-4c1a-b214-de73a2d2b9d1" providerId="ADAL" clId="{2720E20E-64FB-5840-A231-E5782F5DFD74}" dt="2024-01-15T14:37:14.076" v="49" actId="20577"/>
      <pc:docMkLst>
        <pc:docMk/>
      </pc:docMkLst>
      <pc:sldChg chg="modSp new mod ord">
        <pc:chgData name="Vallejo Vera, Sebastian" userId="9dbf769e-f5f7-4c1a-b214-de73a2d2b9d1" providerId="ADAL" clId="{2720E20E-64FB-5840-A231-E5782F5DFD74}" dt="2024-01-15T14:37:14.076" v="49" actId="20577"/>
        <pc:sldMkLst>
          <pc:docMk/>
          <pc:sldMk cId="1652413843" sldId="308"/>
        </pc:sldMkLst>
        <pc:spChg chg="mod">
          <ac:chgData name="Vallejo Vera, Sebastian" userId="9dbf769e-f5f7-4c1a-b214-de73a2d2b9d1" providerId="ADAL" clId="{2720E20E-64FB-5840-A231-E5782F5DFD74}" dt="2024-01-15T13:56:56.072" v="28" actId="20577"/>
          <ac:spMkLst>
            <pc:docMk/>
            <pc:sldMk cId="1652413843" sldId="308"/>
            <ac:spMk id="2" creationId="{D531CBCA-F5F8-F3D1-AD8B-DB6C6B9FBD3D}"/>
          </ac:spMkLst>
        </pc:spChg>
        <pc:spChg chg="mod">
          <ac:chgData name="Vallejo Vera, Sebastian" userId="9dbf769e-f5f7-4c1a-b214-de73a2d2b9d1" providerId="ADAL" clId="{2720E20E-64FB-5840-A231-E5782F5DFD74}" dt="2024-01-15T14:37:14.076" v="49" actId="20577"/>
          <ac:spMkLst>
            <pc:docMk/>
            <pc:sldMk cId="1652413843" sldId="308"/>
            <ac:spMk id="3" creationId="{59380D1F-C5B6-0720-769C-AF9333D0EA62}"/>
          </ac:spMkLst>
        </pc:spChg>
      </pc:sldChg>
    </pc:docChg>
  </pc:docChgLst>
  <pc:docChgLst>
    <pc:chgData name="Sebastian Vallejo Vera" userId="661f42ee-5565-49c4-8b1d-325f2d699b91" providerId="ADAL" clId="{2429029B-42DE-8F48-8FB5-B5D0E01441CC}"/>
    <pc:docChg chg="undo custSel addSld delSld modSld">
      <pc:chgData name="Sebastian Vallejo Vera" userId="661f42ee-5565-49c4-8b1d-325f2d699b91" providerId="ADAL" clId="{2429029B-42DE-8F48-8FB5-B5D0E01441CC}" dt="2026-01-12T17:52:11.424" v="1070" actId="20577"/>
      <pc:docMkLst>
        <pc:docMk/>
      </pc:docMkLst>
      <pc:sldChg chg="addSp modSp mod">
        <pc:chgData name="Sebastian Vallejo Vera" userId="661f42ee-5565-49c4-8b1d-325f2d699b91" providerId="ADAL" clId="{2429029B-42DE-8F48-8FB5-B5D0E01441CC}" dt="2026-01-12T17:10:13.255" v="84" actId="1076"/>
        <pc:sldMkLst>
          <pc:docMk/>
          <pc:sldMk cId="1704471439" sldId="289"/>
        </pc:sldMkLst>
        <pc:spChg chg="mod">
          <ac:chgData name="Sebastian Vallejo Vera" userId="661f42ee-5565-49c4-8b1d-325f2d699b91" providerId="ADAL" clId="{2429029B-42DE-8F48-8FB5-B5D0E01441CC}" dt="2026-01-12T17:10:09.165" v="83"/>
          <ac:spMkLst>
            <pc:docMk/>
            <pc:sldMk cId="1704471439" sldId="289"/>
            <ac:spMk id="3" creationId="{5BA8C92E-395B-677D-3172-2E12659D3761}"/>
          </ac:spMkLst>
        </pc:spChg>
        <pc:picChg chg="add mod">
          <ac:chgData name="Sebastian Vallejo Vera" userId="661f42ee-5565-49c4-8b1d-325f2d699b91" providerId="ADAL" clId="{2429029B-42DE-8F48-8FB5-B5D0E01441CC}" dt="2026-01-12T17:10:13.255" v="84" actId="1076"/>
          <ac:picMkLst>
            <pc:docMk/>
            <pc:sldMk cId="1704471439" sldId="289"/>
            <ac:picMk id="4" creationId="{C3FC5F01-DF19-61D3-A8F6-80AA2C759F48}"/>
          </ac:picMkLst>
        </pc:picChg>
      </pc:sldChg>
      <pc:sldChg chg="addSp modSp mod">
        <pc:chgData name="Sebastian Vallejo Vera" userId="661f42ee-5565-49c4-8b1d-325f2d699b91" providerId="ADAL" clId="{2429029B-42DE-8F48-8FB5-B5D0E01441CC}" dt="2026-01-12T17:14:09.938" v="93" actId="1076"/>
        <pc:sldMkLst>
          <pc:docMk/>
          <pc:sldMk cId="529792731" sldId="291"/>
        </pc:sldMkLst>
        <pc:spChg chg="mod">
          <ac:chgData name="Sebastian Vallejo Vera" userId="661f42ee-5565-49c4-8b1d-325f2d699b91" providerId="ADAL" clId="{2429029B-42DE-8F48-8FB5-B5D0E01441CC}" dt="2026-01-12T17:13:19.742" v="87" actId="20577"/>
          <ac:spMkLst>
            <pc:docMk/>
            <pc:sldMk cId="529792731" sldId="291"/>
            <ac:spMk id="3" creationId="{3982E04B-01F7-32FC-7A80-16F23519456B}"/>
          </ac:spMkLst>
        </pc:spChg>
        <pc:picChg chg="add mod">
          <ac:chgData name="Sebastian Vallejo Vera" userId="661f42ee-5565-49c4-8b1d-325f2d699b91" providerId="ADAL" clId="{2429029B-42DE-8F48-8FB5-B5D0E01441CC}" dt="2026-01-12T17:14:09.938" v="93" actId="1076"/>
          <ac:picMkLst>
            <pc:docMk/>
            <pc:sldMk cId="529792731" sldId="291"/>
            <ac:picMk id="4" creationId="{3EF646F5-FDA1-EC52-3DF1-51601AA7400A}"/>
          </ac:picMkLst>
        </pc:picChg>
      </pc:sldChg>
      <pc:sldChg chg="addSp delSp modSp mod">
        <pc:chgData name="Sebastian Vallejo Vera" userId="661f42ee-5565-49c4-8b1d-325f2d699b91" providerId="ADAL" clId="{2429029B-42DE-8F48-8FB5-B5D0E01441CC}" dt="2026-01-12T17:20:49.211" v="116" actId="478"/>
        <pc:sldMkLst>
          <pc:docMk/>
          <pc:sldMk cId="4049513003" sldId="292"/>
        </pc:sldMkLst>
        <pc:spChg chg="mod">
          <ac:chgData name="Sebastian Vallejo Vera" userId="661f42ee-5565-49c4-8b1d-325f2d699b91" providerId="ADAL" clId="{2429029B-42DE-8F48-8FB5-B5D0E01441CC}" dt="2026-01-12T17:15:16.657" v="95" actId="5793"/>
          <ac:spMkLst>
            <pc:docMk/>
            <pc:sldMk cId="4049513003" sldId="292"/>
            <ac:spMk id="3" creationId="{A0F81B67-9C39-E3DB-1FEF-606DFF0F30B5}"/>
          </ac:spMkLst>
        </pc:spChg>
        <pc:picChg chg="add del mod">
          <ac:chgData name="Sebastian Vallejo Vera" userId="661f42ee-5565-49c4-8b1d-325f2d699b91" providerId="ADAL" clId="{2429029B-42DE-8F48-8FB5-B5D0E01441CC}" dt="2026-01-12T17:20:49.211" v="116" actId="478"/>
          <ac:picMkLst>
            <pc:docMk/>
            <pc:sldMk cId="4049513003" sldId="292"/>
            <ac:picMk id="4" creationId="{8371FE64-DC5D-46C1-CA54-6296D042E448}"/>
          </ac:picMkLst>
        </pc:picChg>
        <pc:picChg chg="add">
          <ac:chgData name="Sebastian Vallejo Vera" userId="661f42ee-5565-49c4-8b1d-325f2d699b91" providerId="ADAL" clId="{2429029B-42DE-8F48-8FB5-B5D0E01441CC}" dt="2026-01-12T17:20:28.448" v="109"/>
          <ac:picMkLst>
            <pc:docMk/>
            <pc:sldMk cId="4049513003" sldId="292"/>
            <ac:picMk id="5" creationId="{B89B584E-8807-85EE-AAAF-E893A7588927}"/>
          </ac:picMkLst>
        </pc:picChg>
        <pc:picChg chg="add mod">
          <ac:chgData name="Sebastian Vallejo Vera" userId="661f42ee-5565-49c4-8b1d-325f2d699b91" providerId="ADAL" clId="{2429029B-42DE-8F48-8FB5-B5D0E01441CC}" dt="2026-01-12T17:20:48.082" v="115" actId="14100"/>
          <ac:picMkLst>
            <pc:docMk/>
            <pc:sldMk cId="4049513003" sldId="292"/>
            <ac:picMk id="6" creationId="{5D58FA9B-9954-C68F-EB9E-7CD4C8099498}"/>
          </ac:picMkLst>
        </pc:picChg>
      </pc:sldChg>
      <pc:sldChg chg="addSp delSp modSp mod">
        <pc:chgData name="Sebastian Vallejo Vera" userId="661f42ee-5565-49c4-8b1d-325f2d699b91" providerId="ADAL" clId="{2429029B-42DE-8F48-8FB5-B5D0E01441CC}" dt="2026-01-12T17:21:00.844" v="122" actId="1076"/>
        <pc:sldMkLst>
          <pc:docMk/>
          <pc:sldMk cId="700881489" sldId="294"/>
        </pc:sldMkLst>
        <pc:spChg chg="mod">
          <ac:chgData name="Sebastian Vallejo Vera" userId="661f42ee-5565-49c4-8b1d-325f2d699b91" providerId="ADAL" clId="{2429029B-42DE-8F48-8FB5-B5D0E01441CC}" dt="2026-01-12T17:17:50.856" v="104" actId="5793"/>
          <ac:spMkLst>
            <pc:docMk/>
            <pc:sldMk cId="700881489" sldId="294"/>
            <ac:spMk id="3" creationId="{42240197-82B5-C339-1C03-D27E8D33DBA3}"/>
          </ac:spMkLst>
        </pc:spChg>
        <pc:picChg chg="add del mod">
          <ac:chgData name="Sebastian Vallejo Vera" userId="661f42ee-5565-49c4-8b1d-325f2d699b91" providerId="ADAL" clId="{2429029B-42DE-8F48-8FB5-B5D0E01441CC}" dt="2026-01-12T17:20:54.368" v="118" actId="478"/>
          <ac:picMkLst>
            <pc:docMk/>
            <pc:sldMk cId="700881489" sldId="294"/>
            <ac:picMk id="4" creationId="{C1AE3769-31BC-4617-28B0-C6A558EF58C6}"/>
          </ac:picMkLst>
        </pc:picChg>
        <pc:picChg chg="add">
          <ac:chgData name="Sebastian Vallejo Vera" userId="661f42ee-5565-49c4-8b1d-325f2d699b91" providerId="ADAL" clId="{2429029B-42DE-8F48-8FB5-B5D0E01441CC}" dt="2026-01-12T17:20:52.581" v="117"/>
          <ac:picMkLst>
            <pc:docMk/>
            <pc:sldMk cId="700881489" sldId="294"/>
            <ac:picMk id="5" creationId="{A12EA06F-3CB1-84C3-8881-D28B355981A6}"/>
          </ac:picMkLst>
        </pc:picChg>
        <pc:picChg chg="add mod">
          <ac:chgData name="Sebastian Vallejo Vera" userId="661f42ee-5565-49c4-8b1d-325f2d699b91" providerId="ADAL" clId="{2429029B-42DE-8F48-8FB5-B5D0E01441CC}" dt="2026-01-12T17:21:00.844" v="122" actId="1076"/>
          <ac:picMkLst>
            <pc:docMk/>
            <pc:sldMk cId="700881489" sldId="294"/>
            <ac:picMk id="6" creationId="{F374B71B-8279-4A23-1494-2A7B7B14409C}"/>
          </ac:picMkLst>
        </pc:picChg>
      </pc:sldChg>
      <pc:sldChg chg="addSp modSp mod">
        <pc:chgData name="Sebastian Vallejo Vera" userId="661f42ee-5565-49c4-8b1d-325f2d699b91" providerId="ADAL" clId="{2429029B-42DE-8F48-8FB5-B5D0E01441CC}" dt="2026-01-12T17:21:47.644" v="130" actId="1076"/>
        <pc:sldMkLst>
          <pc:docMk/>
          <pc:sldMk cId="2543339323" sldId="295"/>
        </pc:sldMkLst>
        <pc:spChg chg="mod">
          <ac:chgData name="Sebastian Vallejo Vera" userId="661f42ee-5565-49c4-8b1d-325f2d699b91" providerId="ADAL" clId="{2429029B-42DE-8F48-8FB5-B5D0E01441CC}" dt="2026-01-12T17:21:11.938" v="126" actId="5793"/>
          <ac:spMkLst>
            <pc:docMk/>
            <pc:sldMk cId="2543339323" sldId="295"/>
            <ac:spMk id="3" creationId="{0B1B1489-4069-689A-5E31-994FCF736796}"/>
          </ac:spMkLst>
        </pc:spChg>
        <pc:picChg chg="add mod">
          <ac:chgData name="Sebastian Vallejo Vera" userId="661f42ee-5565-49c4-8b1d-325f2d699b91" providerId="ADAL" clId="{2429029B-42DE-8F48-8FB5-B5D0E01441CC}" dt="2026-01-12T17:21:47.644" v="130" actId="1076"/>
          <ac:picMkLst>
            <pc:docMk/>
            <pc:sldMk cId="2543339323" sldId="295"/>
            <ac:picMk id="4" creationId="{8A3CF1A5-91AC-D564-0375-58F6779C1DDC}"/>
          </ac:picMkLst>
        </pc:picChg>
      </pc:sldChg>
      <pc:sldChg chg="modSp mod">
        <pc:chgData name="Sebastian Vallejo Vera" userId="661f42ee-5565-49c4-8b1d-325f2d699b91" providerId="ADAL" clId="{2429029B-42DE-8F48-8FB5-B5D0E01441CC}" dt="2026-01-12T17:21:59.401" v="133" actId="313"/>
        <pc:sldMkLst>
          <pc:docMk/>
          <pc:sldMk cId="3500565542" sldId="296"/>
        </pc:sldMkLst>
        <pc:spChg chg="mod">
          <ac:chgData name="Sebastian Vallejo Vera" userId="661f42ee-5565-49c4-8b1d-325f2d699b91" providerId="ADAL" clId="{2429029B-42DE-8F48-8FB5-B5D0E01441CC}" dt="2026-01-12T17:21:59.401" v="133" actId="313"/>
          <ac:spMkLst>
            <pc:docMk/>
            <pc:sldMk cId="3500565542" sldId="296"/>
            <ac:spMk id="3" creationId="{BE327A58-FD31-8495-3218-1F4EDA042A77}"/>
          </ac:spMkLst>
        </pc:spChg>
      </pc:sldChg>
      <pc:sldChg chg="modSp mod">
        <pc:chgData name="Sebastian Vallejo Vera" userId="661f42ee-5565-49c4-8b1d-325f2d699b91" providerId="ADAL" clId="{2429029B-42DE-8F48-8FB5-B5D0E01441CC}" dt="2026-01-12T17:27:59.503" v="462" actId="20577"/>
        <pc:sldMkLst>
          <pc:docMk/>
          <pc:sldMk cId="642915330" sldId="298"/>
        </pc:sldMkLst>
        <pc:spChg chg="mod">
          <ac:chgData name="Sebastian Vallejo Vera" userId="661f42ee-5565-49c4-8b1d-325f2d699b91" providerId="ADAL" clId="{2429029B-42DE-8F48-8FB5-B5D0E01441CC}" dt="2026-01-12T17:25:47.395" v="396" actId="20577"/>
          <ac:spMkLst>
            <pc:docMk/>
            <pc:sldMk cId="642915330" sldId="298"/>
            <ac:spMk id="3" creationId="{576E260E-A04B-9689-5CE2-B9920CD9D5F5}"/>
          </ac:spMkLst>
        </pc:spChg>
        <pc:graphicFrameChg chg="mod modGraphic">
          <ac:chgData name="Sebastian Vallejo Vera" userId="661f42ee-5565-49c4-8b1d-325f2d699b91" providerId="ADAL" clId="{2429029B-42DE-8F48-8FB5-B5D0E01441CC}" dt="2026-01-12T17:27:59.503" v="462" actId="20577"/>
          <ac:graphicFrameMkLst>
            <pc:docMk/>
            <pc:sldMk cId="642915330" sldId="298"/>
            <ac:graphicFrameMk id="4" creationId="{85997064-DB3A-89E9-9CA3-9609D35C2E64}"/>
          </ac:graphicFrameMkLst>
        </pc:graphicFrameChg>
      </pc:sldChg>
      <pc:sldChg chg="modNotesTx">
        <pc:chgData name="Sebastian Vallejo Vera" userId="661f42ee-5565-49c4-8b1d-325f2d699b91" providerId="ADAL" clId="{2429029B-42DE-8F48-8FB5-B5D0E01441CC}" dt="2026-01-12T17:43:21.013" v="912" actId="20577"/>
        <pc:sldMkLst>
          <pc:docMk/>
          <pc:sldMk cId="3437037828" sldId="299"/>
        </pc:sldMkLst>
      </pc:sldChg>
      <pc:sldChg chg="modNotesTx">
        <pc:chgData name="Sebastian Vallejo Vera" userId="661f42ee-5565-49c4-8b1d-325f2d699b91" providerId="ADAL" clId="{2429029B-42DE-8F48-8FB5-B5D0E01441CC}" dt="2026-01-12T17:43:49.504" v="1010" actId="20577"/>
        <pc:sldMkLst>
          <pc:docMk/>
          <pc:sldMk cId="1583628402" sldId="307"/>
        </pc:sldMkLst>
      </pc:sldChg>
      <pc:sldChg chg="add del">
        <pc:chgData name="Sebastian Vallejo Vera" userId="661f42ee-5565-49c4-8b1d-325f2d699b91" providerId="ADAL" clId="{2429029B-42DE-8F48-8FB5-B5D0E01441CC}" dt="2026-01-12T17:44:17.850" v="1013"/>
        <pc:sldMkLst>
          <pc:docMk/>
          <pc:sldMk cId="1362689455" sldId="308"/>
        </pc:sldMkLst>
      </pc:sldChg>
      <pc:sldChg chg="modSp del mod">
        <pc:chgData name="Sebastian Vallejo Vera" userId="661f42ee-5565-49c4-8b1d-325f2d699b91" providerId="ADAL" clId="{2429029B-42DE-8F48-8FB5-B5D0E01441CC}" dt="2026-01-12T17:43:53.626" v="1011" actId="2696"/>
        <pc:sldMkLst>
          <pc:docMk/>
          <pc:sldMk cId="1652413843" sldId="308"/>
        </pc:sldMkLst>
        <pc:spChg chg="mod">
          <ac:chgData name="Sebastian Vallejo Vera" userId="661f42ee-5565-49c4-8b1d-325f2d699b91" providerId="ADAL" clId="{2429029B-42DE-8F48-8FB5-B5D0E01441CC}" dt="2026-01-12T16:49:57.191" v="0" actId="20577"/>
          <ac:spMkLst>
            <pc:docMk/>
            <pc:sldMk cId="1652413843" sldId="308"/>
            <ac:spMk id="3" creationId="{59380D1F-C5B6-0720-769C-AF9333D0EA62}"/>
          </ac:spMkLst>
        </pc:spChg>
      </pc:sldChg>
      <pc:sldChg chg="add modNotesTx">
        <pc:chgData name="Sebastian Vallejo Vera" userId="661f42ee-5565-49c4-8b1d-325f2d699b91" providerId="ADAL" clId="{2429029B-42DE-8F48-8FB5-B5D0E01441CC}" dt="2026-01-12T17:52:11.424" v="1070" actId="20577"/>
        <pc:sldMkLst>
          <pc:docMk/>
          <pc:sldMk cId="3956272448" sldId="308"/>
        </pc:sldMkLst>
      </pc:sldChg>
      <pc:sldChg chg="modSp new del mod">
        <pc:chgData name="Sebastian Vallejo Vera" userId="661f42ee-5565-49c4-8b1d-325f2d699b91" providerId="ADAL" clId="{2429029B-42DE-8F48-8FB5-B5D0E01441CC}" dt="2026-01-12T17:41:49.914" v="704" actId="2696"/>
        <pc:sldMkLst>
          <pc:docMk/>
          <pc:sldMk cId="833419850" sldId="309"/>
        </pc:sldMkLst>
        <pc:spChg chg="mod">
          <ac:chgData name="Sebastian Vallejo Vera" userId="661f42ee-5565-49c4-8b1d-325f2d699b91" providerId="ADAL" clId="{2429029B-42DE-8F48-8FB5-B5D0E01441CC}" dt="2026-01-12T17:41:40.576" v="703" actId="20577"/>
          <ac:spMkLst>
            <pc:docMk/>
            <pc:sldMk cId="833419850" sldId="309"/>
            <ac:spMk id="3" creationId="{E1D3BF08-4926-D03C-AF1E-2664D49535EB}"/>
          </ac:spMkLst>
        </pc:sp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2T22:02:11.025"/>
    </inkml:context>
    <inkml:brush xml:id="br0">
      <inkml:brushProperty name="width" value="0.05" units="cm"/>
      <inkml:brushProperty name="height" value="0.05" units="cm"/>
      <inkml:brushProperty name="color" value="#AE198D"/>
      <inkml:brushProperty name="inkEffects" value="galaxy"/>
      <inkml:brushProperty name="anchorX" value="-43746.67578"/>
      <inkml:brushProperty name="anchorY" value="-57436.83594"/>
      <inkml:brushProperty name="scaleFactor" value="0.5"/>
    </inkml:brush>
  </inkml:definitions>
  <inkml:trace contextRef="#ctx0" brushRef="#br0">104 130 24575,'3'0'0,"-1"0"0,5-6 0,-4-3 0,-3-6 0,0-7 0,0 5 0,0-1 0,-4 3 0,0 6 0,-4-2 0,0 6 0,1 2 0,-1 3 0,-3 0 0,2 0 0,-3 0 0,1 4 0,2 0 0,-3 8 0,8-4 0,-3 4 0,6-5 0,-2 1 0,3-1 0,3-3 0,1-1 0,3-3 0,0 0 0,-1 0 0,1 0 0,0 0 0,1 0 0,-4 3 0,-1 1 0,0 0 0,1 2 0,0-2 0,2 0 0,-5 2 0,2-2 0,0 0 0,1-1 0,3-3 0,0 0 0,0 0 0,-4 0 0,0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2T22:02:14.989"/>
    </inkml:context>
    <inkml:brush xml:id="br0">
      <inkml:brushProperty name="width" value="0.05" units="cm"/>
      <inkml:brushProperty name="height" value="0.05" units="cm"/>
      <inkml:brushProperty name="color" value="#AE198D"/>
      <inkml:brushProperty name="inkEffects" value="galaxy"/>
      <inkml:brushProperty name="anchorX" value="-58752.04688"/>
      <inkml:brushProperty name="anchorY" value="-75823.98438"/>
      <inkml:brushProperty name="scaleFactor" value="0.5"/>
    </inkml:brush>
  </inkml:definitions>
  <inkml:trace contextRef="#ctx0" brushRef="#br0">0 5730 24575,'11'0'0,"-3"0"0,4 0 0,-5 0 0,5 0 0,0 0 0,5 0 0,-1 0 0,1 0 0,-1 0 0,5 0 0,2 0 0,-1 0 0,4 0 0,-4 0 0,5-4 0,-4 3 0,3-3 0,-9 4 0,4 0 0,-4 0 0,-1-7 0,-3 5 0,2-6 0,2 8 0,1 0 0,3 0 0,0 0 0,2 0 0,4-4 0,0 3 0,5-7 0,-3 7 0,9-8 0,-10 8 0,5-4 0,-6 5 0,0-4 0,0 3 0,-5-6 0,4 2 0,-4 0 0,1-3 0,3-1 0,-4-1 0,5-7 0,6 2 0,-5-4 0,18-12 0,5-11 0,23-8-524,-29 18 0,2 0 524,0 4 0,0 2 0,6-4 0,0 0 0,-7 3 0,1 1 0,4 3 0,1 0 0,-3 0 0,0 1-89,0 2 0,-1 2 89,31-9 0,-28 9 0,-2 0 0,6 4 0,-6 0 0,0-2 0,2-1 0,23-6 0,-25 6 0,3-3 0,-13 5 1038,1-5-1038,-18 3 0,22-20 0,-2-11-507,-5 10 1,5-3 506,6-4 0,2-2 0,3-3 0,2 0-805,6 2 1,2 0 804,-4 0 0,1 1 0,3 2 0,-2 2 0,-18 11 0,-2 1-249,9-6 0,-3 2 249,15-14 0,17-2 0,-13 0 0,-10 16 0,-7-3 1070,-13 12-1070,-2 6 1661,-19 5-1661,2-21 0,11-11 0,13-32-421,-6 32 1,4-1 420,2-4 0,2-2 0,6-9 0,1-1 0,1 3 0,1 2 0,0-1 0,-1 2 0,-12 12 0,-1 3-406,3 0 1,0 2 405,23-28-323,0 0 323,-5 9 0,-15 15 0,-6 4 0,-8 10 0,-6-3 1333,-6 11-1333,-8 6 856,-3-9-856,-2-5 363,10-16-363,16-23 0,20-13-611,-21 32 0,2-1 611,1 1 0,2 0 0,-1-5 0,0 3-332,17-19 332,-20 28 0,0 1 0,12-17 0,4-4 0,-8 6 0,-7 11 0,-6 11 1201,-2 2-1201,-10 11 353,-1-3-353,-2 12 0,-1-11 0,2 15 0,-4-10 0,0 7 0,4-3 0,-2-6 0,1 9 0,-6-9 0,-2-2 0,7-13 0,16-27 0,12-16-542,-10 34 0,2-1 542,0-7 0,1 2 0,26-27-298,-28 34 0,0 2 298,24-24 0,-6 8 0,0-3 0,-6 23 0,-8-7 0,-3 20 1050,-7-2-1050,-6 11 630,-1 4-630,-3-2 0,-2 6 0,1-3 0,-3 4 0,6 0 0,-3-4 0,1 3 0,7-3 0,-6 8 0,7 0 0,-12 1 0,6-6 0,-1-3 0,15-12 0,0 4 0,6-9 0,-3 9 0,-7-3 0,7 4 0,-15 6 0,9-4 0,-8 8 0,-1-4 0,-2 5 0,-6 0 0,2 1 0,-3 2 0,-1-1 0,0 5 0,-3-6 0,2 7 0,-2-4 0,0 4 0,-1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2T22:02:17.326"/>
    </inkml:context>
    <inkml:brush xml:id="br0">
      <inkml:brushProperty name="width" value="0.05" units="cm"/>
      <inkml:brushProperty name="height" value="0.05" units="cm"/>
      <inkml:brushProperty name="color" value="#AE198D"/>
      <inkml:brushProperty name="inkEffects" value="galaxy"/>
      <inkml:brushProperty name="anchorX" value="-80565.0625"/>
      <inkml:brushProperty name="anchorY" value="-88481.47656"/>
      <inkml:brushProperty name="scaleFactor" value="0.5"/>
    </inkml:brush>
  </inkml:definitions>
  <inkml:trace contextRef="#ctx0" brushRef="#br0">66 115 24575,'0'7'0,"3"-4"0,5 4 0,-4-3 0,10 0 0,-5 3 0,4-6 0,-2 3 0,-4-4 0,1 0 0,-1 0 0,0 0 0,0 0 0,-2-4 0,-2-4 0,-3 0 0,0-4 0,0 4 0,0-3 0,0 2 0,0-6 0,0 6 0,0-2 0,0-1 0,0 4 0,-4-8 0,0 11 0,-8-6 0,3 10 0,-2-3 0,-1 4 0,4 0 0,-8 0 0,3 0 0,1 0 0,0 7 0,0 3 0,7 6 0,-6 0 0,6 6 0,-4-5 0,4 9 0,-2-8 0,6 8 0,-3-13 0,4 7 0,0-11 0,0-1 0,0-5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2T22:02:19.819"/>
    </inkml:context>
    <inkml:brush xml:id="br0">
      <inkml:brushProperty name="width" value="0.05" units="cm"/>
      <inkml:brushProperty name="height" value="0.05" units="cm"/>
      <inkml:brushProperty name="color" value="#AE198D"/>
      <inkml:brushProperty name="inkEffects" value="galaxy"/>
      <inkml:brushProperty name="anchorX" value="-99108.375"/>
      <inkml:brushProperty name="anchorY" value="-99163.72656"/>
      <inkml:brushProperty name="scaleFactor" value="0.5"/>
    </inkml:brush>
  </inkml:definitions>
  <inkml:trace contextRef="#ctx0" brushRef="#br0">64 30 24575,'0'7'0,"0"0"0,0 0 0,0 1 0,0-1 0,0 1 0,0-1 0,3-3 0,1-1 0,7-3 0,-3 0 0,0-4 0,-1 3 0,-3-2 0,4 3 0,-1 0 0,-3-7 0,-1 3 0,-3-7 0,0 4 0,0 0 0,-7 2 0,2-1 0,-7 5 0,1-2 0,2 3 0,-2 0 0,3 0 0,0 0 0,1 0 0,0 0 0,-1 0 0,4 3 0,-2 1 0,5 4 0,-6 3 0,6-2 0,-6 2 0,6-4 0,-2 1 0,3-1 0,-4-3 0,4 2 0,-4-2 0,4-3 0,0-2 0,0-6 0,0-5 0,0 4 0,0-4 0,0 5 0,0-1 0,0 1 0,0 0 0,0 0 0,0 0 0,0 0 0,0 0 0,3 3 0,-2-3 0,5 6 0,-2-2 0,3 3 0,0 0 0,0 0 0,-3 0 0,-1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2T22:02:21.736"/>
    </inkml:context>
    <inkml:brush xml:id="br0">
      <inkml:brushProperty name="width" value="0.05" units="cm"/>
      <inkml:brushProperty name="height" value="0.05" units="cm"/>
      <inkml:brushProperty name="color" value="#AE198D"/>
      <inkml:brushProperty name="inkEffects" value="galaxy"/>
      <inkml:brushProperty name="anchorX" value="-112687.14063"/>
      <inkml:brushProperty name="anchorY" value="-114780.75781"/>
      <inkml:brushProperty name="scaleFactor" value="0.5"/>
    </inkml:brush>
  </inkml:definitions>
  <inkml:trace contextRef="#ctx0" brushRef="#br0">8 101 24575,'0'3'0,"3"-5"0,0 9 0,1-14 0,-1 2 0,-3-10 0,0 7 0,0-4 0,0 0 0,0 4 0,0-4 0,0 5 0,0-1 0,0 1 0,-3 2 0,-1 2 0,-3 3 0,3 3 0,1 1 0,3 3 0,0 1 0,0-1 0,0 0 0,0 1 0,0-1 0,0 1 0,0-1 0,3-3 0,1 0 0,0-1 0,3-2 0,-3 2 0,0 0 0,2-2 0,-5 5 0,5-5 0,-5 5 0,5-5 0,-2 2 0,3-3 0,0 0 0,0 0 0,0 0 0,0 7 0,-3-2 0,-1 5 0,-3-2 0,0-1 0,0 1 0,0-1 0,0 1 0,0-1 0,-4 0 0,3 1 0,-5-4 0,2-1 0,-3-3 0,3 0 0,1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2T22:02:23.522"/>
    </inkml:context>
    <inkml:brush xml:id="br0">
      <inkml:brushProperty name="width" value="0.05" units="cm"/>
      <inkml:brushProperty name="height" value="0.05" units="cm"/>
      <inkml:brushProperty name="color" value="#AE198D"/>
      <inkml:brushProperty name="inkEffects" value="galaxy"/>
      <inkml:brushProperty name="anchorX" value="-129774.07813"/>
      <inkml:brushProperty name="anchorY" value="-132602.14063"/>
      <inkml:brushProperty name="scaleFactor" value="0.5"/>
    </inkml:brush>
  </inkml:definitions>
  <inkml:trace contextRef="#ctx0" brushRef="#br0">0 137 24575,'11'0'0,"1"0"0,0 0 0,3 0 0,-7 0 0,4-7 0,-5 5 0,1-6 0,0 8 0,-4-3 0,2 2 0,-5-5 0,3 2 0,-1-4 0,-2 1 0,2-1 0,-3 0 0,0 1 0,0-1 0,0 1 0,0-1 0,0 1 0,0-1 0,0 1 0,0-1 0,0 1 0,-3 3 0,-1 0 0,-4 4 0,0 0 0,1 0 0,-1 0 0,1 0 0,-1 0 0,1 0 0,3 4 0,1 0 0,-1 7 0,3 6 0,-3 1 0,4 3 0,0 0 0,0-3 0,0 3 0,0-8 0,0 2 0,0-7 0,0 4 0,0-5 0,0 1 0,0-4 0,0-1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2T22:02:25.423"/>
    </inkml:context>
    <inkml:brush xml:id="br0">
      <inkml:brushProperty name="width" value="0.05" units="cm"/>
      <inkml:brushProperty name="height" value="0.05" units="cm"/>
      <inkml:brushProperty name="color" value="#AE198D"/>
      <inkml:brushProperty name="inkEffects" value="galaxy"/>
      <inkml:brushProperty name="anchorX" value="-147817.45313"/>
      <inkml:brushProperty name="anchorY" value="-149785.92188"/>
      <inkml:brushProperty name="scaleFactor" value="0.5"/>
    </inkml:brush>
  </inkml:definitions>
  <inkml:trace contextRef="#ctx0" brushRef="#br0">56 145 23741,'-11'0'0,"4"0"413,0-9-413,4-1 139,3-8-139,0-4 70,3 5-70,2-5 212,3 10-212,0 0 0,-1 5 0,1-1 0,-1 4 0,0 1 0,1 3 0,-1 0 0,0 0 0,1 0 0,-1 0 0,0 3 0,-3 1 0,-1 3 0,-3 0 0,0 1 0,0-1 0,0 0 0,0 1 0,0-1 0,0 0 0,-4 0 0,0-3 0,-7 3 0,2-3 0,-10 1 0,10 1 0,-6-5 0,7 3 0,1-4 0,-1 0 0,0 0 0,1 0 0,-1 0 0,1 0 0,3-3 0,1-6 0,3 1 0,0-3 0,0 3 0,0 1 0,0 3 0,0 1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2T22:02:27.413"/>
    </inkml:context>
    <inkml:brush xml:id="br0">
      <inkml:brushProperty name="width" value="0.05" units="cm"/>
      <inkml:brushProperty name="height" value="0.05" units="cm"/>
      <inkml:brushProperty name="color" value="#AE198D"/>
      <inkml:brushProperty name="inkEffects" value="galaxy"/>
      <inkml:brushProperty name="anchorX" value="-164132.17188"/>
      <inkml:brushProperty name="anchorY" value="-163658.73438"/>
      <inkml:brushProperty name="scaleFactor" value="0.5"/>
    </inkml:brush>
  </inkml:definitions>
  <inkml:trace contextRef="#ctx0" brushRef="#br0">63 83 24575,'-7'0'0,"0"0"0,0 0 0,-1 0 0,4 3 0,1 1 0,6 3 0,1-3 0,3-1 0,-1-3 0,1 0 0,0 0 0,-3-3 0,-1-2 0,0-2 0,-2-1 0,3 1 0,-1 3 0,-2-3 0,2 3 0,-3-4 0,0 1 0,0 0 0,0-1 0,0 1 0,0-1 0,0 1 0,-3 3 0,-1 1 0,-3 3 0,-5 0 0,4 0 0,-4 0 0,5 0 0,-1 0 0,1 0 0,3 3 0,-3 1 0,7 3 0,-4 5 0,4 0 0,0 1 0,0-2 0,0 1 0,0-4 0,0 4 0,0-5 0,0 0 0,0-3 0,0-1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2T22:02:29.022"/>
    </inkml:context>
    <inkml:brush xml:id="br0">
      <inkml:brushProperty name="width" value="0.05" units="cm"/>
      <inkml:brushProperty name="height" value="0.05" units="cm"/>
      <inkml:brushProperty name="color" value="#AE198D"/>
      <inkml:brushProperty name="inkEffects" value="galaxy"/>
      <inkml:brushProperty name="anchorX" value="-181471.32813"/>
      <inkml:brushProperty name="anchorY" value="-176377.10938"/>
      <inkml:brushProperty name="scaleFactor" value="0.5"/>
    </inkml:brush>
  </inkml:definitions>
  <inkml:trace contextRef="#ctx0" brushRef="#br0">41 104 24575,'6'-4'0,"-2"-2"0,2 2 0,-5-4 0,2 1 0,0 0 0,-2-1 0,2 1 0,-3-1 0,0 1 0,0-1 0,0 1 0,0 0 0,0-1 0,-7 4 0,2 1 0,-5 3 0,2 0 0,0 0 0,1 0 0,-1 0 0,1 0 0,3 3 0,1 1 0,3 4 0,0-1 0,0 0 0,3-3 0,5-1 0,-3-3 0,2 0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2T22:10:18.221"/>
    </inkml:context>
    <inkml:brush xml:id="br0">
      <inkml:brushProperty name="width" value="0.05" units="cm"/>
      <inkml:brushProperty name="height" value="0.05" units="cm"/>
      <inkml:brushProperty name="color" value="#AE198D"/>
      <inkml:brushProperty name="inkEffects" value="galaxy"/>
      <inkml:brushProperty name="anchorX" value="-43746.67578"/>
      <inkml:brushProperty name="anchorY" value="-57436.83594"/>
      <inkml:brushProperty name="scaleFactor" value="0.5"/>
    </inkml:brush>
  </inkml:definitions>
  <inkml:trace contextRef="#ctx0" brushRef="#br0">104 130 24575,'3'0'0,"-1"0"0,5-6 0,-4-3 0,-3-6 0,0-7 0,0 5 0,0-1 0,-4 3 0,0 6 0,-4-2 0,0 6 0,1 2 0,-1 3 0,-3 0 0,2 0 0,-3 0 0,1 4 0,2 0 0,-3 8 0,8-4 0,-3 4 0,6-5 0,-2 1 0,3-1 0,3-3 0,1-1 0,3-3 0,0 0 0,-1 0 0,1 0 0,0 0 0,1 0 0,-4 3 0,-1 1 0,0 0 0,1 2 0,0-2 0,2 0 0,-5 2 0,2-2 0,0 0 0,1-1 0,3-3 0,0 0 0,0 0 0,-4 0 0,0 0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2T22:10:18.222"/>
    </inkml:context>
    <inkml:brush xml:id="br0">
      <inkml:brushProperty name="width" value="0.05" units="cm"/>
      <inkml:brushProperty name="height" value="0.05" units="cm"/>
      <inkml:brushProperty name="color" value="#AE198D"/>
      <inkml:brushProperty name="inkEffects" value="galaxy"/>
      <inkml:brushProperty name="anchorX" value="-58752.04688"/>
      <inkml:brushProperty name="anchorY" value="-75823.98438"/>
      <inkml:brushProperty name="scaleFactor" value="0.5"/>
    </inkml:brush>
  </inkml:definitions>
  <inkml:trace contextRef="#ctx0" brushRef="#br0">0 5730 24575,'11'0'0,"-3"0"0,4 0 0,-5 0 0,5 0 0,0 0 0,5 0 0,-1 0 0,1 0 0,-1 0 0,5 0 0,2 0 0,-1 0 0,4 0 0,-4 0 0,5-4 0,-4 3 0,3-3 0,-9 4 0,4 0 0,-4 0 0,-1-7 0,-3 5 0,2-6 0,2 8 0,1 0 0,3 0 0,0 0 0,2 0 0,4-4 0,0 3 0,5-7 0,-3 7 0,9-8 0,-10 8 0,5-4 0,-6 5 0,0-4 0,0 3 0,-5-6 0,4 2 0,-4 0 0,1-3 0,3-1 0,-4-1 0,5-7 0,6 2 0,-5-4 0,18-12 0,5-11 0,23-8-524,-29 18 0,2 0 524,0 4 0,0 2 0,6-4 0,0 0 0,-7 3 0,1 1 0,4 3 0,1 0 0,-3 0 0,0 1-89,0 2 0,-1 2 89,31-9 0,-28 9 0,-2 0 0,6 4 0,-6 0 0,0-2 0,2-1 0,23-6 0,-25 6 0,3-3 0,-13 5 1038,1-5-1038,-18 3 0,22-20 0,-2-11-507,-5 10 1,5-3 506,6-4 0,2-2 0,3-3 0,2 0-805,6 2 1,2 0 804,-4 0 0,1 1 0,3 2 0,-2 2 0,-18 11 0,-2 1-249,9-6 0,-3 2 249,15-14 0,17-2 0,-13 0 0,-10 16 0,-7-3 1070,-13 12-1070,-2 6 1661,-19 5-1661,2-21 0,11-11 0,13-32-421,-6 32 1,4-1 420,2-4 0,2-2 0,6-9 0,1-1 0,1 3 0,1 2 0,0-1 0,-1 2 0,-12 12 0,-1 3-406,3 0 1,0 2 405,23-28-323,0 0 323,-5 9 0,-15 15 0,-6 4 0,-8 10 0,-6-3 1333,-6 11-1333,-8 6 856,-3-9-856,-2-5 363,10-16-363,16-23 0,20-13-611,-21 32 0,2-1 611,1 1 0,2 0 0,-1-5 0,0 3-332,17-19 332,-20 28 0,0 1 0,12-17 0,4-4 0,-8 6 0,-7 11 0,-6 11 1201,-2 2-1201,-10 11 353,-1-3-353,-2 12 0,-1-11 0,2 15 0,-4-10 0,0 7 0,4-3 0,-2-6 0,1 9 0,-6-9 0,-2-2 0,7-13 0,16-27 0,12-16-542,-10 34 0,2-1 542,0-7 0,1 2 0,26-27-298,-28 34 0,0 2 298,24-24 0,-6 8 0,0-3 0,-6 23 0,-8-7 0,-3 20 1050,-7-2-1050,-6 11 630,-1 4-630,-3-2 0,-2 6 0,1-3 0,-3 4 0,6 0 0,-3-4 0,1 3 0,7-3 0,-6 8 0,7 0 0,-12 1 0,6-6 0,-1-3 0,15-12 0,0 4 0,6-9 0,-3 9 0,-7-3 0,7 4 0,-15 6 0,9-4 0,-8 8 0,-1-4 0,-2 5 0,-6 0 0,2 1 0,-3 2 0,-1-1 0,0 5 0,-3-6 0,2 7 0,-2-4 0,0 4 0,-1 0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2T22:10:18.223"/>
    </inkml:context>
    <inkml:brush xml:id="br0">
      <inkml:brushProperty name="width" value="0.05" units="cm"/>
      <inkml:brushProperty name="height" value="0.05" units="cm"/>
      <inkml:brushProperty name="color" value="#AE198D"/>
      <inkml:brushProperty name="inkEffects" value="galaxy"/>
      <inkml:brushProperty name="anchorX" value="-80565.0625"/>
      <inkml:brushProperty name="anchorY" value="-88481.47656"/>
      <inkml:brushProperty name="scaleFactor" value="0.5"/>
    </inkml:brush>
  </inkml:definitions>
  <inkml:trace contextRef="#ctx0" brushRef="#br0">66 115 24575,'0'7'0,"3"-4"0,5 4 0,-4-3 0,10 0 0,-5 3 0,4-6 0,-2 3 0,-4-4 0,1 0 0,-1 0 0,0 0 0,0 0 0,-2-4 0,-2-4 0,-3 0 0,0-4 0,0 4 0,0-3 0,0 2 0,0-6 0,0 6 0,0-2 0,0-1 0,0 4 0,-4-8 0,0 11 0,-8-6 0,3 10 0,-2-3 0,-1 4 0,4 0 0,-8 0 0,3 0 0,1 0 0,0 7 0,0 3 0,7 6 0,-6 0 0,6 6 0,-4-5 0,4 9 0,-2-8 0,6 8 0,-3-13 0,4 7 0,0-11 0,0-1 0,0-5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2T22:10:18.224"/>
    </inkml:context>
    <inkml:brush xml:id="br0">
      <inkml:brushProperty name="width" value="0.05" units="cm"/>
      <inkml:brushProperty name="height" value="0.05" units="cm"/>
      <inkml:brushProperty name="color" value="#AE198D"/>
      <inkml:brushProperty name="inkEffects" value="galaxy"/>
      <inkml:brushProperty name="anchorX" value="-99108.375"/>
      <inkml:brushProperty name="anchorY" value="-99163.72656"/>
      <inkml:brushProperty name="scaleFactor" value="0.5"/>
    </inkml:brush>
  </inkml:definitions>
  <inkml:trace contextRef="#ctx0" brushRef="#br0">64 30 24575,'0'7'0,"0"0"0,0 0 0,0 1 0,0-1 0,0 1 0,0-1 0,3-3 0,1-1 0,7-3 0,-3 0 0,0-4 0,-1 3 0,-3-2 0,4 3 0,-1 0 0,-3-7 0,-1 3 0,-3-7 0,0 4 0,0 0 0,-7 2 0,2-1 0,-7 5 0,1-2 0,2 3 0,-2 0 0,3 0 0,0 0 0,1 0 0,0 0 0,-1 0 0,4 3 0,-2 1 0,5 4 0,-6 3 0,6-2 0,-6 2 0,6-4 0,-2 1 0,3-1 0,-4-3 0,4 2 0,-4-2 0,4-3 0,0-2 0,0-6 0,0-5 0,0 4 0,0-4 0,0 5 0,0-1 0,0 1 0,0 0 0,0 0 0,0 0 0,0 0 0,0 0 0,3 3 0,-2-3 0,5 6 0,-2-2 0,3 3 0,0 0 0,0 0 0,-3 0 0,-1 0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2T22:10:18.225"/>
    </inkml:context>
    <inkml:brush xml:id="br0">
      <inkml:brushProperty name="width" value="0.05" units="cm"/>
      <inkml:brushProperty name="height" value="0.05" units="cm"/>
      <inkml:brushProperty name="color" value="#AE198D"/>
      <inkml:brushProperty name="inkEffects" value="galaxy"/>
      <inkml:brushProperty name="anchorX" value="-112687.14063"/>
      <inkml:brushProperty name="anchorY" value="-114780.75781"/>
      <inkml:brushProperty name="scaleFactor" value="0.5"/>
    </inkml:brush>
  </inkml:definitions>
  <inkml:trace contextRef="#ctx0" brushRef="#br0">8 101 24575,'0'3'0,"3"-5"0,0 9 0,1-14 0,-1 2 0,-3-10 0,0 7 0,0-4 0,0 0 0,0 4 0,0-4 0,0 5 0,0-1 0,0 1 0,-3 2 0,-1 2 0,-3 3 0,3 3 0,1 1 0,3 3 0,0 1 0,0-1 0,0 0 0,0 1 0,0-1 0,0 1 0,0-1 0,3-3 0,1 0 0,0-1 0,3-2 0,-3 2 0,0 0 0,2-2 0,-5 5 0,5-5 0,-5 5 0,5-5 0,-2 2 0,3-3 0,0 0 0,0 0 0,0 0 0,0 7 0,-3-2 0,-1 5 0,-3-2 0,0-1 0,0 1 0,0-1 0,0 1 0,0-1 0,-4 0 0,3 1 0,-5-4 0,2-1 0,-3-3 0,3 0 0,1 0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2T22:10:18.226"/>
    </inkml:context>
    <inkml:brush xml:id="br0">
      <inkml:brushProperty name="width" value="0.05" units="cm"/>
      <inkml:brushProperty name="height" value="0.05" units="cm"/>
      <inkml:brushProperty name="color" value="#AE198D"/>
      <inkml:brushProperty name="inkEffects" value="galaxy"/>
      <inkml:brushProperty name="anchorX" value="-129774.07813"/>
      <inkml:brushProperty name="anchorY" value="-132602.14063"/>
      <inkml:brushProperty name="scaleFactor" value="0.5"/>
    </inkml:brush>
  </inkml:definitions>
  <inkml:trace contextRef="#ctx0" brushRef="#br0">0 137 24575,'11'0'0,"1"0"0,0 0 0,3 0 0,-7 0 0,4-7 0,-5 5 0,1-6 0,0 8 0,-4-3 0,2 2 0,-5-5 0,3 2 0,-1-4 0,-2 1 0,2-1 0,-3 0 0,0 1 0,0-1 0,0 1 0,0-1 0,0 1 0,0-1 0,0 1 0,0-1 0,0 1 0,-3 3 0,-1 0 0,-4 4 0,0 0 0,1 0 0,-1 0 0,1 0 0,-1 0 0,1 0 0,3 4 0,1 0 0,-1 7 0,3 6 0,-3 1 0,4 3 0,0 0 0,0-3 0,0 3 0,0-8 0,0 2 0,0-7 0,0 4 0,0-5 0,0 1 0,0-4 0,0-1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2T22:10:18.227"/>
    </inkml:context>
    <inkml:brush xml:id="br0">
      <inkml:brushProperty name="width" value="0.05" units="cm"/>
      <inkml:brushProperty name="height" value="0.05" units="cm"/>
      <inkml:brushProperty name="color" value="#AE198D"/>
      <inkml:brushProperty name="inkEffects" value="galaxy"/>
      <inkml:brushProperty name="anchorX" value="-147817.45313"/>
      <inkml:brushProperty name="anchorY" value="-149785.92188"/>
      <inkml:brushProperty name="scaleFactor" value="0.5"/>
    </inkml:brush>
  </inkml:definitions>
  <inkml:trace contextRef="#ctx0" brushRef="#br0">56 145 23741,'-11'0'0,"4"0"413,0-9-413,4-1 139,3-8-139,0-4 70,3 5-70,2-5 212,3 10-212,0 0 0,-1 5 0,1-1 0,-1 4 0,0 1 0,1 3 0,-1 0 0,0 0 0,1 0 0,-1 0 0,0 3 0,-3 1 0,-1 3 0,-3 0 0,0 1 0,0-1 0,0 0 0,0 1 0,0-1 0,0 0 0,-4 0 0,0-3 0,-7 3 0,2-3 0,-10 1 0,10 1 0,-6-5 0,7 3 0,1-4 0,-1 0 0,0 0 0,1 0 0,-1 0 0,1 0 0,3-3 0,1-6 0,3 1 0,0-3 0,0 3 0,0 1 0,0 3 0,0 1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2T22:10:18.228"/>
    </inkml:context>
    <inkml:brush xml:id="br0">
      <inkml:brushProperty name="width" value="0.05" units="cm"/>
      <inkml:brushProperty name="height" value="0.05" units="cm"/>
      <inkml:brushProperty name="color" value="#AE198D"/>
      <inkml:brushProperty name="inkEffects" value="galaxy"/>
      <inkml:brushProperty name="anchorX" value="-164132.17188"/>
      <inkml:brushProperty name="anchorY" value="-163658.73438"/>
      <inkml:brushProperty name="scaleFactor" value="0.5"/>
    </inkml:brush>
  </inkml:definitions>
  <inkml:trace contextRef="#ctx0" brushRef="#br0">63 83 24575,'-7'0'0,"0"0"0,0 0 0,-1 0 0,4 3 0,1 1 0,6 3 0,1-3 0,3-1 0,-1-3 0,1 0 0,0 0 0,-3-3 0,-1-2 0,0-2 0,-2-1 0,3 1 0,-1 3 0,-2-3 0,2 3 0,-3-4 0,0 1 0,0 0 0,0-1 0,0 1 0,0-1 0,0 1 0,-3 3 0,-1 1 0,-3 3 0,-5 0 0,4 0 0,-4 0 0,5 0 0,-1 0 0,1 0 0,3 3 0,-3 1 0,7 3 0,-4 5 0,4 0 0,0 1 0,0-2 0,0 1 0,0-4 0,0 4 0,0-5 0,0 0 0,0-3 0,0-1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2T22:10:18.229"/>
    </inkml:context>
    <inkml:brush xml:id="br0">
      <inkml:brushProperty name="width" value="0.05" units="cm"/>
      <inkml:brushProperty name="height" value="0.05" units="cm"/>
      <inkml:brushProperty name="color" value="#AE198D"/>
      <inkml:brushProperty name="inkEffects" value="galaxy"/>
      <inkml:brushProperty name="anchorX" value="-181471.32813"/>
      <inkml:brushProperty name="anchorY" value="-176377.10938"/>
      <inkml:brushProperty name="scaleFactor" value="0.5"/>
    </inkml:brush>
  </inkml:definitions>
  <inkml:trace contextRef="#ctx0" brushRef="#br0">41 104 24575,'6'-4'0,"-2"-2"0,2 2 0,-5-4 0,2 1 0,0 0 0,-2-1 0,2 1 0,-3-1 0,0 1 0,0-1 0,0 1 0,0 0 0,0-1 0,-7 4 0,2 1 0,-5 3 0,2 0 0,0 0 0,1 0 0,-1 0 0,1 0 0,3 3 0,1 1 0,3 4 0,0-1 0,0 0 0,3-3 0,5-1 0,-3-3 0,2 0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2T22:11:32.143"/>
    </inkml:context>
    <inkml:brush xml:id="br0">
      <inkml:brushProperty name="width" value="0.05" units="cm"/>
      <inkml:brushProperty name="height" value="0.05" units="cm"/>
      <inkml:brushProperty name="color" value="#AE198D"/>
      <inkml:brushProperty name="inkEffects" value="galaxy"/>
      <inkml:brushProperty name="anchorX" value="0"/>
      <inkml:brushProperty name="anchorY" value="0"/>
      <inkml:brushProperty name="scaleFactor" value="0.5"/>
    </inkml:brush>
  </inkml:definitions>
  <inkml:trace contextRef="#ctx0" brushRef="#br0">0 397 24575,'10'-9'0,"-3"-6"0,18-2 0,-7 5 0,15-9 0,-10 9 0,10-5 0,-11 1 0,5 5 0,-6 0 0,0 1 0,-5 4 0,-1 1 0,-1 0 0,-3 4 0,9-4 0,-4 5 0,0-4 0,9 3 0,-7-3 0,9 4 0,-6-5 0,0 4 0,6-4 0,-5 0 0,11 4 0,-10-3 0,10 4 0,-5 0 0,14 0 0,-6 0 0,12 0 0,-4 0 0,6 0 0,0 0 0,-7 0 0,6 0 0,-6 0 0,0 0 0,5 5 0,-4 2 0,-1 5 0,5 1 0,-4-7 0,6 0 0,0-6 0,-7 0 0,6 0 0,-21 0 0,26 0 0,0 0 0,16-6 0,16-2 0,-7-7 0,8 1 0,-8 5 0,-2 3 0,-17 0 0,-2 5 0,-15-5 0,-8 6 0,-8 0 0,-6-4 0,-5 2 0,-1-2 0,-6 4 0,1 0 0,-1-5 0,1 4 0,-1-3 0,0 4 0,0 0 0,0 0 0,0 0 0,1 0 0,-1 0 0,1 0 0,-1 0 0,1 0 0,-1 0 0,1 0 0,4 0 0,2 0 0,11 0 0,2 0 0,20 6 0,4 2 0,7 5 0,6 0 0,-6 0 0,0-5 0,-2 3 0,-8-9 0,-3 3 0,10-17 0,-8 3 0,26-17 0,-13 5 0,15-1 0,-9-4 0,-8 11 0,-2-4 0,-15 12 0,-7-4 0,-9 6 0,-6-1 0,-6 1 0,0 5 0,-5 0 0,-1 0 0,0 0 0,1 0 0,-1 0 0,0 0 0,0 0 0,1 0 0,-1 0 0,1 0 0,4 0 0,-3 0 0,15 0 0,-9 0 0,10 0 0,0 0 0,2 0 0,12 0 0,-5 0 0,13 0 0,-6 0 0,15 0 0,-13 0 0,11 0 0,-20-5 0,6 3 0,26-3 0,18-10-736,-26 13 1,3 1 735,9-7 0,1 1 0,0 6 0,1 2 0,7-1 0,-2 0 0,-20 0 0,0 0-295,11 0 1,-2 0 294,25 0 0,-37 5 0,-1 3 0,33 7 0,-11 13 0,-9-1 0,-8-6 0,-9-2 0,-10-8 1425,-10-4-1425,-4-2 635,9-5-635,-6 0 0,12 5 0,-8 2 0,8 4 0,-12 1 0,10-1 0,-17 0 0,10 0 0,-11 0 0,11 0 0,-10 0 0,4 0 0,-6-1 0,0 1 0,-6-5 0,5-2 0,-9-4 0,3 0 0,-4 5 0,-1-4 0,1 3 0,-1-4 0,0 0 0,1 0 0,-1 0 0,0 0 0,1 0 0,-1 0 0,0 0 0,1 0 0,-1 0 0,1 0 0,-1 0 0,0 0 0,1 0 0,-1 0 0,0 0 0,1-4 0,-1 3 0,0-8 0,1 8 0,-1-8 0,1 8 0,4-8 0,-3 4 0,4-1 0,-1-3 0,-3 8 0,4-4 0,-6 5 0,1 0 0,-1 0 0,1 0 0,-1 0 0,0 0 0,1 0 0,-1 0 0,1 0 0,-1 0 0,1 0 0,-1 0 0,1 0 0,4 0 0,2 0 0,5 0 0,-5 0 0,4 0 0,-9 0 0,8-4 0,-8 2 0,4-2 0,-1 4 0,-3 0 0,9 0 0,-4 0 0,-1 0 0,5 0 0,-9 0 0,4 0 0,-6 0 0,0 0 0,1 0 0,-1 0 0,1 0 0,-1 0 0,-4 0 0,-1 0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2T22:11:33.753"/>
    </inkml:context>
    <inkml:brush xml:id="br0">
      <inkml:brushProperty name="width" value="0.05" units="cm"/>
      <inkml:brushProperty name="height" value="0.05" units="cm"/>
      <inkml:brushProperty name="color" value="#AE198D"/>
      <inkml:brushProperty name="inkEffects" value="galaxy"/>
      <inkml:brushProperty name="anchorX" value="-29571.21484"/>
      <inkml:brushProperty name="anchorY" value="-15059.68164"/>
      <inkml:brushProperty name="scaleFactor" value="0.5"/>
    </inkml:brush>
  </inkml:definitions>
  <inkml:trace contextRef="#ctx0" brushRef="#br0">7 97 24575,'4'9'0,"7"-1"0,4-8 0,6 0 0,-5 0 0,4 0 0,-9 0 0,3 0 0,-4-4 0,0-7 0,-5-5 0,0 0 0,-5-4 0,0 10 0,-9-1 0,-2-3 0,-9 12 0,4-7 0,-4 9 0,9 0 0,-4 0 0,5 0 0,1 4 0,-1 1 0,5 4 0,-3 0 0,7-7 0,-3 1 0,4-7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2T22:11:35.176"/>
    </inkml:context>
    <inkml:brush xml:id="br0">
      <inkml:brushProperty name="width" value="0.05" units="cm"/>
      <inkml:brushProperty name="height" value="0.05" units="cm"/>
      <inkml:brushProperty name="color" value="#AE198D"/>
      <inkml:brushProperty name="inkEffects" value="galaxy"/>
      <inkml:brushProperty name="anchorX" value="-49541.21875"/>
      <inkml:brushProperty name="anchorY" value="-27580.51367"/>
      <inkml:brushProperty name="scaleFactor" value="0.5"/>
    </inkml:brush>
  </inkml:definitions>
  <inkml:trace contextRef="#ctx0" brushRef="#br0">1 1 20228,'8'5'0,"9"-1"2044,4-4-2044,6 0 737,0 0-737,1 0 380,1 0-380,-8 0 1186,-1 0-1186,-9 0 0,3 0 0,-4 0 0,-5-4 0,-5 3 0,-5-3 0,-4 4 0,-1 0 0,0 0 0,1 0 0,0 0 0,4 0 0,1 0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2T22:11:36.284"/>
    </inkml:context>
    <inkml:brush xml:id="br0">
      <inkml:brushProperty name="width" value="0.05" units="cm"/>
      <inkml:brushProperty name="height" value="0.05" units="cm"/>
      <inkml:brushProperty name="color" value="#AE198D"/>
      <inkml:brushProperty name="inkEffects" value="galaxy"/>
      <inkml:brushProperty name="anchorX" value="-73144.92969"/>
      <inkml:brushProperty name="anchorY" value="-42687.50391"/>
      <inkml:brushProperty name="scaleFactor" value="0.5"/>
    </inkml:brush>
  </inkml:definitions>
  <inkml:trace contextRef="#ctx0" brushRef="#br0">0 44 9075,'5'-1'0,"-1"2"5119,-4 13-5119,0-4 2684,0 5-2684,4-6 1598,6-4-1598,6-1 6099,10-4-6099,-4 0 0,5 0 0,-11 0 0,-1 0 0,-6 0 0,1 0 0,-5-4 0,-1-1 0,-4-10 0,0 4 0,-9-9 0,2 10 0,-13-6 0,9 7 0,-3 3 0,4 1 0,1 5 0,3 8 0,2 4 0,4 13 0,0-12 0,0 3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2T22:11:37.739"/>
    </inkml:context>
    <inkml:brush xml:id="br0">
      <inkml:brushProperty name="width" value="0.05" units="cm"/>
      <inkml:brushProperty name="height" value="0.05" units="cm"/>
      <inkml:brushProperty name="color" value="#AE198D"/>
      <inkml:brushProperty name="inkEffects" value="galaxy"/>
      <inkml:brushProperty name="anchorX" value="-97669.21875"/>
      <inkml:brushProperty name="anchorY" value="-57747.1875"/>
      <inkml:brushProperty name="scaleFactor" value="0.5"/>
    </inkml:brush>
  </inkml:definitions>
  <inkml:trace contextRef="#ctx0" brushRef="#br0">14 1 24575,'13'0'0,"-2"0"0,2 0 0,-3 0 0,-5 4 0,3 1 0,-2 5 0,4 4 0,-5 2 0,0 5 0,-5-5 0,0-1 0,0-6 0,-4-3 0,-7-2 0,1-4 0,-10 0 0,9 0 0,-4-5 0,5 0 0,5-5 0,-3-3 0,6 6 0,-2-1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2T22:11:39.066"/>
    </inkml:context>
    <inkml:brush xml:id="br0">
      <inkml:brushProperty name="width" value="0.05" units="cm"/>
      <inkml:brushProperty name="height" value="0.05" units="cm"/>
      <inkml:brushProperty name="color" value="#AE198D"/>
      <inkml:brushProperty name="inkEffects" value="galaxy"/>
      <inkml:brushProperty name="anchorX" value="-121108.42969"/>
      <inkml:brushProperty name="anchorY" value="-70294.76563"/>
      <inkml:brushProperty name="scaleFactor" value="0.5"/>
    </inkml:brush>
  </inkml:definitions>
  <inkml:trace contextRef="#ctx0" brushRef="#br0">20 75 24575,'5'-7'0,"-1"-4"0,-4-3 0,0 0 0,0 4 0,0 1 0,-5 4 0,0 1 0,-4 4 0,4 0 0,1 0 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2T22:11:40.207"/>
    </inkml:context>
    <inkml:brush xml:id="br0">
      <inkml:brushProperty name="width" value="0.05" units="cm"/>
      <inkml:brushProperty name="height" value="0.05" units="cm"/>
      <inkml:brushProperty name="color" value="#AE198D"/>
      <inkml:brushProperty name="inkEffects" value="galaxy"/>
      <inkml:brushProperty name="anchorX" value="-145891.40625"/>
      <inkml:brushProperty name="anchorY" value="-82594.4375"/>
      <inkml:brushProperty name="scaleFactor" value="0.5"/>
    </inkml:brush>
  </inkml:definitions>
  <inkml:trace contextRef="#ctx0" brushRef="#br0">0 2 24575,'4'5'0,"1"-2"0,9-3 0,-3 0 0,9 0 0,-9-4 0,3 3 0,-5-3 0,-3 4 0,-2 0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2T22:12:30.640"/>
    </inkml:context>
    <inkml:brush xml:id="br0">
      <inkml:brushProperty name="width" value="0.05" units="cm"/>
      <inkml:brushProperty name="height" value="0.05" units="cm"/>
      <inkml:brushProperty name="color" value="#AE198D"/>
      <inkml:brushProperty name="inkEffects" value="galaxy"/>
      <inkml:brushProperty name="anchorX" value="0"/>
      <inkml:brushProperty name="anchorY" value="0"/>
      <inkml:brushProperty name="scaleFactor" value="0.5"/>
    </inkml:brush>
  </inkml:definitions>
  <inkml:trace contextRef="#ctx0" brushRef="#br0">1 8554 24575,'52'-10'0,"-9"2"0,30-10 0,-13-1 0,8 4 0,0-11 0,-8 11 0,-2 1 0,-8 3 0,-7 10 0,-1-5 0,-8 1 0,1 4 0,-1-5 0,1 1 0,-1-1 0,1-6 0,-1-5 0,-5 0 0,4-6 0,-5 6 0,1-4 0,-1-2 0,-7 1 0,1-5 0,-1 5 0,0 1 0,0 0 0,0 0 0,0 0 0,0 4 0,6-3 0,-5 3 0,5-1 0,0-2 0,-4 8 0,-1-4 0,-3 5 0,-3-4 0,5 4 0,0-5 0,0 1 0,0 3 0,0-8 0,0 9 0,0-5 0,0 6 0,6-7 0,-4 5 0,10-4 0,-11 0 0,11-2 0,-10 2 0,4-5 0,-6 9 0,-10-10 0,13-40 0,4-13 0,-9 24 0,2-2-724,6-12 0,4-9 0,1 6 724,6-3 0,2 4 0,4-4 0,1 0-779,0-1 1,-2 3 778,-9 14 0,-1 1-531,8-9 0,-1 3 531,13-16-223,-22 31 0,0 0 223,18-25 1798,-9 8-1798,-6 3 1583,-3 14-1583,-8 9 1261,0 3-1261,-7 11 582,1-6-582,-7 7 13,1 0-13,-1 0 0,0 5 0,0-4 0,0 9 0,0-9 0,0-5 0,1 2 0,-5-8 0,3 4 0,-7-2 0,3-5 0,1-16 0,-5 12 0,11-26 0,-4 10 0,-1-14 0,5 0 0,-5 8 0,1 2 0,3 8 0,-4-1 0,0 8 0,4 1 0,-5 8 0,5-1 0,1 6 0,-6 4 0,-2-9 0,-4-18 0,0-19 0,21-26-661,-9 42 0,4-1 661,10-1 0,4-1 0,-1-8 0,1 0 0,3 2 0,0 2 0,-8 13 0,-1 2-251,6-8 0,0 3 251,7-20 0,-7 26 0,1-1 0,13-33 0,0 9 0,-6 11 0,-12 16 0,0 1 0,-5 19 1286,-14 3-1286,2-7 538,-3-11-538,2-21 0,13-27-651,-6 37 1,2-1 650,6-10 0,3-1 0,9-14 0,1 3 0,-11 22 0,1 1 0,11-18 0,0 4-425,8-4 425,-18 23 0,0 0 0,14-18 0,-10 12 0,-8 16 0,-6 12 0,-2 9 1271,-6 8-1271,1-2 455,-5 3-455,3-5 0,-2-4 0,0 3 0,3-15 0,-3 9 0,5-10 0,0-1 0,0 0 0,0-1 0,1-4 0,4 4 0,2-5 0,-1 5 0,4 2 0,-10 6 0,5 0 0,-1 0 0,-4 5 0,4-4 0,-5 4 0,0 0 0,0-4 0,1 4 0,-6-5 0,5 0 0,-5 0 0,6-1 0,0-5 0,-1 5 0,2-11 0,-1 4 0,0 0 0,5-4 0,-4 16 0,-1-7 0,-1-13 0,18-10 0,19-27 0,-15 33 0,5-1-410,12-4 1,1 0 409,-15 10 0,2 0 0,27-20 0,0 2 0,1 3 0,-13 7 0,1 0 0,11-7-190,1 0 190,-5 10 0,-14 10 0,-11 12 0,-8 3 0,-6 5 811,0 1-811,-5 0 198,-2-1-198,-4 6 0,-1-3 0,1 2 0,-1-3 0,1-1 0,-1 0 0,1-4 0,0 3 0,5-5 0,-4 7 0,3-1 0,1 0 0,1-1 0,5 5 0,-5-3 0,3 4 0,-3-10 0,5 3 0,0-3 0,-5 9 0,24-5 0,13-18 0,-9 9 0,4-3-697,8-8 0,1-2 697,3-1 0,-2 1 0,-10 9 0,-1 0-248,6-3 0,0 1 248,20-10 0,15-2 0,-11 3 0,-17 14 0,-2 8 0,-15 7 0,-1 6 0,-8 0 1357,1 0-1357,-7 0 533,-1 0-533,-6 0 0,-5 0 0,4 0 0,-9 0 0,3 0 0,-4 0 0,-1 0 0,1 0 0,-1 0 0,1 0 0,-1 0 0,1 0 0,4 0 0,2 0 0,5 0 0,0 0 0,6 5 0,2-3 0,-1 7 0,5-2 0,-10 3 0,-1 1 0,-8-5 0,-4-2 0,-1 0 0,1-3 0,-1 3 0,0-4 0,0 0 0,0 0 0,-4 0 0,-2 0 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2T22:12:31.910"/>
    </inkml:context>
    <inkml:brush xml:id="br0">
      <inkml:brushProperty name="width" value="0.05" units="cm"/>
      <inkml:brushProperty name="height" value="0.05" units="cm"/>
      <inkml:brushProperty name="color" value="#AE198D"/>
      <inkml:brushProperty name="inkEffects" value="galaxy"/>
      <inkml:brushProperty name="anchorX" value="-15640.4707"/>
      <inkml:brushProperty name="anchorY" value="-8884.24805"/>
      <inkml:brushProperty name="scaleFactor" value="0.5"/>
    </inkml:brush>
  </inkml:definitions>
  <inkml:trace contextRef="#ctx0" brushRef="#br0">0 1 24575,'19'0'0,"6"0"0,4 0 0,-1 0 0,-1 0 0,-11 0 0,-1 0 0,-14 0 0,-13 0 0,0 0 0,-14 0 0,15 0 0,-9 0 0,13 0 0,-2 0 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2T22:12:33.123"/>
    </inkml:context>
    <inkml:brush xml:id="br0">
      <inkml:brushProperty name="width" value="0.05" units="cm"/>
      <inkml:brushProperty name="height" value="0.05" units="cm"/>
      <inkml:brushProperty name="color" value="#AE198D"/>
      <inkml:brushProperty name="inkEffects" value="galaxy"/>
      <inkml:brushProperty name="anchorX" value="-25815.57031"/>
      <inkml:brushProperty name="anchorY" value="-25024.12109"/>
      <inkml:brushProperty name="scaleFactor" value="0.5"/>
    </inkml:brush>
  </inkml:definitions>
  <inkml:trace contextRef="#ctx0" brushRef="#br0">1 302 24575,'0'-30'0,"0"-1"0,0-10 0,0-3 0,0 7 0,0-3 0,0 17 0,0 1 0,0 8 0,0 4 0,4 5 0,-3 0 0,3 5 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2T22:12:34.005"/>
    </inkml:context>
    <inkml:brush xml:id="br0">
      <inkml:brushProperty name="width" value="0.05" units="cm"/>
      <inkml:brushProperty name="height" value="0.05" units="cm"/>
      <inkml:brushProperty name="color" value="#AE198D"/>
      <inkml:brushProperty name="inkEffects" value="galaxy"/>
      <inkml:brushProperty name="anchorX" value="-36737.6875"/>
      <inkml:brushProperty name="anchorY" value="-39603.38281"/>
      <inkml:brushProperty name="scaleFactor" value="0.5"/>
    </inkml:brush>
  </inkml:definitions>
  <inkml:trace contextRef="#ctx0" brushRef="#br0">1 1 24575,'0'0'0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2T22:12:35.056"/>
    </inkml:context>
    <inkml:brush xml:id="br0">
      <inkml:brushProperty name="width" value="0.05" units="cm"/>
      <inkml:brushProperty name="height" value="0.05" units="cm"/>
      <inkml:brushProperty name="color" value="#AE198D"/>
      <inkml:brushProperty name="inkEffects" value="galaxy"/>
      <inkml:brushProperty name="anchorX" value="-48108.30078"/>
      <inkml:brushProperty name="anchorY" value="-52690.33594"/>
      <inkml:brushProperty name="scaleFactor" value="0.5"/>
    </inkml:brush>
  </inkml:definitions>
  <inkml:trace contextRef="#ctx0" brushRef="#br0">1 0 24575,'0'0'0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2T22:12:35.800"/>
    </inkml:context>
    <inkml:brush xml:id="br0">
      <inkml:brushProperty name="width" value="0.05" units="cm"/>
      <inkml:brushProperty name="height" value="0.05" units="cm"/>
      <inkml:brushProperty name="color" value="#AE198D"/>
      <inkml:brushProperty name="inkEffects" value="galaxy"/>
      <inkml:brushProperty name="anchorX" value="-60359.94531"/>
      <inkml:brushProperty name="anchorY" value="-64073.46094"/>
      <inkml:brushProperty name="scaleFactor" value="0.5"/>
    </inkml:brush>
  </inkml:definitions>
  <inkml:trace contextRef="#ctx0" brushRef="#br0">0 1 24575,'0'9'0,"0"0"0,0 5 0,0-3 0,0 3 0,0-4 0,0-5 0,0-1 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2T22:12:36.731"/>
    </inkml:context>
    <inkml:brush xml:id="br0">
      <inkml:brushProperty name="width" value="0.05" units="cm"/>
      <inkml:brushProperty name="height" value="0.05" units="cm"/>
      <inkml:brushProperty name="color" value="#AE198D"/>
      <inkml:brushProperty name="inkEffects" value="galaxy"/>
      <inkml:brushProperty name="anchorX" value="-73235.23438"/>
      <inkml:brushProperty name="anchorY" value="-74108.5"/>
      <inkml:brushProperty name="scaleFactor" value="0.5"/>
    </inkml:brush>
  </inkml:definitions>
  <inkml:trace contextRef="#ctx0" brushRef="#br0">1 0 14847,'5'0'0,"-1"0"0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2T22:12:38.968"/>
    </inkml:context>
    <inkml:brush xml:id="br0">
      <inkml:brushProperty name="width" value="0.05" units="cm"/>
      <inkml:brushProperty name="height" value="0.05" units="cm"/>
      <inkml:brushProperty name="color" value="#AE198D"/>
      <inkml:brushProperty name="inkEffects" value="galaxy"/>
      <inkml:brushProperty name="anchorX" value="-101770.40625"/>
      <inkml:brushProperty name="anchorY" value="-92537.16406"/>
      <inkml:brushProperty name="scaleFactor" value="0.5"/>
    </inkml:brush>
  </inkml:definitions>
  <inkml:trace contextRef="#ctx0" brushRef="#br0">0 0 24575,'0'0'0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2T22:12:51.767"/>
    </inkml:context>
    <inkml:brush xml:id="br0">
      <inkml:brushProperty name="width" value="0.05" units="cm"/>
      <inkml:brushProperty name="height" value="0.05" units="cm"/>
      <inkml:brushProperty name="color" value="#AE198D"/>
      <inkml:brushProperty name="inkEffects" value="galaxy"/>
      <inkml:brushProperty name="anchorX" value="-116737.77344"/>
      <inkml:brushProperty name="anchorY" value="-101405.59375"/>
      <inkml:brushProperty name="scaleFactor" value="0.5"/>
    </inkml:brush>
  </inkml:definitions>
  <inkml:trace contextRef="#ctx0" brushRef="#br0">1 37 24575,'0'14'0,"0"-3"0,0 3 0,4-5 0,-3 1 0,8-1 0,-4-4 0,0 4 0,4-8 0,-4 3 0,4-4 0,-4-4 0,-2-2 0,-3-8 0,0 3 0,0-4 0,0 5 0,0 1 0,0-1 0,-4 5 0,-1 1 0,1 8 0,-5 1 0,8 4 0,-3 0 0,12-3 0,3-7 0,4-9 0,5-2 0,-9-3 0,3 5 0,-4 5 0,-1-4 0,0 8 0,0-3 0,0 4 0,0 0 0,1 0 0,4 0 0,2 4 0,11 3 0,-4 3 0,10 2 0,-5 4 0,7 2 0,-1 5 0,2 6 0,0 2 0,-5 0 0,4 4 0,-12-12 0,6 12 0,-7-13 0,-5 5 0,4 0 0,-10-9 0,5 7 0,-6-9 0,1 5 0,-1-5 0,0 4 0,-1-10 0,2 10 0,-2-9 0,2 9 0,-2-10 0,6 5 0,-4-5 0,9 0 0,-4 0 0,5 1 0,0 4 0,6-3 0,-5 3 0,11-3 0,-4 4 0,5 2 0,1 0 0,6 4 0,3-3 0,6 6 0,0-5 0,0 4 0,0-11 0,-10 0 0,-6-7 0,4 11 0,1 12 0,15 13 0,1 11 0,-1-5 0,0 7 0,1-7 0,7 7 0,12 4 0,-15-14 0,10 10 0,-15-14 0,-5 0 0,5 6 0,-18-16 0,0-1 0,-13-8 0,3-5 0,-14 3 0,8-9 0,-9 4 0,4 0 0,-5-4 0,0 3 0,-1-4 0,0-1 0,1 6 0,0-4 0,0 3 0,0 1 0,-1-4 0,6 8 0,1-3 0,11 6 0,2 0 0,12 2 0,2 0 0,8 1 0,15 8 0,-11-5 0,19 0 0,-14-4 0,8-8 0,0 3 0,-26-11 0,19-2 0,-20 6 0,21 9 0,-13 5 0,1 4-846,32 25 846,-24-17 0,-1-2 0,17 10 0,-30-17 0,1 1 0,3-1 0,0-1 0,31 15 0,-25-11 0,0-4 0,16-4 0,18 11 0,-1-12 0,0 4 0,1-11-211,-9 5 211,-3-7 0,-16-1 0,-2 0 0,-7 0 0,-1-7 837,-15 15-837,5-7 0,13 39 0,14-6-132,-25-13 0,1-1 132,29 13 0,-2 8 0,3-8 0,0 5 0,0-1 0,-13-9 0,-7-8 0,-8-1 0,-10-9 0,-8-6 0,-6 3 0,0-9 484,0 4-484,0 1 0,0 0 0,-4 5 0,2-5 0,-1 10 0,3-8 0,-4 15 0,4-5 0,-2 14 0,4-6 0,8 7 0,-7-8 0,6 0 0,-1 1 0,-5-11 0,10 3 0,-21-10 0,13 11 0,-7 3 0,13 4 0,5 2 0,-1-7 0,2 5 0,-8-7 0,-2 1 0,-6-3 0,6 2 0,-5-6 0,6 5 0,-8-7 0,0-5 0,0 4 0,-5-9 0,-1 9 0,-6-9 0,1 4 0,0-6 0,-1 0 0,1 1 0,-5-1 0,4 6 0,-8 1 0,4 5 0,-5 0 0,0 0 0,0-5 0,0 4 0,0-10 0,0 5 0,0-1 0,4-4 0,-3 3 0,7-3 0,-7-1 0,7 1 0,-2 4 0,-1-3 0,5 9 0,-4-4 0,4 5 0,0 0 0,1 0 0,-1 0 0,1-6 0,-1 5 0,5-4 0,2 11 0,-1-4 0,6 10 0,-5-11 0,5 11 0,-5-4 0,5 5 0,-9 1 0,3-1 0,-4 1 0,-1-7 0,0 5 0,0-10 0,-5 10 0,-1-11 0,-5 11 0,0-10 0,0 4 0,0-6 0,0 0 0,0 0 0,0 0 0,0-6 0,0 5 0,0-9 0,0 9 0,0-10 0,0 5 0,0 0 0,0-5 0,0 5 0,0-5 0,0-1 0,0-4 0,0-1 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2T22:12:53.360"/>
    </inkml:context>
    <inkml:brush xml:id="br0">
      <inkml:brushProperty name="width" value="0.05" units="cm"/>
      <inkml:brushProperty name="height" value="0.05" units="cm"/>
      <inkml:brushProperty name="color" value="#AE198D"/>
      <inkml:brushProperty name="inkEffects" value="galaxy"/>
      <inkml:brushProperty name="anchorX" value="-146407.78125"/>
      <inkml:brushProperty name="anchorY" value="-118912.53125"/>
      <inkml:brushProperty name="scaleFactor" value="0.5"/>
    </inkml:brush>
  </inkml:definitions>
  <inkml:trace contextRef="#ctx0" brushRef="#br0">1 192 24575,'9'0'0,"0"0"0,0 0 0,1 0 0,-1-9 0,-3-2 0,-2-5 0,-4-3 0,0 8 0,0-3 0,0 4 0,0 1 0,-4 3 0,7 3 0,-2 3 0,9-10 0,0-2 0,-4-9 0,3 5 0,-8 1 0,3 6 0,-4 11 0,0 18 0,0 9 0,-5 12 0,-2-6 0,1-1 0,1-15 0,5-3 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2T22:12:54.565"/>
    </inkml:context>
    <inkml:brush xml:id="br0">
      <inkml:brushProperty name="width" value="0.05" units="cm"/>
      <inkml:brushProperty name="height" value="0.05" units="cm"/>
      <inkml:brushProperty name="color" value="#AE198D"/>
      <inkml:brushProperty name="inkEffects" value="galaxy"/>
      <inkml:brushProperty name="anchorX" value="-170328.42188"/>
      <inkml:brushProperty name="anchorY" value="-131761.35938"/>
      <inkml:brushProperty name="scaleFactor" value="0.5"/>
    </inkml:brush>
  </inkml:definitions>
  <inkml:trace contextRef="#ctx0" brushRef="#br0">0 24 24575,'0'19'0,"0"-5"0,0 0 0,0-16 0,0-5 0,0-8 0,0-5 0,0 10 0,0-5 0,0 14 0,5 7 0,1 9 0,4 1 0,0 4 0,0-9 0,0 3 0,-1-4 0,1-1 0,-1 1 0,1-5 0,-1-1 0,0-4 0,-4 0 0,-1 0 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2T22:12:55.607"/>
    </inkml:context>
    <inkml:brush xml:id="br0">
      <inkml:brushProperty name="width" value="0.05" units="cm"/>
      <inkml:brushProperty name="height" value="0.05" units="cm"/>
      <inkml:brushProperty name="color" value="#AE198D"/>
      <inkml:brushProperty name="inkEffects" value="galaxy"/>
      <inkml:brushProperty name="anchorX" value="-195248.85938"/>
      <inkml:brushProperty name="anchorY" value="-145334.48438"/>
      <inkml:brushProperty name="scaleFactor" value="0.5"/>
    </inkml:brush>
  </inkml:definitions>
  <inkml:trace contextRef="#ctx0" brushRef="#br0">1 56 14895,'9'0'0,"-1"0"4072,-3-8-4072,-1 2 1674,-4-7-1674,0 3 226,0 1 1,0 4-1,0 1 1</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2T22:12:56.800"/>
    </inkml:context>
    <inkml:brush xml:id="br0">
      <inkml:brushProperty name="width" value="0.05" units="cm"/>
      <inkml:brushProperty name="height" value="0.05" units="cm"/>
      <inkml:brushProperty name="color" value="#AE198D"/>
      <inkml:brushProperty name="inkEffects" value="galaxy"/>
      <inkml:brushProperty name="anchorX" value="-221381.0625"/>
      <inkml:brushProperty name="anchorY" value="-159428"/>
      <inkml:brushProperty name="scaleFactor" value="0.5"/>
    </inkml:brush>
  </inkml:definitions>
  <inkml:trace contextRef="#ctx0" brushRef="#br0">15 0 24575,'-5'4'0,"-3"1"0,7 10 0,1-5 0,5 5 0,4-6 0,1 1 0,-1-5 0,1-1 0,-1-4 0,1 0 0,-5-4 0,-1-1 0,-4-4 0,0-1 0,0 1 0,0-1 0,-4 1 0,-1-1 0,0 5 0,1 1 0</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2T22:12:57.800"/>
    </inkml:context>
    <inkml:brush xml:id="br0">
      <inkml:brushProperty name="width" value="0.05" units="cm"/>
      <inkml:brushProperty name="height" value="0.05" units="cm"/>
      <inkml:brushProperty name="color" value="#AE198D"/>
      <inkml:brushProperty name="inkEffects" value="galaxy"/>
      <inkml:brushProperty name="anchorX" value="-249056.625"/>
      <inkml:brushProperty name="anchorY" value="-174230.85938"/>
      <inkml:brushProperty name="scaleFactor" value="0.5"/>
    </inkml:brush>
  </inkml:definitions>
  <inkml:trace contextRef="#ctx0" brushRef="#br0">1 1 14983,'0'9'0</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2T22:12:58.763"/>
    </inkml:context>
    <inkml:brush xml:id="br0">
      <inkml:brushProperty name="width" value="0.05" units="cm"/>
      <inkml:brushProperty name="height" value="0.05" units="cm"/>
      <inkml:brushProperty name="color" value="#AE198D"/>
      <inkml:brushProperty name="inkEffects" value="galaxy"/>
      <inkml:brushProperty name="anchorX" value="-277823.4375"/>
      <inkml:brushProperty name="anchorY" value="-189994.42188"/>
      <inkml:brushProperty name="scaleFactor" value="0.5"/>
    </inkml:brush>
  </inkml:definitions>
  <inkml:trace contextRef="#ctx0" brushRef="#br0">18 1 13195,'-9'0'0,"5"4"4552,0 1-4552,4 4 494,0 0 0,0-3 0,0-2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3CD760-370C-6A42-B211-61D065D7DAB2}" type="datetimeFigureOut">
              <a:rPr lang="en-US" smtClean="0"/>
              <a:t>1/12/26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92D32B-E25F-3142-886F-A27CE7B489E4}" type="slidenum">
              <a:rPr lang="en-US" smtClean="0"/>
              <a:t>‹#›</a:t>
            </a:fld>
            <a:endParaRPr lang="en-US"/>
          </a:p>
        </p:txBody>
      </p:sp>
    </p:spTree>
    <p:extLst>
      <p:ext uri="{BB962C8B-B14F-4D97-AF65-F5344CB8AC3E}">
        <p14:creationId xmlns:p14="http://schemas.microsoft.com/office/powerpoint/2010/main" val="1915058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a note to the class on the computational aspect of reducing noise / complexity, and the difference from the interpretation aspect of reduced complexity. </a:t>
            </a:r>
          </a:p>
        </p:txBody>
      </p:sp>
      <p:sp>
        <p:nvSpPr>
          <p:cNvPr id="4" name="Slide Number Placeholder 3"/>
          <p:cNvSpPr>
            <a:spLocks noGrp="1"/>
          </p:cNvSpPr>
          <p:nvPr>
            <p:ph type="sldNum" sz="quarter" idx="5"/>
          </p:nvPr>
        </p:nvSpPr>
        <p:spPr/>
        <p:txBody>
          <a:bodyPr/>
          <a:lstStyle/>
          <a:p>
            <a:fld id="{9692D32B-E25F-3142-886F-A27CE7B489E4}" type="slidenum">
              <a:rPr lang="en-US" smtClean="0"/>
              <a:t>21</a:t>
            </a:fld>
            <a:endParaRPr lang="en-US"/>
          </a:p>
        </p:txBody>
      </p:sp>
    </p:spTree>
    <p:extLst>
      <p:ext uri="{BB962C8B-B14F-4D97-AF65-F5344CB8AC3E}">
        <p14:creationId xmlns:p14="http://schemas.microsoft.com/office/powerpoint/2010/main" val="13166265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Ban et al.: the underlying assumption is that frequency equates power. </a:t>
            </a:r>
          </a:p>
          <a:p>
            <a:r>
              <a:rPr lang="en-US" dirty="0"/>
              <a:t>Michel et al.: think about the population and the issues covered in the selected sample. </a:t>
            </a:r>
          </a:p>
          <a:p>
            <a:endParaRPr lang="en-US" dirty="0"/>
          </a:p>
        </p:txBody>
      </p:sp>
      <p:sp>
        <p:nvSpPr>
          <p:cNvPr id="4" name="Slide Number Placeholder 3"/>
          <p:cNvSpPr>
            <a:spLocks noGrp="1"/>
          </p:cNvSpPr>
          <p:nvPr>
            <p:ph type="sldNum" sz="quarter" idx="5"/>
          </p:nvPr>
        </p:nvSpPr>
        <p:spPr/>
        <p:txBody>
          <a:bodyPr/>
          <a:lstStyle/>
          <a:p>
            <a:fld id="{9692D32B-E25F-3142-886F-A27CE7B489E4}" type="slidenum">
              <a:rPr lang="en-US" smtClean="0"/>
              <a:t>29</a:t>
            </a:fld>
            <a:endParaRPr lang="en-US"/>
          </a:p>
        </p:txBody>
      </p:sp>
    </p:spTree>
    <p:extLst>
      <p:ext uri="{BB962C8B-B14F-4D97-AF65-F5344CB8AC3E}">
        <p14:creationId xmlns:p14="http://schemas.microsoft.com/office/powerpoint/2010/main" val="37646222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Bollen</a:t>
            </a:r>
            <a:r>
              <a:rPr lang="en-US" dirty="0"/>
              <a:t> et al.: Are these results credible?</a:t>
            </a:r>
          </a:p>
        </p:txBody>
      </p:sp>
      <p:sp>
        <p:nvSpPr>
          <p:cNvPr id="4" name="Slide Number Placeholder 3"/>
          <p:cNvSpPr>
            <a:spLocks noGrp="1"/>
          </p:cNvSpPr>
          <p:nvPr>
            <p:ph type="sldNum" sz="quarter" idx="5"/>
          </p:nvPr>
        </p:nvSpPr>
        <p:spPr/>
        <p:txBody>
          <a:bodyPr/>
          <a:lstStyle/>
          <a:p>
            <a:fld id="{9692D32B-E25F-3142-886F-A27CE7B489E4}" type="slidenum">
              <a:rPr lang="en-US" smtClean="0"/>
              <a:t>30</a:t>
            </a:fld>
            <a:endParaRPr lang="en-US"/>
          </a:p>
        </p:txBody>
      </p:sp>
    </p:spTree>
    <p:extLst>
      <p:ext uri="{BB962C8B-B14F-4D97-AF65-F5344CB8AC3E}">
        <p14:creationId xmlns:p14="http://schemas.microsoft.com/office/powerpoint/2010/main" val="39422987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11" name="Freeform 6" title="scalloped circle"/>
          <p:cNvSpPr/>
          <p:nvPr/>
        </p:nvSpPr>
        <p:spPr bwMode="auto">
          <a:xfrm>
            <a:off x="3557016" y="630936"/>
            <a:ext cx="5235575" cy="5229225"/>
          </a:xfrm>
          <a:custGeom>
            <a:avLst/>
            <a:gdLst/>
            <a:ahLst/>
            <a:cxnLst/>
            <a:rect l="0" t="0" r="r" b="b"/>
            <a:pathLst>
              <a:path w="3298" h="3294">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chemeClr val="bg2"/>
          </a:solidFill>
          <a:ln w="0">
            <a:noFill/>
            <a:prstDash val="solid"/>
            <a:round/>
            <a:headEnd/>
            <a:tailEnd/>
          </a:ln>
        </p:spPr>
      </p:sp>
      <p:sp>
        <p:nvSpPr>
          <p:cNvPr id="2" name="Title 1"/>
          <p:cNvSpPr>
            <a:spLocks noGrp="1"/>
          </p:cNvSpPr>
          <p:nvPr>
            <p:ph type="ctrTitle"/>
          </p:nvPr>
        </p:nvSpPr>
        <p:spPr>
          <a:xfrm>
            <a:off x="1078523" y="1098388"/>
            <a:ext cx="10318418" cy="4394988"/>
          </a:xfrm>
        </p:spPr>
        <p:txBody>
          <a:bodyPr anchor="ctr">
            <a:noAutofit/>
          </a:bodyPr>
          <a:lstStyle>
            <a:lvl1pPr algn="ctr">
              <a:defRPr sz="10000" spc="800" baseline="0"/>
            </a:lvl1pPr>
          </a:lstStyle>
          <a:p>
            <a:r>
              <a:rPr lang="en-US"/>
              <a:t>Click to edit Master title style</a:t>
            </a:r>
            <a:endParaRPr lang="en-US" dirty="0"/>
          </a:p>
        </p:txBody>
      </p:sp>
      <p:sp>
        <p:nvSpPr>
          <p:cNvPr id="3" name="Subtitle 2"/>
          <p:cNvSpPr>
            <a:spLocks noGrp="1"/>
          </p:cNvSpPr>
          <p:nvPr>
            <p:ph type="subTitle" idx="1"/>
          </p:nvPr>
        </p:nvSpPr>
        <p:spPr>
          <a:xfrm>
            <a:off x="2215045" y="5979196"/>
            <a:ext cx="8045373" cy="742279"/>
          </a:xfrm>
        </p:spPr>
        <p:txBody>
          <a:bodyPr anchor="t">
            <a:normAutofit/>
          </a:bodyPr>
          <a:lstStyle>
            <a:lvl1pPr marL="0" indent="0" algn="ctr">
              <a:lnSpc>
                <a:spcPct val="100000"/>
              </a:lnSpc>
              <a:buNone/>
              <a:defRPr sz="2000" b="1" i="0" cap="all" spc="4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1078523" y="6375679"/>
            <a:ext cx="2329722" cy="348462"/>
          </a:xfrm>
        </p:spPr>
        <p:txBody>
          <a:bodyPr/>
          <a:lstStyle>
            <a:lvl1pPr>
              <a:defRPr baseline="0">
                <a:solidFill>
                  <a:schemeClr val="accent1">
                    <a:lumMod val="50000"/>
                  </a:schemeClr>
                </a:solidFill>
              </a:defRPr>
            </a:lvl1pPr>
          </a:lstStyle>
          <a:p>
            <a:fld id="{C71BB6E3-ADBB-E34D-BA89-A382DA4703E2}" type="datetimeFigureOut">
              <a:rPr lang="en-US" smtClean="0"/>
              <a:t>1/12/26</a:t>
            </a:fld>
            <a:endParaRPr lang="en-US"/>
          </a:p>
        </p:txBody>
      </p:sp>
      <p:sp>
        <p:nvSpPr>
          <p:cNvPr id="5" name="Footer Placeholder 4"/>
          <p:cNvSpPr>
            <a:spLocks noGrp="1"/>
          </p:cNvSpPr>
          <p:nvPr>
            <p:ph type="ftr" sz="quarter" idx="11"/>
          </p:nvPr>
        </p:nvSpPr>
        <p:spPr>
          <a:xfrm>
            <a:off x="4180332" y="6375679"/>
            <a:ext cx="4114800" cy="345796"/>
          </a:xfrm>
        </p:spPr>
        <p:txBody>
          <a:bodyPr/>
          <a:lstStyle>
            <a:lvl1pPr>
              <a:defRPr baseline="0">
                <a:solidFill>
                  <a:schemeClr val="accent1">
                    <a:lumMod val="50000"/>
                  </a:schemeClr>
                </a:solidFill>
              </a:defRPr>
            </a:lvl1pPr>
          </a:lstStyle>
          <a:p>
            <a:endParaRPr lang="en-US"/>
          </a:p>
        </p:txBody>
      </p:sp>
      <p:sp>
        <p:nvSpPr>
          <p:cNvPr id="6" name="Slide Number Placeholder 5"/>
          <p:cNvSpPr>
            <a:spLocks noGrp="1"/>
          </p:cNvSpPr>
          <p:nvPr>
            <p:ph type="sldNum" sz="quarter" idx="12"/>
          </p:nvPr>
        </p:nvSpPr>
        <p:spPr>
          <a:xfrm>
            <a:off x="9067218" y="6375679"/>
            <a:ext cx="2329723" cy="345796"/>
          </a:xfrm>
        </p:spPr>
        <p:txBody>
          <a:bodyPr/>
          <a:lstStyle>
            <a:lvl1pPr>
              <a:defRPr baseline="0">
                <a:solidFill>
                  <a:schemeClr val="accent1">
                    <a:lumMod val="50000"/>
                  </a:schemeClr>
                </a:solidFill>
              </a:defRPr>
            </a:lvl1pPr>
          </a:lstStyle>
          <a:p>
            <a:fld id="{0B24F352-7EB6-B94E-839B-43BCAC4A4F48}" type="slidenum">
              <a:rPr lang="en-US" smtClean="0"/>
              <a:t>‹#›</a:t>
            </a:fld>
            <a:endParaRPr lang="en-US"/>
          </a:p>
        </p:txBody>
      </p:sp>
      <p:sp>
        <p:nvSpPr>
          <p:cNvPr id="13" name="Rectangle 12" title="left edge border"/>
          <p:cNvSpPr/>
          <p:nvPr/>
        </p:nvSpPr>
        <p:spPr>
          <a:xfrm>
            <a:off x="0" y="0"/>
            <a:ext cx="283464"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5944287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1BB6E3-ADBB-E34D-BA89-A382DA4703E2}" type="datetimeFigureOut">
              <a:rPr lang="en-US" smtClean="0"/>
              <a:t>1/12/26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24F352-7EB6-B94E-839B-43BCAC4A4F48}" type="slidenum">
              <a:rPr lang="en-US" smtClean="0"/>
              <a:t>‹#›</a:t>
            </a:fld>
            <a:endParaRPr lang="en-US"/>
          </a:p>
        </p:txBody>
      </p:sp>
    </p:spTree>
    <p:extLst>
      <p:ext uri="{BB962C8B-B14F-4D97-AF65-F5344CB8AC3E}">
        <p14:creationId xmlns:p14="http://schemas.microsoft.com/office/powerpoint/2010/main" val="12150609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242929" y="1073888"/>
            <a:ext cx="8187071" cy="4064627"/>
          </a:xfrm>
        </p:spPr>
        <p:txBody>
          <a:bodyPr anchor="b">
            <a:normAutofit/>
          </a:bodyPr>
          <a:lstStyle>
            <a:lvl1pPr>
              <a:defRPr sz="8400" spc="800"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3242930" y="5159781"/>
            <a:ext cx="7017488" cy="951135"/>
          </a:xfrm>
        </p:spPr>
        <p:txBody>
          <a:bodyPr>
            <a:normAutofit/>
          </a:bodyPr>
          <a:lstStyle>
            <a:lvl1pPr marL="0" indent="0">
              <a:lnSpc>
                <a:spcPct val="100000"/>
              </a:lnSpc>
              <a:buNone/>
              <a:defRPr sz="2000" b="1" i="0" cap="all" spc="400" baseline="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3236546" y="6375679"/>
            <a:ext cx="1493947" cy="348462"/>
          </a:xfrm>
        </p:spPr>
        <p:txBody>
          <a:bodyPr/>
          <a:lstStyle>
            <a:lvl1pPr>
              <a:defRPr baseline="0">
                <a:solidFill>
                  <a:schemeClr val="tx2"/>
                </a:solidFill>
              </a:defRPr>
            </a:lvl1pPr>
          </a:lstStyle>
          <a:p>
            <a:fld id="{C71BB6E3-ADBB-E34D-BA89-A382DA4703E2}" type="datetimeFigureOut">
              <a:rPr lang="en-US" smtClean="0"/>
              <a:t>1/12/26</a:t>
            </a:fld>
            <a:endParaRPr lang="en-US"/>
          </a:p>
        </p:txBody>
      </p:sp>
      <p:sp>
        <p:nvSpPr>
          <p:cNvPr id="5" name="Footer Placeholder 4"/>
          <p:cNvSpPr>
            <a:spLocks noGrp="1"/>
          </p:cNvSpPr>
          <p:nvPr>
            <p:ph type="ftr" sz="quarter" idx="11"/>
          </p:nvPr>
        </p:nvSpPr>
        <p:spPr>
          <a:xfrm>
            <a:off x="5279064" y="6375679"/>
            <a:ext cx="4114800" cy="345796"/>
          </a:xfrm>
        </p:spPr>
        <p:txBody>
          <a:bodyPr/>
          <a:lstStyle>
            <a:lvl1pPr>
              <a:defRPr baseline="0">
                <a:solidFill>
                  <a:schemeClr val="tx2"/>
                </a:solidFill>
              </a:defRPr>
            </a:lvl1pPr>
          </a:lstStyle>
          <a:p>
            <a:endParaRPr lang="en-US"/>
          </a:p>
        </p:txBody>
      </p:sp>
      <p:sp>
        <p:nvSpPr>
          <p:cNvPr id="6" name="Slide Number Placeholder 5"/>
          <p:cNvSpPr>
            <a:spLocks noGrp="1"/>
          </p:cNvSpPr>
          <p:nvPr>
            <p:ph type="sldNum" sz="quarter" idx="12"/>
          </p:nvPr>
        </p:nvSpPr>
        <p:spPr>
          <a:xfrm>
            <a:off x="9942434" y="6375679"/>
            <a:ext cx="1487566" cy="345796"/>
          </a:xfrm>
        </p:spPr>
        <p:txBody>
          <a:bodyPr/>
          <a:lstStyle>
            <a:lvl1pPr>
              <a:defRPr baseline="0">
                <a:solidFill>
                  <a:schemeClr val="tx2"/>
                </a:solidFill>
              </a:defRPr>
            </a:lvl1pPr>
          </a:lstStyle>
          <a:p>
            <a:fld id="{0B24F352-7EB6-B94E-839B-43BCAC4A4F48}" type="slidenum">
              <a:rPr lang="en-US" smtClean="0"/>
              <a:t>‹#›</a:t>
            </a:fld>
            <a:endParaRPr lang="en-US"/>
          </a:p>
        </p:txBody>
      </p:sp>
      <p:grpSp>
        <p:nvGrpSpPr>
          <p:cNvPr id="7" name="Group 6" title="left scallop shape"/>
          <p:cNvGrpSpPr/>
          <p:nvPr/>
        </p:nvGrpSpPr>
        <p:grpSpPr>
          <a:xfrm>
            <a:off x="0" y="0"/>
            <a:ext cx="2814638" cy="6858000"/>
            <a:chOff x="0" y="0"/>
            <a:chExt cx="2814638" cy="6858000"/>
          </a:xfrm>
        </p:grpSpPr>
        <p:sp>
          <p:nvSpPr>
            <p:cNvPr id="11" name="Freeform 6" title="left scallop shape"/>
            <p:cNvSpPr/>
            <p:nvPr/>
          </p:nvSpPr>
          <p:spPr bwMode="auto">
            <a:xfrm>
              <a:off x="0" y="0"/>
              <a:ext cx="2814638" cy="6858000"/>
            </a:xfrm>
            <a:custGeom>
              <a:avLst/>
              <a:gdLst/>
              <a:ahLst/>
              <a:cxnLst/>
              <a:rect l="0" t="0" r="r" b="b"/>
              <a:pathLst>
                <a:path w="1773" h="4320">
                  <a:moveTo>
                    <a:pt x="0" y="0"/>
                  </a:moveTo>
                  <a:lnTo>
                    <a:pt x="891" y="0"/>
                  </a:lnTo>
                  <a:lnTo>
                    <a:pt x="906" y="56"/>
                  </a:lnTo>
                  <a:lnTo>
                    <a:pt x="921" y="111"/>
                  </a:lnTo>
                  <a:lnTo>
                    <a:pt x="938" y="165"/>
                  </a:lnTo>
                  <a:lnTo>
                    <a:pt x="957" y="217"/>
                  </a:lnTo>
                  <a:lnTo>
                    <a:pt x="980" y="266"/>
                  </a:lnTo>
                  <a:lnTo>
                    <a:pt x="1007" y="312"/>
                  </a:lnTo>
                  <a:lnTo>
                    <a:pt x="1036" y="351"/>
                  </a:lnTo>
                  <a:lnTo>
                    <a:pt x="1069" y="387"/>
                  </a:lnTo>
                  <a:lnTo>
                    <a:pt x="1105" y="422"/>
                  </a:lnTo>
                  <a:lnTo>
                    <a:pt x="1145" y="456"/>
                  </a:lnTo>
                  <a:lnTo>
                    <a:pt x="1185" y="487"/>
                  </a:lnTo>
                  <a:lnTo>
                    <a:pt x="1227" y="520"/>
                  </a:lnTo>
                  <a:lnTo>
                    <a:pt x="1270" y="551"/>
                  </a:lnTo>
                  <a:lnTo>
                    <a:pt x="1311" y="584"/>
                  </a:lnTo>
                  <a:lnTo>
                    <a:pt x="1352" y="617"/>
                  </a:lnTo>
                  <a:lnTo>
                    <a:pt x="1390" y="651"/>
                  </a:lnTo>
                  <a:lnTo>
                    <a:pt x="1425" y="687"/>
                  </a:lnTo>
                  <a:lnTo>
                    <a:pt x="1456" y="725"/>
                  </a:lnTo>
                  <a:lnTo>
                    <a:pt x="1484" y="765"/>
                  </a:lnTo>
                  <a:lnTo>
                    <a:pt x="1505" y="808"/>
                  </a:lnTo>
                  <a:lnTo>
                    <a:pt x="1521" y="856"/>
                  </a:lnTo>
                  <a:lnTo>
                    <a:pt x="1530" y="907"/>
                  </a:lnTo>
                  <a:lnTo>
                    <a:pt x="1534" y="960"/>
                  </a:lnTo>
                  <a:lnTo>
                    <a:pt x="1534" y="1013"/>
                  </a:lnTo>
                  <a:lnTo>
                    <a:pt x="1530" y="1068"/>
                  </a:lnTo>
                  <a:lnTo>
                    <a:pt x="1523" y="1125"/>
                  </a:lnTo>
                  <a:lnTo>
                    <a:pt x="1515" y="1181"/>
                  </a:lnTo>
                  <a:lnTo>
                    <a:pt x="1508" y="1237"/>
                  </a:lnTo>
                  <a:lnTo>
                    <a:pt x="1501" y="1293"/>
                  </a:lnTo>
                  <a:lnTo>
                    <a:pt x="1496" y="1350"/>
                  </a:lnTo>
                  <a:lnTo>
                    <a:pt x="1494" y="1405"/>
                  </a:lnTo>
                  <a:lnTo>
                    <a:pt x="1497" y="1458"/>
                  </a:lnTo>
                  <a:lnTo>
                    <a:pt x="1504" y="1511"/>
                  </a:lnTo>
                  <a:lnTo>
                    <a:pt x="1517" y="1560"/>
                  </a:lnTo>
                  <a:lnTo>
                    <a:pt x="1535" y="1610"/>
                  </a:lnTo>
                  <a:lnTo>
                    <a:pt x="1557" y="1659"/>
                  </a:lnTo>
                  <a:lnTo>
                    <a:pt x="1583" y="1708"/>
                  </a:lnTo>
                  <a:lnTo>
                    <a:pt x="1611" y="1757"/>
                  </a:lnTo>
                  <a:lnTo>
                    <a:pt x="1640" y="1807"/>
                  </a:lnTo>
                  <a:lnTo>
                    <a:pt x="1669" y="1855"/>
                  </a:lnTo>
                  <a:lnTo>
                    <a:pt x="1696" y="1905"/>
                  </a:lnTo>
                  <a:lnTo>
                    <a:pt x="1721" y="1954"/>
                  </a:lnTo>
                  <a:lnTo>
                    <a:pt x="1742" y="2006"/>
                  </a:lnTo>
                  <a:lnTo>
                    <a:pt x="1759" y="2057"/>
                  </a:lnTo>
                  <a:lnTo>
                    <a:pt x="1769" y="2108"/>
                  </a:lnTo>
                  <a:lnTo>
                    <a:pt x="1773" y="2160"/>
                  </a:lnTo>
                  <a:lnTo>
                    <a:pt x="1769" y="2212"/>
                  </a:lnTo>
                  <a:lnTo>
                    <a:pt x="1759" y="2263"/>
                  </a:lnTo>
                  <a:lnTo>
                    <a:pt x="1742" y="2314"/>
                  </a:lnTo>
                  <a:lnTo>
                    <a:pt x="1721" y="2366"/>
                  </a:lnTo>
                  <a:lnTo>
                    <a:pt x="1696" y="2415"/>
                  </a:lnTo>
                  <a:lnTo>
                    <a:pt x="1669" y="2465"/>
                  </a:lnTo>
                  <a:lnTo>
                    <a:pt x="1640" y="2513"/>
                  </a:lnTo>
                  <a:lnTo>
                    <a:pt x="1611" y="2563"/>
                  </a:lnTo>
                  <a:lnTo>
                    <a:pt x="1583" y="2612"/>
                  </a:lnTo>
                  <a:lnTo>
                    <a:pt x="1557" y="2661"/>
                  </a:lnTo>
                  <a:lnTo>
                    <a:pt x="1535" y="2710"/>
                  </a:lnTo>
                  <a:lnTo>
                    <a:pt x="1517" y="2760"/>
                  </a:lnTo>
                  <a:lnTo>
                    <a:pt x="1504" y="2809"/>
                  </a:lnTo>
                  <a:lnTo>
                    <a:pt x="1497" y="2862"/>
                  </a:lnTo>
                  <a:lnTo>
                    <a:pt x="1494" y="2915"/>
                  </a:lnTo>
                  <a:lnTo>
                    <a:pt x="1496" y="2970"/>
                  </a:lnTo>
                  <a:lnTo>
                    <a:pt x="1501" y="3027"/>
                  </a:lnTo>
                  <a:lnTo>
                    <a:pt x="1508" y="3083"/>
                  </a:lnTo>
                  <a:lnTo>
                    <a:pt x="1515" y="3139"/>
                  </a:lnTo>
                  <a:lnTo>
                    <a:pt x="1523" y="3195"/>
                  </a:lnTo>
                  <a:lnTo>
                    <a:pt x="1530" y="3252"/>
                  </a:lnTo>
                  <a:lnTo>
                    <a:pt x="1534" y="3307"/>
                  </a:lnTo>
                  <a:lnTo>
                    <a:pt x="1534" y="3360"/>
                  </a:lnTo>
                  <a:lnTo>
                    <a:pt x="1530" y="3413"/>
                  </a:lnTo>
                  <a:lnTo>
                    <a:pt x="1521" y="3464"/>
                  </a:lnTo>
                  <a:lnTo>
                    <a:pt x="1505" y="3512"/>
                  </a:lnTo>
                  <a:lnTo>
                    <a:pt x="1484" y="3555"/>
                  </a:lnTo>
                  <a:lnTo>
                    <a:pt x="1456" y="3595"/>
                  </a:lnTo>
                  <a:lnTo>
                    <a:pt x="1425" y="3633"/>
                  </a:lnTo>
                  <a:lnTo>
                    <a:pt x="1390" y="3669"/>
                  </a:lnTo>
                  <a:lnTo>
                    <a:pt x="1352" y="3703"/>
                  </a:lnTo>
                  <a:lnTo>
                    <a:pt x="1311" y="3736"/>
                  </a:lnTo>
                  <a:lnTo>
                    <a:pt x="1270" y="3769"/>
                  </a:lnTo>
                  <a:lnTo>
                    <a:pt x="1227" y="3800"/>
                  </a:lnTo>
                  <a:lnTo>
                    <a:pt x="1185" y="3833"/>
                  </a:lnTo>
                  <a:lnTo>
                    <a:pt x="1145" y="3864"/>
                  </a:lnTo>
                  <a:lnTo>
                    <a:pt x="1105" y="3898"/>
                  </a:lnTo>
                  <a:lnTo>
                    <a:pt x="1069" y="3933"/>
                  </a:lnTo>
                  <a:lnTo>
                    <a:pt x="1036" y="3969"/>
                  </a:lnTo>
                  <a:lnTo>
                    <a:pt x="1007" y="4008"/>
                  </a:lnTo>
                  <a:lnTo>
                    <a:pt x="980" y="4054"/>
                  </a:lnTo>
                  <a:lnTo>
                    <a:pt x="957" y="4103"/>
                  </a:lnTo>
                  <a:lnTo>
                    <a:pt x="938" y="4155"/>
                  </a:lnTo>
                  <a:lnTo>
                    <a:pt x="921" y="4209"/>
                  </a:lnTo>
                  <a:lnTo>
                    <a:pt x="906" y="4264"/>
                  </a:lnTo>
                  <a:lnTo>
                    <a:pt x="891" y="4320"/>
                  </a:lnTo>
                  <a:lnTo>
                    <a:pt x="0" y="4320"/>
                  </a:lnTo>
                  <a:lnTo>
                    <a:pt x="0" y="0"/>
                  </a:lnTo>
                  <a:close/>
                </a:path>
              </a:pathLst>
            </a:custGeom>
            <a:solidFill>
              <a:schemeClr val="tx2"/>
            </a:solidFill>
            <a:ln w="0">
              <a:noFill/>
              <a:prstDash val="solid"/>
              <a:round/>
              <a:headEnd/>
              <a:tailEnd/>
            </a:ln>
          </p:spPr>
        </p:sp>
        <p:sp>
          <p:nvSpPr>
            <p:cNvPr id="16" name="Freeform 11" title="left scallop inline"/>
            <p:cNvSpPr/>
            <p:nvPr/>
          </p:nvSpPr>
          <p:spPr bwMode="auto">
            <a:xfrm>
              <a:off x="874382" y="0"/>
              <a:ext cx="1646238" cy="6858000"/>
            </a:xfrm>
            <a:custGeom>
              <a:avLst/>
              <a:gdLst/>
              <a:ahLst/>
              <a:cxnLst/>
              <a:rect l="0" t="0" r="r" b="b"/>
              <a:pathLst>
                <a:path w="1037" h="4320">
                  <a:moveTo>
                    <a:pt x="0" y="0"/>
                  </a:moveTo>
                  <a:lnTo>
                    <a:pt x="171" y="0"/>
                  </a:lnTo>
                  <a:lnTo>
                    <a:pt x="188" y="55"/>
                  </a:lnTo>
                  <a:lnTo>
                    <a:pt x="204" y="110"/>
                  </a:lnTo>
                  <a:lnTo>
                    <a:pt x="220" y="166"/>
                  </a:lnTo>
                  <a:lnTo>
                    <a:pt x="234" y="223"/>
                  </a:lnTo>
                  <a:lnTo>
                    <a:pt x="251" y="278"/>
                  </a:lnTo>
                  <a:lnTo>
                    <a:pt x="269" y="331"/>
                  </a:lnTo>
                  <a:lnTo>
                    <a:pt x="292" y="381"/>
                  </a:lnTo>
                  <a:lnTo>
                    <a:pt x="319" y="427"/>
                  </a:lnTo>
                  <a:lnTo>
                    <a:pt x="349" y="466"/>
                  </a:lnTo>
                  <a:lnTo>
                    <a:pt x="382" y="503"/>
                  </a:lnTo>
                  <a:lnTo>
                    <a:pt x="420" y="537"/>
                  </a:lnTo>
                  <a:lnTo>
                    <a:pt x="460" y="571"/>
                  </a:lnTo>
                  <a:lnTo>
                    <a:pt x="502" y="603"/>
                  </a:lnTo>
                  <a:lnTo>
                    <a:pt x="544" y="635"/>
                  </a:lnTo>
                  <a:lnTo>
                    <a:pt x="587" y="668"/>
                  </a:lnTo>
                  <a:lnTo>
                    <a:pt x="628" y="700"/>
                  </a:lnTo>
                  <a:lnTo>
                    <a:pt x="667" y="734"/>
                  </a:lnTo>
                  <a:lnTo>
                    <a:pt x="703" y="771"/>
                  </a:lnTo>
                  <a:lnTo>
                    <a:pt x="736" y="808"/>
                  </a:lnTo>
                  <a:lnTo>
                    <a:pt x="763" y="848"/>
                  </a:lnTo>
                  <a:lnTo>
                    <a:pt x="786" y="893"/>
                  </a:lnTo>
                  <a:lnTo>
                    <a:pt x="800" y="937"/>
                  </a:lnTo>
                  <a:lnTo>
                    <a:pt x="809" y="986"/>
                  </a:lnTo>
                  <a:lnTo>
                    <a:pt x="813" y="1034"/>
                  </a:lnTo>
                  <a:lnTo>
                    <a:pt x="812" y="1085"/>
                  </a:lnTo>
                  <a:lnTo>
                    <a:pt x="808" y="1136"/>
                  </a:lnTo>
                  <a:lnTo>
                    <a:pt x="803" y="1189"/>
                  </a:lnTo>
                  <a:lnTo>
                    <a:pt x="796" y="1242"/>
                  </a:lnTo>
                  <a:lnTo>
                    <a:pt x="788" y="1295"/>
                  </a:lnTo>
                  <a:lnTo>
                    <a:pt x="782" y="1348"/>
                  </a:lnTo>
                  <a:lnTo>
                    <a:pt x="778" y="1401"/>
                  </a:lnTo>
                  <a:lnTo>
                    <a:pt x="775" y="1452"/>
                  </a:lnTo>
                  <a:lnTo>
                    <a:pt x="778" y="1502"/>
                  </a:lnTo>
                  <a:lnTo>
                    <a:pt x="784" y="1551"/>
                  </a:lnTo>
                  <a:lnTo>
                    <a:pt x="797" y="1602"/>
                  </a:lnTo>
                  <a:lnTo>
                    <a:pt x="817" y="1652"/>
                  </a:lnTo>
                  <a:lnTo>
                    <a:pt x="841" y="1702"/>
                  </a:lnTo>
                  <a:lnTo>
                    <a:pt x="868" y="1752"/>
                  </a:lnTo>
                  <a:lnTo>
                    <a:pt x="896" y="1801"/>
                  </a:lnTo>
                  <a:lnTo>
                    <a:pt x="926" y="1851"/>
                  </a:lnTo>
                  <a:lnTo>
                    <a:pt x="953" y="1901"/>
                  </a:lnTo>
                  <a:lnTo>
                    <a:pt x="980" y="1952"/>
                  </a:lnTo>
                  <a:lnTo>
                    <a:pt x="1003" y="2003"/>
                  </a:lnTo>
                  <a:lnTo>
                    <a:pt x="1021" y="2054"/>
                  </a:lnTo>
                  <a:lnTo>
                    <a:pt x="1031" y="2106"/>
                  </a:lnTo>
                  <a:lnTo>
                    <a:pt x="1037" y="2160"/>
                  </a:lnTo>
                  <a:lnTo>
                    <a:pt x="1031" y="2214"/>
                  </a:lnTo>
                  <a:lnTo>
                    <a:pt x="1021" y="2266"/>
                  </a:lnTo>
                  <a:lnTo>
                    <a:pt x="1003" y="2317"/>
                  </a:lnTo>
                  <a:lnTo>
                    <a:pt x="980" y="2368"/>
                  </a:lnTo>
                  <a:lnTo>
                    <a:pt x="953" y="2419"/>
                  </a:lnTo>
                  <a:lnTo>
                    <a:pt x="926" y="2469"/>
                  </a:lnTo>
                  <a:lnTo>
                    <a:pt x="896" y="2519"/>
                  </a:lnTo>
                  <a:lnTo>
                    <a:pt x="868" y="2568"/>
                  </a:lnTo>
                  <a:lnTo>
                    <a:pt x="841" y="2618"/>
                  </a:lnTo>
                  <a:lnTo>
                    <a:pt x="817" y="2668"/>
                  </a:lnTo>
                  <a:lnTo>
                    <a:pt x="797" y="2718"/>
                  </a:lnTo>
                  <a:lnTo>
                    <a:pt x="784" y="2769"/>
                  </a:lnTo>
                  <a:lnTo>
                    <a:pt x="778" y="2818"/>
                  </a:lnTo>
                  <a:lnTo>
                    <a:pt x="775" y="2868"/>
                  </a:lnTo>
                  <a:lnTo>
                    <a:pt x="778" y="2919"/>
                  </a:lnTo>
                  <a:lnTo>
                    <a:pt x="782" y="2972"/>
                  </a:lnTo>
                  <a:lnTo>
                    <a:pt x="788" y="3025"/>
                  </a:lnTo>
                  <a:lnTo>
                    <a:pt x="796" y="3078"/>
                  </a:lnTo>
                  <a:lnTo>
                    <a:pt x="803" y="3131"/>
                  </a:lnTo>
                  <a:lnTo>
                    <a:pt x="808" y="3184"/>
                  </a:lnTo>
                  <a:lnTo>
                    <a:pt x="812" y="3235"/>
                  </a:lnTo>
                  <a:lnTo>
                    <a:pt x="813" y="3286"/>
                  </a:lnTo>
                  <a:lnTo>
                    <a:pt x="809" y="3334"/>
                  </a:lnTo>
                  <a:lnTo>
                    <a:pt x="800" y="3383"/>
                  </a:lnTo>
                  <a:lnTo>
                    <a:pt x="786" y="3427"/>
                  </a:lnTo>
                  <a:lnTo>
                    <a:pt x="763" y="3472"/>
                  </a:lnTo>
                  <a:lnTo>
                    <a:pt x="736" y="3512"/>
                  </a:lnTo>
                  <a:lnTo>
                    <a:pt x="703" y="3549"/>
                  </a:lnTo>
                  <a:lnTo>
                    <a:pt x="667" y="3586"/>
                  </a:lnTo>
                  <a:lnTo>
                    <a:pt x="628" y="3620"/>
                  </a:lnTo>
                  <a:lnTo>
                    <a:pt x="587" y="3652"/>
                  </a:lnTo>
                  <a:lnTo>
                    <a:pt x="544" y="3685"/>
                  </a:lnTo>
                  <a:lnTo>
                    <a:pt x="502" y="3717"/>
                  </a:lnTo>
                  <a:lnTo>
                    <a:pt x="460" y="3749"/>
                  </a:lnTo>
                  <a:lnTo>
                    <a:pt x="420" y="3783"/>
                  </a:lnTo>
                  <a:lnTo>
                    <a:pt x="382" y="3817"/>
                  </a:lnTo>
                  <a:lnTo>
                    <a:pt x="349" y="3854"/>
                  </a:lnTo>
                  <a:lnTo>
                    <a:pt x="319" y="3893"/>
                  </a:lnTo>
                  <a:lnTo>
                    <a:pt x="292" y="3939"/>
                  </a:lnTo>
                  <a:lnTo>
                    <a:pt x="269" y="3989"/>
                  </a:lnTo>
                  <a:lnTo>
                    <a:pt x="251" y="4042"/>
                  </a:lnTo>
                  <a:lnTo>
                    <a:pt x="234" y="4097"/>
                  </a:lnTo>
                  <a:lnTo>
                    <a:pt x="220" y="4154"/>
                  </a:lnTo>
                  <a:lnTo>
                    <a:pt x="204" y="4210"/>
                  </a:lnTo>
                  <a:lnTo>
                    <a:pt x="188" y="4265"/>
                  </a:lnTo>
                  <a:lnTo>
                    <a:pt x="171" y="4320"/>
                  </a:lnTo>
                  <a:lnTo>
                    <a:pt x="0" y="4320"/>
                  </a:lnTo>
                  <a:lnTo>
                    <a:pt x="17" y="4278"/>
                  </a:lnTo>
                  <a:lnTo>
                    <a:pt x="33" y="4232"/>
                  </a:lnTo>
                  <a:lnTo>
                    <a:pt x="46" y="4183"/>
                  </a:lnTo>
                  <a:lnTo>
                    <a:pt x="60" y="4131"/>
                  </a:lnTo>
                  <a:lnTo>
                    <a:pt x="75" y="4075"/>
                  </a:lnTo>
                  <a:lnTo>
                    <a:pt x="90" y="4019"/>
                  </a:lnTo>
                  <a:lnTo>
                    <a:pt x="109" y="3964"/>
                  </a:lnTo>
                  <a:lnTo>
                    <a:pt x="129" y="3909"/>
                  </a:lnTo>
                  <a:lnTo>
                    <a:pt x="156" y="3855"/>
                  </a:lnTo>
                  <a:lnTo>
                    <a:pt x="186" y="3804"/>
                  </a:lnTo>
                  <a:lnTo>
                    <a:pt x="222" y="3756"/>
                  </a:lnTo>
                  <a:lnTo>
                    <a:pt x="261" y="3713"/>
                  </a:lnTo>
                  <a:lnTo>
                    <a:pt x="303" y="3672"/>
                  </a:lnTo>
                  <a:lnTo>
                    <a:pt x="348" y="3634"/>
                  </a:lnTo>
                  <a:lnTo>
                    <a:pt x="392" y="3599"/>
                  </a:lnTo>
                  <a:lnTo>
                    <a:pt x="438" y="3565"/>
                  </a:lnTo>
                  <a:lnTo>
                    <a:pt x="482" y="3531"/>
                  </a:lnTo>
                  <a:lnTo>
                    <a:pt x="523" y="3499"/>
                  </a:lnTo>
                  <a:lnTo>
                    <a:pt x="561" y="3466"/>
                  </a:lnTo>
                  <a:lnTo>
                    <a:pt x="594" y="3434"/>
                  </a:lnTo>
                  <a:lnTo>
                    <a:pt x="620" y="3400"/>
                  </a:lnTo>
                  <a:lnTo>
                    <a:pt x="638" y="3367"/>
                  </a:lnTo>
                  <a:lnTo>
                    <a:pt x="647" y="3336"/>
                  </a:lnTo>
                  <a:lnTo>
                    <a:pt x="652" y="3302"/>
                  </a:lnTo>
                  <a:lnTo>
                    <a:pt x="654" y="3265"/>
                  </a:lnTo>
                  <a:lnTo>
                    <a:pt x="651" y="3224"/>
                  </a:lnTo>
                  <a:lnTo>
                    <a:pt x="647" y="3181"/>
                  </a:lnTo>
                  <a:lnTo>
                    <a:pt x="642" y="3137"/>
                  </a:lnTo>
                  <a:lnTo>
                    <a:pt x="637" y="3091"/>
                  </a:lnTo>
                  <a:lnTo>
                    <a:pt x="626" y="3021"/>
                  </a:lnTo>
                  <a:lnTo>
                    <a:pt x="620" y="2952"/>
                  </a:lnTo>
                  <a:lnTo>
                    <a:pt x="616" y="2881"/>
                  </a:lnTo>
                  <a:lnTo>
                    <a:pt x="618" y="2809"/>
                  </a:lnTo>
                  <a:lnTo>
                    <a:pt x="628" y="2737"/>
                  </a:lnTo>
                  <a:lnTo>
                    <a:pt x="642" y="2681"/>
                  </a:lnTo>
                  <a:lnTo>
                    <a:pt x="661" y="2626"/>
                  </a:lnTo>
                  <a:lnTo>
                    <a:pt x="685" y="2574"/>
                  </a:lnTo>
                  <a:lnTo>
                    <a:pt x="711" y="2521"/>
                  </a:lnTo>
                  <a:lnTo>
                    <a:pt x="739" y="2472"/>
                  </a:lnTo>
                  <a:lnTo>
                    <a:pt x="767" y="2423"/>
                  </a:lnTo>
                  <a:lnTo>
                    <a:pt x="791" y="2381"/>
                  </a:lnTo>
                  <a:lnTo>
                    <a:pt x="813" y="2342"/>
                  </a:lnTo>
                  <a:lnTo>
                    <a:pt x="834" y="2303"/>
                  </a:lnTo>
                  <a:lnTo>
                    <a:pt x="851" y="2265"/>
                  </a:lnTo>
                  <a:lnTo>
                    <a:pt x="864" y="2228"/>
                  </a:lnTo>
                  <a:lnTo>
                    <a:pt x="873" y="2194"/>
                  </a:lnTo>
                  <a:lnTo>
                    <a:pt x="876" y="2160"/>
                  </a:lnTo>
                  <a:lnTo>
                    <a:pt x="873" y="2126"/>
                  </a:lnTo>
                  <a:lnTo>
                    <a:pt x="864" y="2092"/>
                  </a:lnTo>
                  <a:lnTo>
                    <a:pt x="851" y="2055"/>
                  </a:lnTo>
                  <a:lnTo>
                    <a:pt x="834" y="2017"/>
                  </a:lnTo>
                  <a:lnTo>
                    <a:pt x="813" y="1978"/>
                  </a:lnTo>
                  <a:lnTo>
                    <a:pt x="791" y="1939"/>
                  </a:lnTo>
                  <a:lnTo>
                    <a:pt x="767" y="1897"/>
                  </a:lnTo>
                  <a:lnTo>
                    <a:pt x="739" y="1848"/>
                  </a:lnTo>
                  <a:lnTo>
                    <a:pt x="711" y="1799"/>
                  </a:lnTo>
                  <a:lnTo>
                    <a:pt x="685" y="1746"/>
                  </a:lnTo>
                  <a:lnTo>
                    <a:pt x="661" y="1694"/>
                  </a:lnTo>
                  <a:lnTo>
                    <a:pt x="642" y="1639"/>
                  </a:lnTo>
                  <a:lnTo>
                    <a:pt x="628" y="1583"/>
                  </a:lnTo>
                  <a:lnTo>
                    <a:pt x="618" y="1511"/>
                  </a:lnTo>
                  <a:lnTo>
                    <a:pt x="616" y="1439"/>
                  </a:lnTo>
                  <a:lnTo>
                    <a:pt x="620" y="1368"/>
                  </a:lnTo>
                  <a:lnTo>
                    <a:pt x="626" y="1299"/>
                  </a:lnTo>
                  <a:lnTo>
                    <a:pt x="637" y="1229"/>
                  </a:lnTo>
                  <a:lnTo>
                    <a:pt x="642" y="1183"/>
                  </a:lnTo>
                  <a:lnTo>
                    <a:pt x="647" y="1139"/>
                  </a:lnTo>
                  <a:lnTo>
                    <a:pt x="651" y="1096"/>
                  </a:lnTo>
                  <a:lnTo>
                    <a:pt x="654" y="1055"/>
                  </a:lnTo>
                  <a:lnTo>
                    <a:pt x="652" y="1018"/>
                  </a:lnTo>
                  <a:lnTo>
                    <a:pt x="647" y="984"/>
                  </a:lnTo>
                  <a:lnTo>
                    <a:pt x="638" y="953"/>
                  </a:lnTo>
                  <a:lnTo>
                    <a:pt x="620" y="920"/>
                  </a:lnTo>
                  <a:lnTo>
                    <a:pt x="594" y="886"/>
                  </a:lnTo>
                  <a:lnTo>
                    <a:pt x="561" y="854"/>
                  </a:lnTo>
                  <a:lnTo>
                    <a:pt x="523" y="822"/>
                  </a:lnTo>
                  <a:lnTo>
                    <a:pt x="482" y="789"/>
                  </a:lnTo>
                  <a:lnTo>
                    <a:pt x="438" y="755"/>
                  </a:lnTo>
                  <a:lnTo>
                    <a:pt x="392" y="721"/>
                  </a:lnTo>
                  <a:lnTo>
                    <a:pt x="348" y="686"/>
                  </a:lnTo>
                  <a:lnTo>
                    <a:pt x="303" y="648"/>
                  </a:lnTo>
                  <a:lnTo>
                    <a:pt x="261" y="607"/>
                  </a:lnTo>
                  <a:lnTo>
                    <a:pt x="222" y="564"/>
                  </a:lnTo>
                  <a:lnTo>
                    <a:pt x="186" y="516"/>
                  </a:lnTo>
                  <a:lnTo>
                    <a:pt x="156" y="465"/>
                  </a:lnTo>
                  <a:lnTo>
                    <a:pt x="129" y="411"/>
                  </a:lnTo>
                  <a:lnTo>
                    <a:pt x="109" y="356"/>
                  </a:lnTo>
                  <a:lnTo>
                    <a:pt x="90" y="301"/>
                  </a:lnTo>
                  <a:lnTo>
                    <a:pt x="75" y="245"/>
                  </a:lnTo>
                  <a:lnTo>
                    <a:pt x="60" y="189"/>
                  </a:lnTo>
                  <a:lnTo>
                    <a:pt x="46" y="137"/>
                  </a:lnTo>
                  <a:lnTo>
                    <a:pt x="33" y="88"/>
                  </a:lnTo>
                  <a:lnTo>
                    <a:pt x="17" y="42"/>
                  </a:lnTo>
                  <a:lnTo>
                    <a:pt x="0" y="0"/>
                  </a:lnTo>
                  <a:lnTo>
                    <a:pt x="0" y="0"/>
                  </a:lnTo>
                  <a:close/>
                </a:path>
              </a:pathLst>
            </a:custGeom>
            <a:solidFill>
              <a:schemeClr val="accent1"/>
            </a:solidFill>
            <a:ln w="0">
              <a:noFill/>
              <a:prstDash val="solid"/>
              <a:round/>
              <a:headEnd/>
              <a:tailEnd/>
            </a:ln>
          </p:spPr>
        </p:sp>
      </p:grpSp>
    </p:spTree>
    <p:extLst>
      <p:ext uri="{BB962C8B-B14F-4D97-AF65-F5344CB8AC3E}">
        <p14:creationId xmlns:p14="http://schemas.microsoft.com/office/powerpoint/2010/main" val="3558113785"/>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57300" y="2286000"/>
            <a:ext cx="4800600" cy="3619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47796" y="2286000"/>
            <a:ext cx="4800600" cy="3619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1BB6E3-ADBB-E34D-BA89-A382DA4703E2}" type="datetimeFigureOut">
              <a:rPr lang="en-US" smtClean="0"/>
              <a:t>1/12/26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B24F352-7EB6-B94E-839B-43BCAC4A4F48}" type="slidenum">
              <a:rPr lang="en-US" smtClean="0"/>
              <a:t>‹#›</a:t>
            </a:fld>
            <a:endParaRPr lang="en-US"/>
          </a:p>
        </p:txBody>
      </p:sp>
    </p:spTree>
    <p:extLst>
      <p:ext uri="{BB962C8B-B14F-4D97-AF65-F5344CB8AC3E}">
        <p14:creationId xmlns:p14="http://schemas.microsoft.com/office/powerpoint/2010/main" val="3728319700"/>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52728" y="381000"/>
            <a:ext cx="10172700" cy="149351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251678"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57300" y="2909102"/>
            <a:ext cx="4800600" cy="29963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633864"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33864" y="2909102"/>
            <a:ext cx="4800600" cy="29963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1BB6E3-ADBB-E34D-BA89-A382DA4703E2}" type="datetimeFigureOut">
              <a:rPr lang="en-US" smtClean="0"/>
              <a:t>1/12/26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B24F352-7EB6-B94E-839B-43BCAC4A4F48}" type="slidenum">
              <a:rPr lang="en-US" smtClean="0"/>
              <a:t>‹#›</a:t>
            </a:fld>
            <a:endParaRPr lang="en-US"/>
          </a:p>
        </p:txBody>
      </p:sp>
    </p:spTree>
    <p:extLst>
      <p:ext uri="{BB962C8B-B14F-4D97-AF65-F5344CB8AC3E}">
        <p14:creationId xmlns:p14="http://schemas.microsoft.com/office/powerpoint/2010/main" val="3004887292"/>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1BB6E3-ADBB-E34D-BA89-A382DA4703E2}" type="datetimeFigureOut">
              <a:rPr lang="en-US" smtClean="0"/>
              <a:t>1/12/26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B24F352-7EB6-B94E-839B-43BCAC4A4F48}" type="slidenum">
              <a:rPr lang="en-US" smtClean="0"/>
              <a:t>‹#›</a:t>
            </a:fld>
            <a:endParaRPr lang="en-US"/>
          </a:p>
        </p:txBody>
      </p:sp>
    </p:spTree>
    <p:extLst>
      <p:ext uri="{BB962C8B-B14F-4D97-AF65-F5344CB8AC3E}">
        <p14:creationId xmlns:p14="http://schemas.microsoft.com/office/powerpoint/2010/main" val="39136260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1BB6E3-ADBB-E34D-BA89-A382DA4703E2}" type="datetimeFigureOut">
              <a:rPr lang="en-US" smtClean="0"/>
              <a:t>1/12/26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B24F352-7EB6-B94E-839B-43BCAC4A4F48}" type="slidenum">
              <a:rPr lang="en-US" smtClean="0"/>
              <a:t>‹#›</a:t>
            </a:fld>
            <a:endParaRPr lang="en-US"/>
          </a:p>
        </p:txBody>
      </p:sp>
    </p:spTree>
    <p:extLst>
      <p:ext uri="{BB962C8B-B14F-4D97-AF65-F5344CB8AC3E}">
        <p14:creationId xmlns:p14="http://schemas.microsoft.com/office/powerpoint/2010/main" val="32752621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7"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2" name="Title 1"/>
          <p:cNvSpPr>
            <a:spLocks noGrp="1"/>
          </p:cNvSpPr>
          <p:nvPr>
            <p:ph type="title"/>
          </p:nvPr>
        </p:nvSpPr>
        <p:spPr>
          <a:xfrm>
            <a:off x="8337884" y="457199"/>
            <a:ext cx="3092115" cy="1196671"/>
          </a:xfrm>
        </p:spPr>
        <p:txBody>
          <a:bodyPr anchor="b">
            <a:normAutofit/>
          </a:bodyPr>
          <a:lstStyle>
            <a:lvl1pPr>
              <a:lnSpc>
                <a:spcPct val="100000"/>
              </a:lnSpc>
              <a:defRPr sz="1900" b="1" i="0" cap="all" spc="300" baseline="0">
                <a:solidFill>
                  <a:schemeClr val="accent1"/>
                </a:solidFill>
                <a:latin typeface="+mn-lt"/>
              </a:defRPr>
            </a:lvl1pPr>
          </a:lstStyle>
          <a:p>
            <a:r>
              <a:rPr lang="en-US"/>
              <a:t>Click to edit Master title style</a:t>
            </a:r>
            <a:endParaRPr lang="en-US" dirty="0"/>
          </a:p>
        </p:txBody>
      </p:sp>
      <p:sp>
        <p:nvSpPr>
          <p:cNvPr id="3" name="Content Placeholder 2"/>
          <p:cNvSpPr>
            <a:spLocks noGrp="1"/>
          </p:cNvSpPr>
          <p:nvPr>
            <p:ph idx="1"/>
          </p:nvPr>
        </p:nvSpPr>
        <p:spPr>
          <a:xfrm>
            <a:off x="765051" y="920377"/>
            <a:ext cx="6158418" cy="498512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37885" y="1741336"/>
            <a:ext cx="3092115"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65051" y="6375679"/>
            <a:ext cx="1233355" cy="348462"/>
          </a:xfrm>
        </p:spPr>
        <p:txBody>
          <a:bodyPr/>
          <a:lstStyle/>
          <a:p>
            <a:fld id="{C71BB6E3-ADBB-E34D-BA89-A382DA4703E2}" type="datetimeFigureOut">
              <a:rPr lang="en-US" smtClean="0"/>
              <a:t>1/12/26</a:t>
            </a:fld>
            <a:endParaRPr lang="en-US"/>
          </a:p>
        </p:txBody>
      </p:sp>
      <p:sp>
        <p:nvSpPr>
          <p:cNvPr id="6" name="Footer Placeholder 5"/>
          <p:cNvSpPr>
            <a:spLocks noGrp="1"/>
          </p:cNvSpPr>
          <p:nvPr>
            <p:ph type="ftr" sz="quarter" idx="11"/>
          </p:nvPr>
        </p:nvSpPr>
        <p:spPr>
          <a:xfrm>
            <a:off x="2103620" y="6375679"/>
            <a:ext cx="3482179" cy="345796"/>
          </a:xfrm>
        </p:spPr>
        <p:txBody>
          <a:bodyPr/>
          <a:lstStyle/>
          <a:p>
            <a:endParaRPr lang="en-US"/>
          </a:p>
        </p:txBody>
      </p:sp>
      <p:sp>
        <p:nvSpPr>
          <p:cNvPr id="7" name="Slide Number Placeholder 6"/>
          <p:cNvSpPr>
            <a:spLocks noGrp="1"/>
          </p:cNvSpPr>
          <p:nvPr>
            <p:ph type="sldNum" sz="quarter" idx="12"/>
          </p:nvPr>
        </p:nvSpPr>
        <p:spPr>
          <a:xfrm>
            <a:off x="5691014" y="6375679"/>
            <a:ext cx="1232456" cy="345796"/>
          </a:xfrm>
        </p:spPr>
        <p:txBody>
          <a:bodyPr/>
          <a:lstStyle/>
          <a:p>
            <a:fld id="{0B24F352-7EB6-B94E-839B-43BCAC4A4F48}" type="slidenum">
              <a:rPr lang="en-US" smtClean="0"/>
              <a:t>‹#›</a:t>
            </a:fld>
            <a:endParaRPr lang="en-US"/>
          </a:p>
        </p:txBody>
      </p:sp>
      <p:sp>
        <p:nvSpPr>
          <p:cNvPr id="8" name="Rectangle 7"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285461893"/>
      </p:ext>
    </p:extLst>
  </p:cSld>
  <p:clrMapOvr>
    <a:masterClrMapping/>
  </p:clrMapOvr>
  <p:extLst>
    <p:ext uri="{DCECCB84-F9BA-43D5-87BE-67443E8EF086}">
      <p15:sldGuideLst xmlns:p15="http://schemas.microsoft.com/office/powerpoint/2012/main">
        <p15:guide id="1" orient="horz" pos="69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283464" y="0"/>
            <a:ext cx="7355585" cy="6857999"/>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1"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12" name="Rectangle 11"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37883" y="457200"/>
            <a:ext cx="3092117" cy="1196670"/>
          </a:xfrm>
        </p:spPr>
        <p:txBody>
          <a:bodyPr anchor="b">
            <a:normAutofit/>
          </a:bodyPr>
          <a:lstStyle>
            <a:lvl1pPr>
              <a:lnSpc>
                <a:spcPct val="100000"/>
              </a:lnSpc>
              <a:defRPr sz="1900" b="1" i="0" spc="300" baseline="0">
                <a:solidFill>
                  <a:schemeClr val="accent1"/>
                </a:solidFill>
                <a:latin typeface="+mn-lt"/>
              </a:defRPr>
            </a:lvl1pPr>
          </a:lstStyle>
          <a:p>
            <a:r>
              <a:rPr lang="en-US"/>
              <a:t>Click to edit Master title style</a:t>
            </a:r>
            <a:endParaRPr lang="en-US" dirty="0"/>
          </a:p>
        </p:txBody>
      </p:sp>
      <p:sp>
        <p:nvSpPr>
          <p:cNvPr id="4" name="Text Placeholder 3"/>
          <p:cNvSpPr>
            <a:spLocks noGrp="1"/>
          </p:cNvSpPr>
          <p:nvPr>
            <p:ph type="body" sz="half" idx="2"/>
          </p:nvPr>
        </p:nvSpPr>
        <p:spPr>
          <a:xfrm>
            <a:off x="8337883" y="1741336"/>
            <a:ext cx="3092117"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65950" y="6375679"/>
            <a:ext cx="1232456" cy="348462"/>
          </a:xfrm>
        </p:spPr>
        <p:txBody>
          <a:bodyPr/>
          <a:lstStyle/>
          <a:p>
            <a:fld id="{C71BB6E3-ADBB-E34D-BA89-A382DA4703E2}" type="datetimeFigureOut">
              <a:rPr lang="en-US" smtClean="0"/>
              <a:t>1/12/26</a:t>
            </a:fld>
            <a:endParaRPr lang="en-US"/>
          </a:p>
        </p:txBody>
      </p:sp>
      <p:sp>
        <p:nvSpPr>
          <p:cNvPr id="6" name="Footer Placeholder 5"/>
          <p:cNvSpPr>
            <a:spLocks noGrp="1"/>
          </p:cNvSpPr>
          <p:nvPr>
            <p:ph type="ftr" sz="quarter" idx="11"/>
          </p:nvPr>
        </p:nvSpPr>
        <p:spPr>
          <a:xfrm>
            <a:off x="2103621" y="6375679"/>
            <a:ext cx="3482178" cy="345796"/>
          </a:xfrm>
        </p:spPr>
        <p:txBody>
          <a:bodyPr/>
          <a:lstStyle/>
          <a:p>
            <a:endParaRPr lang="en-US"/>
          </a:p>
        </p:txBody>
      </p:sp>
      <p:sp>
        <p:nvSpPr>
          <p:cNvPr id="7" name="Slide Number Placeholder 6"/>
          <p:cNvSpPr>
            <a:spLocks noGrp="1"/>
          </p:cNvSpPr>
          <p:nvPr>
            <p:ph type="sldNum" sz="quarter" idx="12"/>
          </p:nvPr>
        </p:nvSpPr>
        <p:spPr>
          <a:xfrm>
            <a:off x="5687568" y="6375679"/>
            <a:ext cx="1234440" cy="345796"/>
          </a:xfrm>
        </p:spPr>
        <p:txBody>
          <a:bodyPr/>
          <a:lstStyle/>
          <a:p>
            <a:fld id="{0B24F352-7EB6-B94E-839B-43BCAC4A4F48}" type="slidenum">
              <a:rPr lang="en-US" smtClean="0"/>
              <a:t>‹#›</a:t>
            </a:fld>
            <a:endParaRPr lang="en-US"/>
          </a:p>
        </p:txBody>
      </p:sp>
    </p:spTree>
    <p:extLst>
      <p:ext uri="{BB962C8B-B14F-4D97-AF65-F5344CB8AC3E}">
        <p14:creationId xmlns:p14="http://schemas.microsoft.com/office/powerpoint/2010/main" val="37140087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1BB6E3-ADBB-E34D-BA89-A382DA4703E2}" type="datetimeFigureOut">
              <a:rPr lang="en-US" smtClean="0"/>
              <a:t>1/12/26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24F352-7EB6-B94E-839B-43BCAC4A4F48}" type="slidenum">
              <a:rPr lang="en-US" smtClean="0"/>
              <a:t>‹#›</a:t>
            </a:fld>
            <a:endParaRPr lang="en-US"/>
          </a:p>
        </p:txBody>
      </p:sp>
    </p:spTree>
    <p:extLst>
      <p:ext uri="{BB962C8B-B14F-4D97-AF65-F5344CB8AC3E}">
        <p14:creationId xmlns:p14="http://schemas.microsoft.com/office/powerpoint/2010/main" val="27158509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066321" y="382386"/>
            <a:ext cx="1492132" cy="560040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57300" y="382385"/>
            <a:ext cx="8392585" cy="560040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1BB6E3-ADBB-E34D-BA89-A382DA4703E2}" type="datetimeFigureOut">
              <a:rPr lang="en-US" smtClean="0"/>
              <a:t>1/12/26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24F352-7EB6-B94E-839B-43BCAC4A4F48}" type="slidenum">
              <a:rPr lang="en-US" smtClean="0"/>
              <a:t>‹#›</a:t>
            </a:fld>
            <a:endParaRPr lang="en-US"/>
          </a:p>
        </p:txBody>
      </p:sp>
    </p:spTree>
    <p:extLst>
      <p:ext uri="{BB962C8B-B14F-4D97-AF65-F5344CB8AC3E}">
        <p14:creationId xmlns:p14="http://schemas.microsoft.com/office/powerpoint/2010/main" val="41683316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1678" y="382385"/>
            <a:ext cx="10178322" cy="149213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251678" y="2286001"/>
            <a:ext cx="10178322" cy="359359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251678" y="6375679"/>
            <a:ext cx="2329722" cy="348462"/>
          </a:xfrm>
          <a:prstGeom prst="rect">
            <a:avLst/>
          </a:prstGeom>
        </p:spPr>
        <p:txBody>
          <a:bodyPr vert="horz" lIns="91440" tIns="45720" rIns="91440" bIns="45720" rtlCol="0" anchor="ctr"/>
          <a:lstStyle>
            <a:lvl1pPr algn="l">
              <a:defRPr sz="1200">
                <a:solidFill>
                  <a:schemeClr val="tx1">
                    <a:lumMod val="65000"/>
                    <a:lumOff val="35000"/>
                  </a:schemeClr>
                </a:solidFill>
              </a:defRPr>
            </a:lvl1pPr>
          </a:lstStyle>
          <a:p>
            <a:fld id="{C71BB6E3-ADBB-E34D-BA89-A382DA4703E2}" type="datetimeFigureOut">
              <a:rPr lang="en-US" smtClean="0"/>
              <a:t>1/12/26</a:t>
            </a:fld>
            <a:endParaRPr lang="en-US"/>
          </a:p>
        </p:txBody>
      </p:sp>
      <p:sp>
        <p:nvSpPr>
          <p:cNvPr id="5" name="Footer Placeholder 4"/>
          <p:cNvSpPr>
            <a:spLocks noGrp="1"/>
          </p:cNvSpPr>
          <p:nvPr>
            <p:ph type="ftr" sz="quarter" idx="3"/>
          </p:nvPr>
        </p:nvSpPr>
        <p:spPr>
          <a:xfrm>
            <a:off x="4038600" y="6375679"/>
            <a:ext cx="4114800" cy="345796"/>
          </a:xfrm>
          <a:prstGeom prst="rect">
            <a:avLst/>
          </a:prstGeom>
        </p:spPr>
        <p:txBody>
          <a:bodyPr vert="horz" lIns="91440" tIns="45720" rIns="91440" bIns="45720" rtlCol="0" anchor="ctr"/>
          <a:lstStyle>
            <a:lvl1pPr algn="ctr">
              <a:defRPr sz="1200">
                <a:solidFill>
                  <a:schemeClr val="tx1">
                    <a:lumMod val="65000"/>
                    <a:lumOff val="35000"/>
                  </a:schemeClr>
                </a:solidFill>
              </a:defRPr>
            </a:lvl1pPr>
          </a:lstStyle>
          <a:p>
            <a:endParaRPr lang="en-US"/>
          </a:p>
        </p:txBody>
      </p:sp>
      <p:sp>
        <p:nvSpPr>
          <p:cNvPr id="6" name="Slide Number Placeholder 5"/>
          <p:cNvSpPr>
            <a:spLocks noGrp="1"/>
          </p:cNvSpPr>
          <p:nvPr>
            <p:ph type="sldNum" sz="quarter" idx="4"/>
          </p:nvPr>
        </p:nvSpPr>
        <p:spPr>
          <a:xfrm>
            <a:off x="8610601" y="6375679"/>
            <a:ext cx="2819399" cy="345796"/>
          </a:xfrm>
          <a:prstGeom prst="rect">
            <a:avLst/>
          </a:prstGeom>
        </p:spPr>
        <p:txBody>
          <a:bodyPr vert="horz" lIns="91440" tIns="45720" rIns="91440" bIns="45720" rtlCol="0" anchor="ctr"/>
          <a:lstStyle>
            <a:lvl1pPr algn="r">
              <a:defRPr sz="1200">
                <a:solidFill>
                  <a:schemeClr val="tx1">
                    <a:lumMod val="65000"/>
                    <a:lumOff val="35000"/>
                  </a:schemeClr>
                </a:solidFill>
              </a:defRPr>
            </a:lvl1pPr>
          </a:lstStyle>
          <a:p>
            <a:fld id="{0B24F352-7EB6-B94E-839B-43BCAC4A4F48}" type="slidenum">
              <a:rPr lang="en-US" smtClean="0"/>
              <a:t>‹#›</a:t>
            </a:fld>
            <a:endParaRPr lang="en-US"/>
          </a:p>
        </p:txBody>
      </p:sp>
      <p:sp>
        <p:nvSpPr>
          <p:cNvPr id="11" name="Freeform 6" title="Left scallop edge"/>
          <p:cNvSpPr/>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sp>
      <p:sp>
        <p:nvSpPr>
          <p:cNvPr id="12" name="Rectangle 11" title="right edge border"/>
          <p:cNvSpPr/>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03696570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5100" kern="1200" cap="all" spc="200" baseline="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92">
          <p15:clr>
            <a:srgbClr val="F26B43"/>
          </p15:clr>
        </p15:guide>
        <p15:guide id="2" pos="7200">
          <p15:clr>
            <a:srgbClr val="F26B43"/>
          </p15:clr>
        </p15:guide>
        <p15:guide id="3" orient="horz" pos="4008">
          <p15:clr>
            <a:srgbClr val="F26B43"/>
          </p15:clr>
        </p15:guide>
        <p15:guide id="4" orient="horz" pos="1440">
          <p15:clr>
            <a:srgbClr val="F26B43"/>
          </p15:clr>
        </p15:guide>
        <p15:guide id="5" orient="horz" pos="3720">
          <p15:clr>
            <a:srgbClr val="F26B43"/>
          </p15:clr>
        </p15:guide>
        <p15:guide id="6" orient="horz" pos="2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customXml" Target="../ink/ink4.xml"/><Relationship Id="rId13" Type="http://schemas.openxmlformats.org/officeDocument/2006/relationships/image" Target="../media/image6.png"/><Relationship Id="rId18" Type="http://schemas.openxmlformats.org/officeDocument/2006/relationships/customXml" Target="../ink/ink9.xml"/><Relationship Id="rId3" Type="http://schemas.openxmlformats.org/officeDocument/2006/relationships/image" Target="../media/image110.png"/><Relationship Id="rId7" Type="http://schemas.openxmlformats.org/officeDocument/2006/relationships/image" Target="../media/image310.png"/><Relationship Id="rId12" Type="http://schemas.openxmlformats.org/officeDocument/2006/relationships/customXml" Target="../ink/ink6.xml"/><Relationship Id="rId17" Type="http://schemas.openxmlformats.org/officeDocument/2006/relationships/image" Target="../media/image8.png"/><Relationship Id="rId2" Type="http://schemas.openxmlformats.org/officeDocument/2006/relationships/customXml" Target="../ink/ink1.xml"/><Relationship Id="rId16" Type="http://schemas.openxmlformats.org/officeDocument/2006/relationships/customXml" Target="../ink/ink8.xml"/><Relationship Id="rId1" Type="http://schemas.openxmlformats.org/officeDocument/2006/relationships/slideLayout" Target="../slideLayouts/slideLayout2.xml"/><Relationship Id="rId6" Type="http://schemas.openxmlformats.org/officeDocument/2006/relationships/customXml" Target="../ink/ink3.xml"/><Relationship Id="rId11" Type="http://schemas.openxmlformats.org/officeDocument/2006/relationships/image" Target="../media/image50.png"/><Relationship Id="rId5" Type="http://schemas.openxmlformats.org/officeDocument/2006/relationships/image" Target="../media/image210.png"/><Relationship Id="rId15" Type="http://schemas.openxmlformats.org/officeDocument/2006/relationships/image" Target="../media/image7.png"/><Relationship Id="rId10" Type="http://schemas.openxmlformats.org/officeDocument/2006/relationships/customXml" Target="../ink/ink5.xml"/><Relationship Id="rId19" Type="http://schemas.openxmlformats.org/officeDocument/2006/relationships/image" Target="../media/image9.png"/><Relationship Id="rId4" Type="http://schemas.openxmlformats.org/officeDocument/2006/relationships/customXml" Target="../ink/ink2.xml"/><Relationship Id="rId9" Type="http://schemas.openxmlformats.org/officeDocument/2006/relationships/image" Target="../media/image43.png"/><Relationship Id="rId14" Type="http://schemas.openxmlformats.org/officeDocument/2006/relationships/customXml" Target="../ink/ink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3" Type="http://schemas.openxmlformats.org/officeDocument/2006/relationships/image" Target="../media/image15.png"/><Relationship Id="rId18" Type="http://schemas.openxmlformats.org/officeDocument/2006/relationships/customXml" Target="../ink/ink18.xml"/><Relationship Id="rId26" Type="http://schemas.openxmlformats.org/officeDocument/2006/relationships/customXml" Target="../ink/ink22.xml"/><Relationship Id="rId3" Type="http://schemas.openxmlformats.org/officeDocument/2006/relationships/image" Target="../media/image10.png"/><Relationship Id="rId21" Type="http://schemas.openxmlformats.org/officeDocument/2006/relationships/image" Target="../media/image19.png"/><Relationship Id="rId7" Type="http://schemas.openxmlformats.org/officeDocument/2006/relationships/image" Target="../media/image12.png"/><Relationship Id="rId12" Type="http://schemas.openxmlformats.org/officeDocument/2006/relationships/customXml" Target="../ink/ink15.xml"/><Relationship Id="rId17" Type="http://schemas.openxmlformats.org/officeDocument/2006/relationships/image" Target="../media/image17.png"/><Relationship Id="rId25" Type="http://schemas.openxmlformats.org/officeDocument/2006/relationships/image" Target="../media/image21.png"/><Relationship Id="rId33" Type="http://schemas.openxmlformats.org/officeDocument/2006/relationships/image" Target="../media/image25.png"/><Relationship Id="rId2" Type="http://schemas.openxmlformats.org/officeDocument/2006/relationships/customXml" Target="../ink/ink10.xml"/><Relationship Id="rId16" Type="http://schemas.openxmlformats.org/officeDocument/2006/relationships/customXml" Target="../ink/ink17.xml"/><Relationship Id="rId20" Type="http://schemas.openxmlformats.org/officeDocument/2006/relationships/customXml" Target="../ink/ink19.xml"/><Relationship Id="rId29" Type="http://schemas.openxmlformats.org/officeDocument/2006/relationships/image" Target="../media/image23.png"/><Relationship Id="rId1" Type="http://schemas.openxmlformats.org/officeDocument/2006/relationships/slideLayout" Target="../slideLayouts/slideLayout7.xml"/><Relationship Id="rId6" Type="http://schemas.openxmlformats.org/officeDocument/2006/relationships/customXml" Target="../ink/ink12.xml"/><Relationship Id="rId11" Type="http://schemas.openxmlformats.org/officeDocument/2006/relationships/image" Target="../media/image14.png"/><Relationship Id="rId24" Type="http://schemas.openxmlformats.org/officeDocument/2006/relationships/customXml" Target="../ink/ink21.xml"/><Relationship Id="rId32" Type="http://schemas.openxmlformats.org/officeDocument/2006/relationships/customXml" Target="../ink/ink25.xml"/><Relationship Id="rId5" Type="http://schemas.openxmlformats.org/officeDocument/2006/relationships/image" Target="../media/image11.png"/><Relationship Id="rId15" Type="http://schemas.openxmlformats.org/officeDocument/2006/relationships/image" Target="../media/image16.png"/><Relationship Id="rId23" Type="http://schemas.openxmlformats.org/officeDocument/2006/relationships/image" Target="../media/image20.png"/><Relationship Id="rId28" Type="http://schemas.openxmlformats.org/officeDocument/2006/relationships/customXml" Target="../ink/ink23.xml"/><Relationship Id="rId10" Type="http://schemas.openxmlformats.org/officeDocument/2006/relationships/customXml" Target="../ink/ink14.xml"/><Relationship Id="rId19" Type="http://schemas.openxmlformats.org/officeDocument/2006/relationships/image" Target="../media/image18.png"/><Relationship Id="rId31" Type="http://schemas.openxmlformats.org/officeDocument/2006/relationships/image" Target="../media/image24.png"/><Relationship Id="rId4" Type="http://schemas.openxmlformats.org/officeDocument/2006/relationships/customXml" Target="../ink/ink11.xml"/><Relationship Id="rId9" Type="http://schemas.openxmlformats.org/officeDocument/2006/relationships/image" Target="../media/image13.png"/><Relationship Id="rId14" Type="http://schemas.openxmlformats.org/officeDocument/2006/relationships/customXml" Target="../ink/ink16.xml"/><Relationship Id="rId22" Type="http://schemas.openxmlformats.org/officeDocument/2006/relationships/customXml" Target="../ink/ink20.xml"/><Relationship Id="rId27" Type="http://schemas.openxmlformats.org/officeDocument/2006/relationships/image" Target="../media/image22.png"/><Relationship Id="rId30" Type="http://schemas.openxmlformats.org/officeDocument/2006/relationships/customXml" Target="../ink/ink24.xml"/><Relationship Id="rId8" Type="http://schemas.openxmlformats.org/officeDocument/2006/relationships/customXml" Target="../ink/ink13.xml"/></Relationships>
</file>

<file path=ppt/slides/_rels/slide25.xml.rels><?xml version="1.0" encoding="UTF-8" standalone="yes"?>
<Relationships xmlns="http://schemas.openxmlformats.org/package/2006/relationships"><Relationship Id="rId8" Type="http://schemas.openxmlformats.org/officeDocument/2006/relationships/customXml" Target="../ink/ink29.xml"/><Relationship Id="rId13" Type="http://schemas.openxmlformats.org/officeDocument/2006/relationships/image" Target="../media/image31.png"/><Relationship Id="rId18" Type="http://schemas.openxmlformats.org/officeDocument/2006/relationships/customXml" Target="../ink/ink34.xml"/><Relationship Id="rId26" Type="http://schemas.openxmlformats.org/officeDocument/2006/relationships/customXml" Target="../ink/ink38.xml"/><Relationship Id="rId3" Type="http://schemas.openxmlformats.org/officeDocument/2006/relationships/image" Target="../media/image26.png"/><Relationship Id="rId21" Type="http://schemas.openxmlformats.org/officeDocument/2006/relationships/image" Target="../media/image35.png"/><Relationship Id="rId7" Type="http://schemas.openxmlformats.org/officeDocument/2006/relationships/image" Target="../media/image28.png"/><Relationship Id="rId12" Type="http://schemas.openxmlformats.org/officeDocument/2006/relationships/customXml" Target="../ink/ink31.xml"/><Relationship Id="rId17" Type="http://schemas.openxmlformats.org/officeDocument/2006/relationships/image" Target="../media/image33.png"/><Relationship Id="rId25" Type="http://schemas.openxmlformats.org/officeDocument/2006/relationships/image" Target="../media/image37.png"/><Relationship Id="rId2" Type="http://schemas.openxmlformats.org/officeDocument/2006/relationships/customXml" Target="../ink/ink26.xml"/><Relationship Id="rId16" Type="http://schemas.openxmlformats.org/officeDocument/2006/relationships/customXml" Target="../ink/ink33.xml"/><Relationship Id="rId20" Type="http://schemas.openxmlformats.org/officeDocument/2006/relationships/customXml" Target="../ink/ink35.xml"/><Relationship Id="rId29" Type="http://schemas.openxmlformats.org/officeDocument/2006/relationships/image" Target="../media/image39.png"/><Relationship Id="rId1" Type="http://schemas.openxmlformats.org/officeDocument/2006/relationships/slideLayout" Target="../slideLayouts/slideLayout7.xml"/><Relationship Id="rId6" Type="http://schemas.openxmlformats.org/officeDocument/2006/relationships/customXml" Target="../ink/ink28.xml"/><Relationship Id="rId11" Type="http://schemas.openxmlformats.org/officeDocument/2006/relationships/image" Target="../media/image30.png"/><Relationship Id="rId24" Type="http://schemas.openxmlformats.org/officeDocument/2006/relationships/customXml" Target="../ink/ink37.xml"/><Relationship Id="rId32" Type="http://schemas.openxmlformats.org/officeDocument/2006/relationships/image" Target="../media/image6.gif"/><Relationship Id="rId5" Type="http://schemas.openxmlformats.org/officeDocument/2006/relationships/image" Target="../media/image27.png"/><Relationship Id="rId15" Type="http://schemas.openxmlformats.org/officeDocument/2006/relationships/image" Target="../media/image32.png"/><Relationship Id="rId23" Type="http://schemas.openxmlformats.org/officeDocument/2006/relationships/image" Target="../media/image36.png"/><Relationship Id="rId28" Type="http://schemas.openxmlformats.org/officeDocument/2006/relationships/customXml" Target="../ink/ink39.xml"/><Relationship Id="rId10" Type="http://schemas.openxmlformats.org/officeDocument/2006/relationships/customXml" Target="../ink/ink30.xml"/><Relationship Id="rId19" Type="http://schemas.openxmlformats.org/officeDocument/2006/relationships/image" Target="../media/image34.png"/><Relationship Id="rId31" Type="http://schemas.openxmlformats.org/officeDocument/2006/relationships/image" Target="../media/image40.png"/><Relationship Id="rId4" Type="http://schemas.openxmlformats.org/officeDocument/2006/relationships/customXml" Target="../ink/ink27.xml"/><Relationship Id="rId9" Type="http://schemas.openxmlformats.org/officeDocument/2006/relationships/image" Target="../media/image29.png"/><Relationship Id="rId14" Type="http://schemas.openxmlformats.org/officeDocument/2006/relationships/customXml" Target="../ink/ink32.xml"/><Relationship Id="rId22" Type="http://schemas.openxmlformats.org/officeDocument/2006/relationships/customXml" Target="../ink/ink36.xml"/><Relationship Id="rId27" Type="http://schemas.openxmlformats.org/officeDocument/2006/relationships/image" Target="../media/image38.png"/><Relationship Id="rId30" Type="http://schemas.openxmlformats.org/officeDocument/2006/relationships/customXml" Target="../ink/ink4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717BFB-4465-1173-70A1-D9790CB2CBBD}"/>
              </a:ext>
            </a:extLst>
          </p:cNvPr>
          <p:cNvSpPr>
            <a:spLocks noGrp="1"/>
          </p:cNvSpPr>
          <p:nvPr>
            <p:ph type="ctrTitle"/>
          </p:nvPr>
        </p:nvSpPr>
        <p:spPr/>
        <p:txBody>
          <a:bodyPr/>
          <a:lstStyle/>
          <a:p>
            <a:r>
              <a:rPr lang="en-US" sz="8800" dirty="0"/>
              <a:t>Tokenization and Word Frequency</a:t>
            </a:r>
          </a:p>
        </p:txBody>
      </p:sp>
      <p:sp>
        <p:nvSpPr>
          <p:cNvPr id="3" name="Subtitle 2">
            <a:extLst>
              <a:ext uri="{FF2B5EF4-FFF2-40B4-BE49-F238E27FC236}">
                <a16:creationId xmlns:a16="http://schemas.microsoft.com/office/drawing/2014/main" id="{0BB545C2-8580-B027-A1F2-6454EC8ECD39}"/>
              </a:ext>
            </a:extLst>
          </p:cNvPr>
          <p:cNvSpPr>
            <a:spLocks noGrp="1"/>
          </p:cNvSpPr>
          <p:nvPr>
            <p:ph type="subTitle" idx="1"/>
          </p:nvPr>
        </p:nvSpPr>
        <p:spPr/>
        <p:txBody>
          <a:bodyPr/>
          <a:lstStyle/>
          <a:p>
            <a:r>
              <a:rPr lang="en-US" dirty="0"/>
              <a:t>Prof. Sebastián Vallejo Vera</a:t>
            </a:r>
          </a:p>
        </p:txBody>
      </p:sp>
    </p:spTree>
    <p:extLst>
      <p:ext uri="{BB962C8B-B14F-4D97-AF65-F5344CB8AC3E}">
        <p14:creationId xmlns:p14="http://schemas.microsoft.com/office/powerpoint/2010/main" val="29902530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37DDF-BB99-7322-A291-273F5F220952}"/>
              </a:ext>
            </a:extLst>
          </p:cNvPr>
          <p:cNvSpPr>
            <a:spLocks noGrp="1"/>
          </p:cNvSpPr>
          <p:nvPr>
            <p:ph type="title"/>
          </p:nvPr>
        </p:nvSpPr>
        <p:spPr/>
        <p:txBody>
          <a:bodyPr/>
          <a:lstStyle/>
          <a:p>
            <a:r>
              <a:rPr lang="en-US" dirty="0"/>
              <a:t>Glossary </a:t>
            </a:r>
          </a:p>
        </p:txBody>
      </p:sp>
      <p:sp>
        <p:nvSpPr>
          <p:cNvPr id="3" name="Content Placeholder 2">
            <a:extLst>
              <a:ext uri="{FF2B5EF4-FFF2-40B4-BE49-F238E27FC236}">
                <a16:creationId xmlns:a16="http://schemas.microsoft.com/office/drawing/2014/main" id="{EEDE7C6F-8518-71B5-974E-2A707B423FC0}"/>
              </a:ext>
            </a:extLst>
          </p:cNvPr>
          <p:cNvSpPr>
            <a:spLocks noGrp="1"/>
          </p:cNvSpPr>
          <p:nvPr>
            <p:ph idx="1"/>
          </p:nvPr>
        </p:nvSpPr>
        <p:spPr/>
        <p:txBody>
          <a:bodyPr/>
          <a:lstStyle/>
          <a:p>
            <a:r>
              <a:rPr lang="en-US" dirty="0"/>
              <a:t>Token = Word</a:t>
            </a:r>
          </a:p>
          <a:p>
            <a:r>
              <a:rPr lang="en-US" dirty="0"/>
              <a:t>Document = Collection of Tokens</a:t>
            </a:r>
          </a:p>
          <a:p>
            <a:r>
              <a:rPr lang="en-US" dirty="0"/>
              <a:t>Corpus = Collection of Documents</a:t>
            </a:r>
          </a:p>
        </p:txBody>
      </p:sp>
    </p:spTree>
    <p:extLst>
      <p:ext uri="{BB962C8B-B14F-4D97-AF65-F5344CB8AC3E}">
        <p14:creationId xmlns:p14="http://schemas.microsoft.com/office/powerpoint/2010/main" val="23342586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66E875E-10DA-B85E-51C2-EED6E843B778}"/>
              </a:ext>
            </a:extLst>
          </p:cNvPr>
          <p:cNvSpPr>
            <a:spLocks noGrp="1"/>
          </p:cNvSpPr>
          <p:nvPr>
            <p:ph type="title"/>
          </p:nvPr>
        </p:nvSpPr>
        <p:spPr/>
        <p:txBody>
          <a:bodyPr/>
          <a:lstStyle/>
          <a:p>
            <a:endParaRPr lang="en-US"/>
          </a:p>
        </p:txBody>
      </p:sp>
      <p:sp>
        <p:nvSpPr>
          <p:cNvPr id="5" name="Content Placeholder 4">
            <a:extLst>
              <a:ext uri="{FF2B5EF4-FFF2-40B4-BE49-F238E27FC236}">
                <a16:creationId xmlns:a16="http://schemas.microsoft.com/office/drawing/2014/main" id="{B961D87C-5263-E7D6-FC57-AAB0B658C8C0}"/>
              </a:ext>
            </a:extLst>
          </p:cNvPr>
          <p:cNvSpPr>
            <a:spLocks noGrp="1"/>
          </p:cNvSpPr>
          <p:nvPr>
            <p:ph idx="1"/>
          </p:nvPr>
        </p:nvSpPr>
        <p:spPr/>
        <p:txBody>
          <a:bodyPr/>
          <a:lstStyle/>
          <a:p>
            <a:r>
              <a:rPr lang="en-US" dirty="0"/>
              <a:t>When doing quantitative text analysis, we assume:</a:t>
            </a:r>
          </a:p>
          <a:p>
            <a:pPr lvl="1"/>
            <a:r>
              <a:rPr lang="en-US" dirty="0"/>
              <a:t>That texts represent an </a:t>
            </a:r>
            <a:r>
              <a:rPr lang="en-US" dirty="0">
                <a:solidFill>
                  <a:schemeClr val="accent4"/>
                </a:solidFill>
              </a:rPr>
              <a:t>observable implication </a:t>
            </a:r>
            <a:r>
              <a:rPr lang="en-US" dirty="0"/>
              <a:t>of some </a:t>
            </a:r>
            <a:r>
              <a:rPr lang="en-US" dirty="0">
                <a:solidFill>
                  <a:schemeClr val="accent4"/>
                </a:solidFill>
              </a:rPr>
              <a:t>underlying characteristic</a:t>
            </a:r>
            <a:r>
              <a:rPr lang="en-US" dirty="0"/>
              <a:t> of interest (an attribute of the author, the subject, ...)</a:t>
            </a:r>
          </a:p>
          <a:p>
            <a:pPr lvl="1"/>
            <a:r>
              <a:rPr lang="en-US" dirty="0"/>
              <a:t>That texts can be represented through extracting their </a:t>
            </a:r>
            <a:r>
              <a:rPr lang="en-US" dirty="0">
                <a:solidFill>
                  <a:schemeClr val="accent4"/>
                </a:solidFill>
              </a:rPr>
              <a:t>features</a:t>
            </a:r>
            <a:r>
              <a:rPr lang="en-US" dirty="0"/>
              <a:t>--e.g., words--, or evaluating how these </a:t>
            </a:r>
            <a:r>
              <a:rPr lang="en-US" dirty="0">
                <a:solidFill>
                  <a:schemeClr val="accent4"/>
                </a:solidFill>
              </a:rPr>
              <a:t>features interact in context</a:t>
            </a:r>
            <a:r>
              <a:rPr lang="en-US" dirty="0"/>
              <a:t>—e.g., convolutional neural networks.</a:t>
            </a:r>
          </a:p>
          <a:p>
            <a:pPr lvl="1"/>
            <a:r>
              <a:rPr lang="en-US" dirty="0"/>
              <a:t>That we can analyze the </a:t>
            </a:r>
            <a:r>
              <a:rPr lang="en-US" dirty="0">
                <a:solidFill>
                  <a:schemeClr val="accent4"/>
                </a:solidFill>
              </a:rPr>
              <a:t>frequency of features </a:t>
            </a:r>
            <a:r>
              <a:rPr lang="en-US" dirty="0"/>
              <a:t>(as a document-feature matrix) with quantitative methods to measure these underlying characteristics, or we can analyze the interaction of these features to predict characteristics of the text.  </a:t>
            </a:r>
          </a:p>
        </p:txBody>
      </p:sp>
    </p:spTree>
    <p:extLst>
      <p:ext uri="{BB962C8B-B14F-4D97-AF65-F5344CB8AC3E}">
        <p14:creationId xmlns:p14="http://schemas.microsoft.com/office/powerpoint/2010/main" val="9049877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2245CD-A54F-AFE6-4374-990E3F1CB722}"/>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5A048FAC-B415-BD3E-2DC3-76CEE0FCDC4F}"/>
              </a:ext>
            </a:extLst>
          </p:cNvPr>
          <p:cNvSpPr>
            <a:spLocks noGrp="1"/>
          </p:cNvSpPr>
          <p:nvPr>
            <p:ph idx="1"/>
          </p:nvPr>
        </p:nvSpPr>
        <p:spPr/>
        <p:txBody>
          <a:bodyPr/>
          <a:lstStyle/>
          <a:p>
            <a:endParaRPr lang="en-US" dirty="0"/>
          </a:p>
          <a:p>
            <a:endParaRPr lang="en-US" dirty="0"/>
          </a:p>
          <a:p>
            <a:r>
              <a:rPr lang="en-US" dirty="0"/>
              <a:t>There are two big approaches to computational text analysis:</a:t>
            </a:r>
          </a:p>
          <a:p>
            <a:pPr lvl="1"/>
            <a:r>
              <a:rPr lang="en-US" dirty="0"/>
              <a:t>Bag-of-words</a:t>
            </a:r>
          </a:p>
          <a:p>
            <a:pPr lvl="1"/>
            <a:r>
              <a:rPr lang="en-US" dirty="0"/>
              <a:t>Word embeddings </a:t>
            </a:r>
          </a:p>
        </p:txBody>
      </p:sp>
    </p:spTree>
    <p:extLst>
      <p:ext uri="{BB962C8B-B14F-4D97-AF65-F5344CB8AC3E}">
        <p14:creationId xmlns:p14="http://schemas.microsoft.com/office/powerpoint/2010/main" val="4294253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2245CD-A54F-AFE6-4374-990E3F1CB722}"/>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5A048FAC-B415-BD3E-2DC3-76CEE0FCDC4F}"/>
              </a:ext>
            </a:extLst>
          </p:cNvPr>
          <p:cNvSpPr>
            <a:spLocks noGrp="1"/>
          </p:cNvSpPr>
          <p:nvPr>
            <p:ph idx="1"/>
          </p:nvPr>
        </p:nvSpPr>
        <p:spPr/>
        <p:txBody>
          <a:bodyPr/>
          <a:lstStyle/>
          <a:p>
            <a:endParaRPr lang="en-US" dirty="0"/>
          </a:p>
          <a:p>
            <a:endParaRPr lang="en-US" dirty="0"/>
          </a:p>
          <a:p>
            <a:r>
              <a:rPr lang="en-US" dirty="0"/>
              <a:t>There are two big approaches to computational text analysis:</a:t>
            </a:r>
          </a:p>
          <a:p>
            <a:pPr lvl="1"/>
            <a:r>
              <a:rPr lang="en-US" dirty="0">
                <a:solidFill>
                  <a:schemeClr val="accent4"/>
                </a:solidFill>
              </a:rPr>
              <a:t>Bag-of-words</a:t>
            </a:r>
          </a:p>
          <a:p>
            <a:pPr lvl="1"/>
            <a:r>
              <a:rPr lang="en-US" dirty="0"/>
              <a:t>Word embeddings </a:t>
            </a:r>
          </a:p>
        </p:txBody>
      </p:sp>
    </p:spTree>
    <p:extLst>
      <p:ext uri="{BB962C8B-B14F-4D97-AF65-F5344CB8AC3E}">
        <p14:creationId xmlns:p14="http://schemas.microsoft.com/office/powerpoint/2010/main" val="42545486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45A7B8-44E5-EC08-3AA9-65004291C491}"/>
              </a:ext>
            </a:extLst>
          </p:cNvPr>
          <p:cNvSpPr>
            <a:spLocks noGrp="1"/>
          </p:cNvSpPr>
          <p:nvPr>
            <p:ph type="title"/>
          </p:nvPr>
        </p:nvSpPr>
        <p:spPr/>
        <p:txBody>
          <a:bodyPr/>
          <a:lstStyle/>
          <a:p>
            <a:r>
              <a:rPr lang="en-US" dirty="0"/>
              <a:t>Bag of Words</a:t>
            </a:r>
          </a:p>
        </p:txBody>
      </p:sp>
      <p:sp>
        <p:nvSpPr>
          <p:cNvPr id="3" name="Content Placeholder 2">
            <a:extLst>
              <a:ext uri="{FF2B5EF4-FFF2-40B4-BE49-F238E27FC236}">
                <a16:creationId xmlns:a16="http://schemas.microsoft.com/office/drawing/2014/main" id="{0554D98F-4D05-C1C9-EA1D-CAF17A26739A}"/>
              </a:ext>
            </a:extLst>
          </p:cNvPr>
          <p:cNvSpPr>
            <a:spLocks noGrp="1"/>
          </p:cNvSpPr>
          <p:nvPr>
            <p:ph idx="1"/>
          </p:nvPr>
        </p:nvSpPr>
        <p:spPr/>
        <p:txBody>
          <a:bodyPr/>
          <a:lstStyle/>
          <a:p>
            <a:r>
              <a:rPr lang="en-US" dirty="0"/>
              <a:t>When applying a Bag-of-Words (BOW) approach, we are not particularly interested in the order of each token, or how the meaning of each token changes in context, or how tokens related to each other. </a:t>
            </a:r>
          </a:p>
          <a:p>
            <a:r>
              <a:rPr lang="en-US" dirty="0"/>
              <a:t>Rather, we are interested in </a:t>
            </a:r>
            <a:r>
              <a:rPr lang="en-US" dirty="0">
                <a:solidFill>
                  <a:schemeClr val="accent4"/>
                </a:solidFill>
              </a:rPr>
              <a:t>when</a:t>
            </a:r>
            <a:r>
              <a:rPr lang="en-US" dirty="0"/>
              <a:t> these tokens occur, </a:t>
            </a:r>
            <a:r>
              <a:rPr lang="en-US" dirty="0">
                <a:solidFill>
                  <a:schemeClr val="accent4"/>
                </a:solidFill>
              </a:rPr>
              <a:t>how often</a:t>
            </a:r>
            <a:r>
              <a:rPr lang="en-US" dirty="0"/>
              <a:t>, and </a:t>
            </a:r>
            <a:r>
              <a:rPr lang="en-US" dirty="0">
                <a:solidFill>
                  <a:schemeClr val="accent4"/>
                </a:solidFill>
              </a:rPr>
              <a:t>in conjunction</a:t>
            </a:r>
            <a:r>
              <a:rPr lang="en-US" dirty="0"/>
              <a:t> with what other tokens. </a:t>
            </a:r>
          </a:p>
          <a:p>
            <a:r>
              <a:rPr lang="en-US" dirty="0"/>
              <a:t>Thus, we assume that the meaning already embedded in each word (by us, political beings) gives us interpretable context, and their </a:t>
            </a:r>
            <a:r>
              <a:rPr lang="en-US" dirty="0">
                <a:solidFill>
                  <a:schemeClr val="accent4"/>
                </a:solidFill>
              </a:rPr>
              <a:t>frequency</a:t>
            </a:r>
            <a:r>
              <a:rPr lang="en-US" dirty="0"/>
              <a:t> an observable implication.  </a:t>
            </a:r>
          </a:p>
        </p:txBody>
      </p:sp>
    </p:spTree>
    <p:extLst>
      <p:ext uri="{BB962C8B-B14F-4D97-AF65-F5344CB8AC3E}">
        <p14:creationId xmlns:p14="http://schemas.microsoft.com/office/powerpoint/2010/main" val="11698057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A1735-E04A-21F3-CDFE-FA6BEDFAEE64}"/>
              </a:ext>
            </a:extLst>
          </p:cNvPr>
          <p:cNvSpPr>
            <a:spLocks noGrp="1"/>
          </p:cNvSpPr>
          <p:nvPr>
            <p:ph type="title"/>
          </p:nvPr>
        </p:nvSpPr>
        <p:spPr/>
        <p:txBody>
          <a:bodyPr>
            <a:normAutofit/>
          </a:bodyPr>
          <a:lstStyle/>
          <a:p>
            <a:r>
              <a:rPr lang="en-US" sz="7200" dirty="0"/>
              <a:t>Word-Frequency Analysis</a:t>
            </a:r>
          </a:p>
        </p:txBody>
      </p:sp>
      <p:sp>
        <p:nvSpPr>
          <p:cNvPr id="3" name="Text Placeholder 2">
            <a:extLst>
              <a:ext uri="{FF2B5EF4-FFF2-40B4-BE49-F238E27FC236}">
                <a16:creationId xmlns:a16="http://schemas.microsoft.com/office/drawing/2014/main" id="{D993BDB4-D33B-02F4-7B9E-1C5244786CB0}"/>
              </a:ext>
            </a:extLst>
          </p:cNvPr>
          <p:cNvSpPr>
            <a:spLocks noGrp="1"/>
          </p:cNvSpPr>
          <p:nvPr>
            <p:ph type="body" idx="1"/>
          </p:nvPr>
        </p:nvSpPr>
        <p:spPr/>
        <p:txBody>
          <a:bodyPr/>
          <a:lstStyle/>
          <a:p>
            <a:r>
              <a:rPr lang="en-US" dirty="0"/>
              <a:t>(Counting words)</a:t>
            </a:r>
          </a:p>
        </p:txBody>
      </p:sp>
    </p:spTree>
    <p:extLst>
      <p:ext uri="{BB962C8B-B14F-4D97-AF65-F5344CB8AC3E}">
        <p14:creationId xmlns:p14="http://schemas.microsoft.com/office/powerpoint/2010/main" val="35671793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ABE0E8-02A1-B512-1125-831BA2035DCC}"/>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DC7ED72C-C62C-068C-4800-4BB330090791}"/>
              </a:ext>
            </a:extLst>
          </p:cNvPr>
          <p:cNvSpPr>
            <a:spLocks noGrp="1"/>
          </p:cNvSpPr>
          <p:nvPr>
            <p:ph idx="1"/>
          </p:nvPr>
        </p:nvSpPr>
        <p:spPr/>
        <p:txBody>
          <a:bodyPr/>
          <a:lstStyle/>
          <a:p>
            <a:endParaRPr lang="en-US" dirty="0"/>
          </a:p>
          <a:p>
            <a:r>
              <a:rPr lang="en-US" dirty="0"/>
              <a:t>Four steps are required for this analysis:</a:t>
            </a:r>
          </a:p>
          <a:p>
            <a:pPr marL="914400" lvl="1" indent="-457200">
              <a:buFont typeface="+mj-lt"/>
              <a:buAutoNum type="arabicPeriod"/>
            </a:pPr>
            <a:r>
              <a:rPr lang="en-US" dirty="0"/>
              <a:t>Determining the unit of analysis</a:t>
            </a:r>
          </a:p>
          <a:p>
            <a:pPr marL="914400" lvl="1" indent="-457200">
              <a:buFont typeface="+mj-lt"/>
              <a:buAutoNum type="arabicPeriod"/>
            </a:pPr>
            <a:r>
              <a:rPr lang="en-US" dirty="0"/>
              <a:t>Tokenization</a:t>
            </a:r>
          </a:p>
          <a:p>
            <a:pPr marL="914400" lvl="1" indent="-457200">
              <a:buFont typeface="+mj-lt"/>
              <a:buAutoNum type="arabicPeriod"/>
            </a:pPr>
            <a:r>
              <a:rPr lang="en-US" dirty="0"/>
              <a:t>Counting words over space and/or time</a:t>
            </a:r>
          </a:p>
          <a:p>
            <a:pPr marL="914400" lvl="1" indent="-457200">
              <a:buFont typeface="+mj-lt"/>
              <a:buAutoNum type="arabicPeriod"/>
            </a:pPr>
            <a:r>
              <a:rPr lang="en-US" dirty="0"/>
              <a:t>Denominating by totals</a:t>
            </a:r>
          </a:p>
        </p:txBody>
      </p:sp>
    </p:spTree>
    <p:extLst>
      <p:ext uri="{BB962C8B-B14F-4D97-AF65-F5344CB8AC3E}">
        <p14:creationId xmlns:p14="http://schemas.microsoft.com/office/powerpoint/2010/main" val="27538772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CD47FF-C1D6-F84E-17C0-4E8E83E249D5}"/>
              </a:ext>
            </a:extLst>
          </p:cNvPr>
          <p:cNvSpPr>
            <a:spLocks noGrp="1"/>
          </p:cNvSpPr>
          <p:nvPr>
            <p:ph type="title"/>
          </p:nvPr>
        </p:nvSpPr>
        <p:spPr/>
        <p:txBody>
          <a:bodyPr/>
          <a:lstStyle/>
          <a:p>
            <a:r>
              <a:rPr lang="en-US" dirty="0"/>
              <a:t>1. The Unit of Analysis</a:t>
            </a:r>
          </a:p>
        </p:txBody>
      </p:sp>
      <p:sp>
        <p:nvSpPr>
          <p:cNvPr id="3" name="Content Placeholder 2">
            <a:extLst>
              <a:ext uri="{FF2B5EF4-FFF2-40B4-BE49-F238E27FC236}">
                <a16:creationId xmlns:a16="http://schemas.microsoft.com/office/drawing/2014/main" id="{0A8E5013-2274-C73A-7B67-454CA6C3301F}"/>
              </a:ext>
            </a:extLst>
          </p:cNvPr>
          <p:cNvSpPr>
            <a:spLocks noGrp="1"/>
          </p:cNvSpPr>
          <p:nvPr>
            <p:ph idx="1"/>
          </p:nvPr>
        </p:nvSpPr>
        <p:spPr/>
        <p:txBody>
          <a:bodyPr/>
          <a:lstStyle/>
          <a:p>
            <a:r>
              <a:rPr lang="en-US" dirty="0"/>
              <a:t>When analyzing text, we need to determine the unit of analysis.</a:t>
            </a:r>
          </a:p>
          <a:p>
            <a:r>
              <a:rPr lang="en-US" dirty="0"/>
              <a:t>Let’s say you want to analyze a corpus of Constitutions. What should the unit of analysis be?</a:t>
            </a:r>
          </a:p>
          <a:p>
            <a:pPr lvl="1"/>
            <a:r>
              <a:rPr lang="en-US" dirty="0"/>
              <a:t>The whole constitution?</a:t>
            </a:r>
          </a:p>
          <a:p>
            <a:pPr lvl="1"/>
            <a:r>
              <a:rPr lang="en-US" dirty="0"/>
              <a:t>Each chapter?</a:t>
            </a:r>
          </a:p>
          <a:p>
            <a:pPr lvl="1"/>
            <a:r>
              <a:rPr lang="en-US" dirty="0"/>
              <a:t>Each subsection?</a:t>
            </a:r>
          </a:p>
          <a:p>
            <a:pPr lvl="1"/>
            <a:r>
              <a:rPr lang="en-US" dirty="0"/>
              <a:t>Each law/amendment?</a:t>
            </a:r>
          </a:p>
          <a:p>
            <a:pPr lvl="1"/>
            <a:endParaRPr lang="en-US" dirty="0"/>
          </a:p>
          <a:p>
            <a:pPr lvl="1"/>
            <a:endParaRPr lang="en-US" dirty="0"/>
          </a:p>
        </p:txBody>
      </p:sp>
    </p:spTree>
    <p:extLst>
      <p:ext uri="{BB962C8B-B14F-4D97-AF65-F5344CB8AC3E}">
        <p14:creationId xmlns:p14="http://schemas.microsoft.com/office/powerpoint/2010/main" val="6610349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99C788-0583-7B6E-1726-52DB5D29CBD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6CB361E-B6D6-B1A6-A2AC-FEFBE9491392}"/>
              </a:ext>
            </a:extLst>
          </p:cNvPr>
          <p:cNvSpPr>
            <a:spLocks noGrp="1"/>
          </p:cNvSpPr>
          <p:nvPr>
            <p:ph idx="1"/>
          </p:nvPr>
        </p:nvSpPr>
        <p:spPr/>
        <p:txBody>
          <a:bodyPr>
            <a:normAutofit fontScale="92500" lnSpcReduction="20000"/>
          </a:bodyPr>
          <a:lstStyle/>
          <a:p>
            <a:r>
              <a:rPr lang="en-US" dirty="0"/>
              <a:t>Determining the unit of analysis can have practical reasons (i.e., influenced by the state of the text analyzed). </a:t>
            </a:r>
          </a:p>
          <a:p>
            <a:r>
              <a:rPr lang="en-US" dirty="0"/>
              <a:t>Beyond these reasons, the most important consideration is your </a:t>
            </a:r>
            <a:r>
              <a:rPr lang="en-US" dirty="0">
                <a:solidFill>
                  <a:schemeClr val="accent4"/>
                </a:solidFill>
              </a:rPr>
              <a:t>research question</a:t>
            </a:r>
            <a:r>
              <a:rPr lang="en-US" dirty="0"/>
              <a:t>.</a:t>
            </a:r>
          </a:p>
          <a:p>
            <a:r>
              <a:rPr lang="en-US" dirty="0"/>
              <a:t>Before embarking on a long and computer-intensive exploration of your data, take a moment to decide what is the best way to answer your research question. </a:t>
            </a:r>
          </a:p>
          <a:p>
            <a:pPr lvl="1"/>
            <a:r>
              <a:rPr lang="en-US" dirty="0"/>
              <a:t>What are the hypotheses you will be testing?</a:t>
            </a:r>
          </a:p>
          <a:p>
            <a:pPr lvl="1"/>
            <a:r>
              <a:rPr lang="en-US" dirty="0"/>
              <a:t>What behavior or phenomenon are you trying to model?</a:t>
            </a:r>
          </a:p>
          <a:p>
            <a:endParaRPr lang="en-US" dirty="0"/>
          </a:p>
          <a:p>
            <a:r>
              <a:rPr lang="en-US" dirty="0"/>
              <a:t>Note: It is better to decide on the optimal unit of analysis </a:t>
            </a:r>
            <a:r>
              <a:rPr lang="en-US" b="1" i="1" dirty="0"/>
              <a:t>before</a:t>
            </a:r>
            <a:r>
              <a:rPr lang="en-US" dirty="0"/>
              <a:t> you start your analysis. However, choosing the optimal unit of analysis often requires some trial and error, as well as some experience. </a:t>
            </a:r>
          </a:p>
        </p:txBody>
      </p:sp>
    </p:spTree>
    <p:extLst>
      <p:ext uri="{BB962C8B-B14F-4D97-AF65-F5344CB8AC3E}">
        <p14:creationId xmlns:p14="http://schemas.microsoft.com/office/powerpoint/2010/main" val="37031895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F3A39-633E-A997-F49F-B2D2DF160C63}"/>
              </a:ext>
            </a:extLst>
          </p:cNvPr>
          <p:cNvSpPr>
            <a:spLocks noGrp="1"/>
          </p:cNvSpPr>
          <p:nvPr>
            <p:ph type="title"/>
          </p:nvPr>
        </p:nvSpPr>
        <p:spPr/>
        <p:txBody>
          <a:bodyPr/>
          <a:lstStyle/>
          <a:p>
            <a:r>
              <a:rPr lang="en-US" dirty="0"/>
              <a:t>2. Tokenization</a:t>
            </a:r>
          </a:p>
        </p:txBody>
      </p:sp>
      <p:sp>
        <p:nvSpPr>
          <p:cNvPr id="3" name="Content Placeholder 2">
            <a:extLst>
              <a:ext uri="{FF2B5EF4-FFF2-40B4-BE49-F238E27FC236}">
                <a16:creationId xmlns:a16="http://schemas.microsoft.com/office/drawing/2014/main" id="{5BA8C92E-395B-677D-3172-2E12659D3761}"/>
              </a:ext>
            </a:extLst>
          </p:cNvPr>
          <p:cNvSpPr>
            <a:spLocks noGrp="1"/>
          </p:cNvSpPr>
          <p:nvPr>
            <p:ph idx="1"/>
          </p:nvPr>
        </p:nvSpPr>
        <p:spPr/>
        <p:txBody>
          <a:bodyPr/>
          <a:lstStyle/>
          <a:p>
            <a:r>
              <a:rPr lang="en-US" dirty="0"/>
              <a:t>Tokenization: </a:t>
            </a:r>
          </a:p>
          <a:p>
            <a:pPr lvl="1"/>
            <a:r>
              <a:rPr lang="en-US" dirty="0"/>
              <a:t>“First off fuck Dolce &amp; Gabbana (fuck '</a:t>
            </a:r>
            <a:r>
              <a:rPr lang="en-US" dirty="0" err="1"/>
              <a:t>em</a:t>
            </a:r>
            <a:r>
              <a:rPr lang="en-US" dirty="0"/>
              <a:t>, fuck '</a:t>
            </a:r>
            <a:r>
              <a:rPr lang="en-US" dirty="0" err="1"/>
              <a:t>em</a:t>
            </a:r>
            <a:r>
              <a:rPr lang="en-US" dirty="0"/>
              <a:t>). Racist </a:t>
            </a:r>
            <a:r>
              <a:rPr lang="en-US" dirty="0" err="1"/>
              <a:t>mothersuckers</a:t>
            </a:r>
            <a:r>
              <a:rPr lang="en-US" dirty="0"/>
              <a:t> </a:t>
            </a:r>
            <a:r>
              <a:rPr lang="en-US" dirty="0" err="1"/>
              <a:t>tryna</a:t>
            </a:r>
            <a:r>
              <a:rPr lang="en-US" dirty="0"/>
              <a:t> be my </a:t>
            </a:r>
            <a:r>
              <a:rPr lang="en-US" dirty="0" err="1"/>
              <a:t>pana</a:t>
            </a:r>
            <a:r>
              <a:rPr lang="en-US" dirty="0"/>
              <a:t> (</a:t>
            </a:r>
            <a:r>
              <a:rPr lang="en-US" dirty="0" err="1"/>
              <a:t>pana</a:t>
            </a:r>
            <a:r>
              <a:rPr lang="en-US" dirty="0"/>
              <a:t>, </a:t>
            </a:r>
            <a:r>
              <a:rPr lang="en-US" dirty="0" err="1"/>
              <a:t>pana</a:t>
            </a:r>
            <a:r>
              <a:rPr lang="en-US" dirty="0"/>
              <a:t>). Put that on me auntie and me mama, grab the Ghost then I go right back to Ghana.”</a:t>
            </a:r>
          </a:p>
          <a:p>
            <a:pPr lvl="1"/>
            <a:endParaRPr lang="en-US" dirty="0"/>
          </a:p>
          <a:p>
            <a:pPr marL="457200" lvl="1" indent="0">
              <a:buNone/>
            </a:pPr>
            <a:endParaRPr lang="en-US" dirty="0"/>
          </a:p>
        </p:txBody>
      </p:sp>
      <p:pic>
        <p:nvPicPr>
          <p:cNvPr id="4" name="Picture 3">
            <a:extLst>
              <a:ext uri="{FF2B5EF4-FFF2-40B4-BE49-F238E27FC236}">
                <a16:creationId xmlns:a16="http://schemas.microsoft.com/office/drawing/2014/main" id="{C3FC5F01-DF19-61D3-A8F6-80AA2C759F48}"/>
              </a:ext>
            </a:extLst>
          </p:cNvPr>
          <p:cNvPicPr>
            <a:picLocks noChangeAspect="1"/>
          </p:cNvPicPr>
          <p:nvPr/>
        </p:nvPicPr>
        <p:blipFill>
          <a:blip r:embed="rId2"/>
          <a:stretch>
            <a:fillRect/>
          </a:stretch>
        </p:blipFill>
        <p:spPr>
          <a:xfrm>
            <a:off x="4148686" y="3522337"/>
            <a:ext cx="3619500" cy="2616200"/>
          </a:xfrm>
          <a:prstGeom prst="rect">
            <a:avLst/>
          </a:prstGeom>
        </p:spPr>
      </p:pic>
    </p:spTree>
    <p:extLst>
      <p:ext uri="{BB962C8B-B14F-4D97-AF65-F5344CB8AC3E}">
        <p14:creationId xmlns:p14="http://schemas.microsoft.com/office/powerpoint/2010/main" val="17044714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E05328-C6FC-E347-E29C-83C000B79B6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DDF65F6-C8B0-19F6-3BD6-54AF35316E4B}"/>
              </a:ext>
            </a:extLst>
          </p:cNvPr>
          <p:cNvSpPr>
            <a:spLocks noGrp="1"/>
          </p:cNvSpPr>
          <p:nvPr>
            <p:ph idx="1"/>
          </p:nvPr>
        </p:nvSpPr>
        <p:spPr/>
        <p:txBody>
          <a:bodyPr/>
          <a:lstStyle/>
          <a:p>
            <a:r>
              <a:rPr lang="en-US" dirty="0"/>
              <a:t>According to Grimmer et al. (2022), in addition to tokenization we need to:</a:t>
            </a:r>
          </a:p>
          <a:p>
            <a:pPr lvl="1"/>
            <a:r>
              <a:rPr lang="en-US" dirty="0"/>
              <a:t>Reduce complexity</a:t>
            </a:r>
          </a:p>
          <a:p>
            <a:pPr lvl="2"/>
            <a:r>
              <a:rPr lang="en-US" dirty="0"/>
              <a:t>Lowercase</a:t>
            </a:r>
          </a:p>
          <a:p>
            <a:pPr lvl="2"/>
            <a:r>
              <a:rPr lang="en-US" dirty="0"/>
              <a:t>Remove punctuation</a:t>
            </a:r>
          </a:p>
          <a:p>
            <a:pPr lvl="2"/>
            <a:r>
              <a:rPr lang="en-US" dirty="0"/>
              <a:t>Remove stop words</a:t>
            </a:r>
          </a:p>
          <a:p>
            <a:pPr lvl="2"/>
            <a:r>
              <a:rPr lang="en-US" dirty="0"/>
              <a:t>Create equivalence classes</a:t>
            </a:r>
          </a:p>
          <a:p>
            <a:pPr lvl="2"/>
            <a:r>
              <a:rPr lang="en-US" dirty="0"/>
              <a:t>Filter by frequency </a:t>
            </a:r>
          </a:p>
          <a:p>
            <a:pPr lvl="1"/>
            <a:r>
              <a:rPr lang="en-US" dirty="0"/>
              <a:t>Create a document-feature matrix (</a:t>
            </a:r>
            <a:r>
              <a:rPr lang="en-US" dirty="0" err="1"/>
              <a:t>dfm</a:t>
            </a:r>
            <a:r>
              <a:rPr lang="en-US" dirty="0"/>
              <a:t>). </a:t>
            </a:r>
          </a:p>
          <a:p>
            <a:endParaRPr lang="en-US" dirty="0"/>
          </a:p>
        </p:txBody>
      </p:sp>
    </p:spTree>
    <p:extLst>
      <p:ext uri="{BB962C8B-B14F-4D97-AF65-F5344CB8AC3E}">
        <p14:creationId xmlns:p14="http://schemas.microsoft.com/office/powerpoint/2010/main" val="24325918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E05328-C6FC-E347-E29C-83C000B79B6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DDF65F6-C8B0-19F6-3BD6-54AF35316E4B}"/>
              </a:ext>
            </a:extLst>
          </p:cNvPr>
          <p:cNvSpPr>
            <a:spLocks noGrp="1"/>
          </p:cNvSpPr>
          <p:nvPr>
            <p:ph idx="1"/>
          </p:nvPr>
        </p:nvSpPr>
        <p:spPr/>
        <p:txBody>
          <a:bodyPr/>
          <a:lstStyle/>
          <a:p>
            <a:r>
              <a:rPr lang="en-US" dirty="0"/>
              <a:t>According to Grimmer et al. (2022), in addition to tokenization we need:</a:t>
            </a:r>
          </a:p>
          <a:p>
            <a:pPr lvl="1"/>
            <a:r>
              <a:rPr lang="en-US" dirty="0">
                <a:solidFill>
                  <a:schemeClr val="accent4"/>
                </a:solidFill>
              </a:rPr>
              <a:t>Reduce complexity (think about this as reducing noise)</a:t>
            </a:r>
          </a:p>
          <a:p>
            <a:pPr lvl="2"/>
            <a:r>
              <a:rPr lang="en-US" dirty="0">
                <a:solidFill>
                  <a:schemeClr val="accent4"/>
                </a:solidFill>
              </a:rPr>
              <a:t>Lowercase</a:t>
            </a:r>
          </a:p>
          <a:p>
            <a:pPr lvl="2"/>
            <a:r>
              <a:rPr lang="en-US" dirty="0">
                <a:solidFill>
                  <a:schemeClr val="accent4"/>
                </a:solidFill>
              </a:rPr>
              <a:t>Remove punctuation</a:t>
            </a:r>
          </a:p>
          <a:p>
            <a:pPr lvl="2"/>
            <a:r>
              <a:rPr lang="en-US" dirty="0">
                <a:solidFill>
                  <a:schemeClr val="accent4"/>
                </a:solidFill>
              </a:rPr>
              <a:t>Remove stop words</a:t>
            </a:r>
          </a:p>
          <a:p>
            <a:pPr lvl="2"/>
            <a:r>
              <a:rPr lang="en-US" dirty="0">
                <a:solidFill>
                  <a:schemeClr val="accent4"/>
                </a:solidFill>
              </a:rPr>
              <a:t>Create equivalence classes</a:t>
            </a:r>
          </a:p>
          <a:p>
            <a:pPr lvl="2"/>
            <a:r>
              <a:rPr lang="en-US" dirty="0">
                <a:solidFill>
                  <a:schemeClr val="accent4"/>
                </a:solidFill>
              </a:rPr>
              <a:t>Filter by frequency </a:t>
            </a:r>
          </a:p>
          <a:p>
            <a:pPr lvl="1"/>
            <a:r>
              <a:rPr lang="en-US" dirty="0"/>
              <a:t>Create a document-feature matrix (</a:t>
            </a:r>
            <a:r>
              <a:rPr lang="en-US" dirty="0" err="1"/>
              <a:t>dfm</a:t>
            </a:r>
            <a:r>
              <a:rPr lang="en-US" dirty="0"/>
              <a:t>). </a:t>
            </a:r>
          </a:p>
          <a:p>
            <a:endParaRPr lang="en-US" dirty="0"/>
          </a:p>
        </p:txBody>
      </p:sp>
    </p:spTree>
    <p:extLst>
      <p:ext uri="{BB962C8B-B14F-4D97-AF65-F5344CB8AC3E}">
        <p14:creationId xmlns:p14="http://schemas.microsoft.com/office/powerpoint/2010/main" val="15732409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B813B3-5A22-CBC6-6727-4B5A9661A91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982E04B-01F7-32FC-7A80-16F23519456B}"/>
              </a:ext>
            </a:extLst>
          </p:cNvPr>
          <p:cNvSpPr>
            <a:spLocks noGrp="1"/>
          </p:cNvSpPr>
          <p:nvPr>
            <p:ph idx="1"/>
          </p:nvPr>
        </p:nvSpPr>
        <p:spPr/>
        <p:txBody>
          <a:bodyPr/>
          <a:lstStyle/>
          <a:p>
            <a:r>
              <a:rPr lang="en-US" dirty="0"/>
              <a:t>For the computer, Boat != boat. For humans, Boat = boat. Thus, we first turn all the words to </a:t>
            </a:r>
            <a:r>
              <a:rPr lang="en-US" dirty="0">
                <a:solidFill>
                  <a:schemeClr val="accent4"/>
                </a:solidFill>
              </a:rPr>
              <a:t>lowercase</a:t>
            </a:r>
            <a:r>
              <a:rPr lang="en-US" dirty="0"/>
              <a:t>:</a:t>
            </a:r>
          </a:p>
        </p:txBody>
      </p:sp>
      <p:pic>
        <p:nvPicPr>
          <p:cNvPr id="4" name="Picture 3">
            <a:extLst>
              <a:ext uri="{FF2B5EF4-FFF2-40B4-BE49-F238E27FC236}">
                <a16:creationId xmlns:a16="http://schemas.microsoft.com/office/drawing/2014/main" id="{3EF646F5-FDA1-EC52-3DF1-51601AA7400A}"/>
              </a:ext>
            </a:extLst>
          </p:cNvPr>
          <p:cNvPicPr>
            <a:picLocks noChangeAspect="1"/>
          </p:cNvPicPr>
          <p:nvPr/>
        </p:nvPicPr>
        <p:blipFill>
          <a:blip r:embed="rId2"/>
          <a:stretch>
            <a:fillRect/>
          </a:stretch>
        </p:blipFill>
        <p:spPr>
          <a:xfrm>
            <a:off x="2859128" y="3140157"/>
            <a:ext cx="6473743" cy="3028999"/>
          </a:xfrm>
          <a:prstGeom prst="rect">
            <a:avLst/>
          </a:prstGeom>
        </p:spPr>
      </p:pic>
    </p:spTree>
    <p:extLst>
      <p:ext uri="{BB962C8B-B14F-4D97-AF65-F5344CB8AC3E}">
        <p14:creationId xmlns:p14="http://schemas.microsoft.com/office/powerpoint/2010/main" val="5297927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2B3261-C193-2C5C-84EF-BF9E5BA09AF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0F81B67-9C39-E3DB-1FEF-606DFF0F30B5}"/>
              </a:ext>
            </a:extLst>
          </p:cNvPr>
          <p:cNvSpPr>
            <a:spLocks noGrp="1"/>
          </p:cNvSpPr>
          <p:nvPr>
            <p:ph idx="1"/>
          </p:nvPr>
        </p:nvSpPr>
        <p:spPr/>
        <p:txBody>
          <a:bodyPr/>
          <a:lstStyle/>
          <a:p>
            <a:r>
              <a:rPr lang="en-US" dirty="0"/>
              <a:t>Since we are not analyzing tokens in context, we </a:t>
            </a:r>
            <a:r>
              <a:rPr lang="en-US" dirty="0">
                <a:solidFill>
                  <a:schemeClr val="accent4"/>
                </a:solidFill>
              </a:rPr>
              <a:t>remove punctuation</a:t>
            </a:r>
            <a:r>
              <a:rPr lang="en-US" dirty="0"/>
              <a:t>:</a:t>
            </a:r>
          </a:p>
          <a:p>
            <a:pPr marL="0" indent="0">
              <a:buNone/>
            </a:pPr>
            <a:endParaRPr lang="en-US" dirty="0"/>
          </a:p>
        </p:txBody>
      </p:sp>
      <p:pic>
        <p:nvPicPr>
          <p:cNvPr id="4" name="Picture 3">
            <a:extLst>
              <a:ext uri="{FF2B5EF4-FFF2-40B4-BE49-F238E27FC236}">
                <a16:creationId xmlns:a16="http://schemas.microsoft.com/office/drawing/2014/main" id="{8371FE64-DC5D-46C1-CA54-6296D042E448}"/>
              </a:ext>
            </a:extLst>
          </p:cNvPr>
          <p:cNvPicPr>
            <a:picLocks noChangeAspect="1"/>
          </p:cNvPicPr>
          <p:nvPr/>
        </p:nvPicPr>
        <p:blipFill>
          <a:blip r:embed="rId2"/>
          <a:stretch>
            <a:fillRect/>
          </a:stretch>
        </p:blipFill>
        <p:spPr>
          <a:xfrm>
            <a:off x="1932171" y="2976372"/>
            <a:ext cx="8327657" cy="2903220"/>
          </a:xfrm>
          <a:prstGeom prst="rect">
            <a:avLst/>
          </a:prstGeom>
        </p:spPr>
      </p:pic>
    </p:spTree>
    <p:extLst>
      <p:ext uri="{BB962C8B-B14F-4D97-AF65-F5344CB8AC3E}">
        <p14:creationId xmlns:p14="http://schemas.microsoft.com/office/powerpoint/2010/main" val="40495130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F7FF7-6FFB-1C67-BBCD-31EF3EA1AB6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2240197-82B5-C339-1C03-D27E8D33DBA3}"/>
              </a:ext>
            </a:extLst>
          </p:cNvPr>
          <p:cNvSpPr>
            <a:spLocks noGrp="1"/>
          </p:cNvSpPr>
          <p:nvPr>
            <p:ph idx="1"/>
          </p:nvPr>
        </p:nvSpPr>
        <p:spPr/>
        <p:txBody>
          <a:bodyPr/>
          <a:lstStyle/>
          <a:p>
            <a:r>
              <a:rPr lang="en-US" dirty="0">
                <a:solidFill>
                  <a:schemeClr val="accent4"/>
                </a:solidFill>
              </a:rPr>
              <a:t>Stop words </a:t>
            </a:r>
            <a:r>
              <a:rPr lang="en-US" dirty="0"/>
              <a:t>are common words used across documents that (most of the time) do not give much information about the task at hand. </a:t>
            </a:r>
          </a:p>
          <a:p>
            <a:pPr lvl="1"/>
            <a:r>
              <a:rPr lang="en-US" dirty="0"/>
              <a:t>In English, words like ”and”, “the”, and “a” may be removed from the documents to reduce the size and complexity of the feature set.</a:t>
            </a:r>
          </a:p>
          <a:p>
            <a:pPr marL="457200" lvl="1" indent="0">
              <a:buNone/>
            </a:pPr>
            <a:endParaRPr lang="en-US" dirty="0"/>
          </a:p>
        </p:txBody>
      </p:sp>
      <p:pic>
        <p:nvPicPr>
          <p:cNvPr id="6" name="Picture 5">
            <a:extLst>
              <a:ext uri="{FF2B5EF4-FFF2-40B4-BE49-F238E27FC236}">
                <a16:creationId xmlns:a16="http://schemas.microsoft.com/office/drawing/2014/main" id="{F374B71B-8279-4A23-1494-2A7B7B14409C}"/>
              </a:ext>
            </a:extLst>
          </p:cNvPr>
          <p:cNvPicPr>
            <a:picLocks noChangeAspect="1"/>
          </p:cNvPicPr>
          <p:nvPr/>
        </p:nvPicPr>
        <p:blipFill>
          <a:blip r:embed="rId2"/>
          <a:stretch>
            <a:fillRect/>
          </a:stretch>
        </p:blipFill>
        <p:spPr>
          <a:xfrm>
            <a:off x="1817841" y="3907028"/>
            <a:ext cx="8556317" cy="1972564"/>
          </a:xfrm>
          <a:prstGeom prst="rect">
            <a:avLst/>
          </a:prstGeom>
        </p:spPr>
      </p:pic>
    </p:spTree>
    <p:extLst>
      <p:ext uri="{BB962C8B-B14F-4D97-AF65-F5344CB8AC3E}">
        <p14:creationId xmlns:p14="http://schemas.microsoft.com/office/powerpoint/2010/main" val="7008814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989C4-3786-AC3F-64CE-6E4141118ED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B1B1489-4069-689A-5E31-994FCF736796}"/>
              </a:ext>
            </a:extLst>
          </p:cNvPr>
          <p:cNvSpPr>
            <a:spLocks noGrp="1"/>
          </p:cNvSpPr>
          <p:nvPr>
            <p:ph idx="1"/>
          </p:nvPr>
        </p:nvSpPr>
        <p:spPr/>
        <p:txBody>
          <a:bodyPr/>
          <a:lstStyle/>
          <a:p>
            <a:r>
              <a:rPr lang="en-US" dirty="0"/>
              <a:t>For computers, cars != car. For humans, cars = car. For computers, read != reads != reading. For humans, read = reads = reading. Thus, to maintain the root of a word, we can </a:t>
            </a:r>
            <a:r>
              <a:rPr lang="en-US" dirty="0">
                <a:solidFill>
                  <a:schemeClr val="accent4"/>
                </a:solidFill>
              </a:rPr>
              <a:t>stem</a:t>
            </a:r>
            <a:r>
              <a:rPr lang="en-US" dirty="0"/>
              <a:t>. It might look something like this:</a:t>
            </a:r>
          </a:p>
          <a:p>
            <a:pPr marL="0" indent="0">
              <a:buNone/>
            </a:pPr>
            <a:endParaRPr lang="en-US" dirty="0"/>
          </a:p>
        </p:txBody>
      </p:sp>
      <p:pic>
        <p:nvPicPr>
          <p:cNvPr id="4" name="Picture 3">
            <a:extLst>
              <a:ext uri="{FF2B5EF4-FFF2-40B4-BE49-F238E27FC236}">
                <a16:creationId xmlns:a16="http://schemas.microsoft.com/office/drawing/2014/main" id="{8A3CF1A5-91AC-D564-0375-58F6779C1DDC}"/>
              </a:ext>
            </a:extLst>
          </p:cNvPr>
          <p:cNvPicPr>
            <a:picLocks noChangeAspect="1"/>
          </p:cNvPicPr>
          <p:nvPr/>
        </p:nvPicPr>
        <p:blipFill>
          <a:blip r:embed="rId2"/>
          <a:stretch>
            <a:fillRect/>
          </a:stretch>
        </p:blipFill>
        <p:spPr>
          <a:xfrm>
            <a:off x="1426820" y="3899916"/>
            <a:ext cx="9828038" cy="1718564"/>
          </a:xfrm>
          <a:prstGeom prst="rect">
            <a:avLst/>
          </a:prstGeom>
        </p:spPr>
      </p:pic>
    </p:spTree>
    <p:extLst>
      <p:ext uri="{BB962C8B-B14F-4D97-AF65-F5344CB8AC3E}">
        <p14:creationId xmlns:p14="http://schemas.microsoft.com/office/powerpoint/2010/main" val="25433393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D656D2-5288-EDE9-FE76-24D478998A0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E327A58-FD31-8495-3218-1F4EDA042A77}"/>
              </a:ext>
            </a:extLst>
          </p:cNvPr>
          <p:cNvSpPr>
            <a:spLocks noGrp="1"/>
          </p:cNvSpPr>
          <p:nvPr>
            <p:ph idx="1"/>
          </p:nvPr>
        </p:nvSpPr>
        <p:spPr/>
        <p:txBody>
          <a:bodyPr/>
          <a:lstStyle/>
          <a:p>
            <a:r>
              <a:rPr lang="en-US" dirty="0"/>
              <a:t>Finally, there are some tokens that either occur too much or occur too little for them to be relevant to the analysis yet can affect future modelling. </a:t>
            </a:r>
          </a:p>
          <a:p>
            <a:r>
              <a:rPr lang="en-US" dirty="0"/>
              <a:t>For example, in a corpus of Canadian laws, the tokens “</a:t>
            </a:r>
            <a:r>
              <a:rPr lang="en-US" dirty="0" err="1"/>
              <a:t>canada</a:t>
            </a:r>
            <a:r>
              <a:rPr lang="en-US" dirty="0"/>
              <a:t>” and “law” will probably be quite common </a:t>
            </a:r>
            <a:r>
              <a:rPr lang="en-US" i="1" dirty="0"/>
              <a:t>and</a:t>
            </a:r>
            <a:r>
              <a:rPr lang="en-US" dirty="0"/>
              <a:t> quite uninformative. </a:t>
            </a:r>
          </a:p>
          <a:p>
            <a:r>
              <a:rPr lang="en-US" dirty="0"/>
              <a:t>Likewise, tokens that only appear once (or not often) in large corpora are unlikely to be useful.  </a:t>
            </a:r>
          </a:p>
        </p:txBody>
      </p:sp>
    </p:spTree>
    <p:extLst>
      <p:ext uri="{BB962C8B-B14F-4D97-AF65-F5344CB8AC3E}">
        <p14:creationId xmlns:p14="http://schemas.microsoft.com/office/powerpoint/2010/main" val="35005655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E05328-C6FC-E347-E29C-83C000B79B6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DDF65F6-C8B0-19F6-3BD6-54AF35316E4B}"/>
              </a:ext>
            </a:extLst>
          </p:cNvPr>
          <p:cNvSpPr>
            <a:spLocks noGrp="1"/>
          </p:cNvSpPr>
          <p:nvPr>
            <p:ph idx="1"/>
          </p:nvPr>
        </p:nvSpPr>
        <p:spPr/>
        <p:txBody>
          <a:bodyPr/>
          <a:lstStyle/>
          <a:p>
            <a:r>
              <a:rPr lang="en-US" dirty="0"/>
              <a:t>According to Grimmer et al. (2022), in addition to tokenization we need:</a:t>
            </a:r>
          </a:p>
          <a:p>
            <a:pPr lvl="1"/>
            <a:r>
              <a:rPr lang="en-US" dirty="0"/>
              <a:t>Reduce complexity</a:t>
            </a:r>
          </a:p>
          <a:p>
            <a:pPr lvl="2"/>
            <a:r>
              <a:rPr lang="en-US" dirty="0"/>
              <a:t>Lowercase</a:t>
            </a:r>
          </a:p>
          <a:p>
            <a:pPr lvl="2"/>
            <a:r>
              <a:rPr lang="en-US" dirty="0"/>
              <a:t>Remove punctuation</a:t>
            </a:r>
          </a:p>
          <a:p>
            <a:pPr lvl="2"/>
            <a:r>
              <a:rPr lang="en-US" dirty="0"/>
              <a:t>Remove stop words</a:t>
            </a:r>
          </a:p>
          <a:p>
            <a:pPr lvl="2"/>
            <a:r>
              <a:rPr lang="en-US" dirty="0"/>
              <a:t>Create equivalence classes</a:t>
            </a:r>
          </a:p>
          <a:p>
            <a:pPr lvl="2"/>
            <a:r>
              <a:rPr lang="en-US" dirty="0"/>
              <a:t>Filter by frequency </a:t>
            </a:r>
          </a:p>
          <a:p>
            <a:pPr lvl="1"/>
            <a:r>
              <a:rPr lang="en-US" dirty="0">
                <a:solidFill>
                  <a:schemeClr val="accent4"/>
                </a:solidFill>
              </a:rPr>
              <a:t>Create a document-feature matrix (</a:t>
            </a:r>
            <a:r>
              <a:rPr lang="en-US" dirty="0" err="1">
                <a:solidFill>
                  <a:schemeClr val="accent4"/>
                </a:solidFill>
              </a:rPr>
              <a:t>dfm</a:t>
            </a:r>
            <a:r>
              <a:rPr lang="en-US" dirty="0">
                <a:solidFill>
                  <a:schemeClr val="accent4"/>
                </a:solidFill>
              </a:rPr>
              <a:t>). </a:t>
            </a:r>
          </a:p>
          <a:p>
            <a:endParaRPr lang="en-US" dirty="0"/>
          </a:p>
        </p:txBody>
      </p:sp>
    </p:spTree>
    <p:extLst>
      <p:ext uri="{BB962C8B-B14F-4D97-AF65-F5344CB8AC3E}">
        <p14:creationId xmlns:p14="http://schemas.microsoft.com/office/powerpoint/2010/main" val="4000626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7C6FCC-3927-93A4-11F6-0A666160754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76E260E-A04B-9689-5CE2-B9920CD9D5F5}"/>
              </a:ext>
            </a:extLst>
          </p:cNvPr>
          <p:cNvSpPr>
            <a:spLocks noGrp="1"/>
          </p:cNvSpPr>
          <p:nvPr>
            <p:ph idx="1"/>
          </p:nvPr>
        </p:nvSpPr>
        <p:spPr/>
        <p:txBody>
          <a:bodyPr/>
          <a:lstStyle/>
          <a:p>
            <a:r>
              <a:rPr lang="en-US" dirty="0"/>
              <a:t>A document-frequency matrix is an N-document x J-features.  </a:t>
            </a:r>
          </a:p>
          <a:p>
            <a:r>
              <a:rPr lang="en-US" dirty="0"/>
              <a:t>Text 1: “First off fuck Dolce &amp; Gabbana (fuck '</a:t>
            </a:r>
            <a:r>
              <a:rPr lang="en-US" dirty="0" err="1"/>
              <a:t>em</a:t>
            </a:r>
            <a:r>
              <a:rPr lang="en-US" dirty="0"/>
              <a:t>, fuck '</a:t>
            </a:r>
            <a:r>
              <a:rPr lang="en-US" dirty="0" err="1"/>
              <a:t>em</a:t>
            </a:r>
            <a:r>
              <a:rPr lang="en-US" dirty="0"/>
              <a:t>). Racist </a:t>
            </a:r>
            <a:r>
              <a:rPr lang="en-US" dirty="0" err="1"/>
              <a:t>mothersuckers</a:t>
            </a:r>
            <a:r>
              <a:rPr lang="en-US" dirty="0"/>
              <a:t> </a:t>
            </a:r>
            <a:r>
              <a:rPr lang="en-US" dirty="0" err="1"/>
              <a:t>tryna</a:t>
            </a:r>
            <a:r>
              <a:rPr lang="en-US" dirty="0"/>
              <a:t> be my </a:t>
            </a:r>
            <a:r>
              <a:rPr lang="en-US" dirty="0" err="1"/>
              <a:t>pana</a:t>
            </a:r>
            <a:r>
              <a:rPr lang="en-US" dirty="0"/>
              <a:t> (</a:t>
            </a:r>
            <a:r>
              <a:rPr lang="en-US" dirty="0" err="1"/>
              <a:t>pana</a:t>
            </a:r>
            <a:r>
              <a:rPr lang="en-US" dirty="0"/>
              <a:t>, </a:t>
            </a:r>
            <a:r>
              <a:rPr lang="en-US" dirty="0" err="1"/>
              <a:t>pana</a:t>
            </a:r>
            <a:r>
              <a:rPr lang="en-US" dirty="0"/>
              <a:t>). Put that on me auntie and me mama, grab the Ghost then I go right back to Ghana”</a:t>
            </a:r>
          </a:p>
          <a:p>
            <a:r>
              <a:rPr lang="en-US" dirty="0"/>
              <a:t>Text 2: “Skinny boy, skinny boy, where your muscles at? Used to walk to work, eight hours, take the bus back. </a:t>
            </a:r>
            <a:r>
              <a:rPr lang="en-US" dirty="0" err="1"/>
              <a:t>Ain’t</a:t>
            </a:r>
            <a:r>
              <a:rPr lang="en-US" dirty="0"/>
              <a:t> no time to stop, </a:t>
            </a:r>
            <a:r>
              <a:rPr lang="en-US" dirty="0" err="1"/>
              <a:t>ain’t</a:t>
            </a:r>
            <a:r>
              <a:rPr lang="en-US" dirty="0"/>
              <a:t> no time for vacation, y’all want my spot </a:t>
            </a:r>
            <a:r>
              <a:rPr lang="en-US" dirty="0" err="1"/>
              <a:t>‘cause</a:t>
            </a:r>
            <a:r>
              <a:rPr lang="en-US" dirty="0"/>
              <a:t> you know that I am A1.”</a:t>
            </a:r>
          </a:p>
          <a:p>
            <a:endParaRPr lang="en-US" dirty="0"/>
          </a:p>
        </p:txBody>
      </p:sp>
      <p:graphicFrame>
        <p:nvGraphicFramePr>
          <p:cNvPr id="4" name="Table 3">
            <a:extLst>
              <a:ext uri="{FF2B5EF4-FFF2-40B4-BE49-F238E27FC236}">
                <a16:creationId xmlns:a16="http://schemas.microsoft.com/office/drawing/2014/main" id="{85997064-DB3A-89E9-9CA3-9609D35C2E64}"/>
              </a:ext>
            </a:extLst>
          </p:cNvPr>
          <p:cNvGraphicFramePr>
            <a:graphicFrameLocks noGrp="1"/>
          </p:cNvGraphicFramePr>
          <p:nvPr>
            <p:extLst>
              <p:ext uri="{D42A27DB-BD31-4B8C-83A1-F6EECF244321}">
                <p14:modId xmlns:p14="http://schemas.microsoft.com/office/powerpoint/2010/main" val="603277243"/>
              </p:ext>
            </p:extLst>
          </p:nvPr>
        </p:nvGraphicFramePr>
        <p:xfrm>
          <a:off x="1582305" y="4935484"/>
          <a:ext cx="9027390" cy="1483360"/>
        </p:xfrm>
        <a:graphic>
          <a:graphicData uri="http://schemas.openxmlformats.org/drawingml/2006/table">
            <a:tbl>
              <a:tblPr firstRow="1" bandRow="1">
                <a:tableStyleId>{7E9639D4-E3E2-4D34-9284-5A2195B3D0D7}</a:tableStyleId>
              </a:tblPr>
              <a:tblGrid>
                <a:gridCol w="1371600">
                  <a:extLst>
                    <a:ext uri="{9D8B030D-6E8A-4147-A177-3AD203B41FA5}">
                      <a16:colId xmlns:a16="http://schemas.microsoft.com/office/drawing/2014/main" val="3210675438"/>
                    </a:ext>
                  </a:extLst>
                </a:gridCol>
                <a:gridCol w="592282">
                  <a:extLst>
                    <a:ext uri="{9D8B030D-6E8A-4147-A177-3AD203B41FA5}">
                      <a16:colId xmlns:a16="http://schemas.microsoft.com/office/drawing/2014/main" val="521949908"/>
                    </a:ext>
                  </a:extLst>
                </a:gridCol>
                <a:gridCol w="744335">
                  <a:extLst>
                    <a:ext uri="{9D8B030D-6E8A-4147-A177-3AD203B41FA5}">
                      <a16:colId xmlns:a16="http://schemas.microsoft.com/office/drawing/2014/main" val="1753149718"/>
                    </a:ext>
                  </a:extLst>
                </a:gridCol>
                <a:gridCol w="902739">
                  <a:extLst>
                    <a:ext uri="{9D8B030D-6E8A-4147-A177-3AD203B41FA5}">
                      <a16:colId xmlns:a16="http://schemas.microsoft.com/office/drawing/2014/main" val="2054451390"/>
                    </a:ext>
                  </a:extLst>
                </a:gridCol>
                <a:gridCol w="1183263">
                  <a:extLst>
                    <a:ext uri="{9D8B030D-6E8A-4147-A177-3AD203B41FA5}">
                      <a16:colId xmlns:a16="http://schemas.microsoft.com/office/drawing/2014/main" val="438776741"/>
                    </a:ext>
                  </a:extLst>
                </a:gridCol>
                <a:gridCol w="622215">
                  <a:extLst>
                    <a:ext uri="{9D8B030D-6E8A-4147-A177-3AD203B41FA5}">
                      <a16:colId xmlns:a16="http://schemas.microsoft.com/office/drawing/2014/main" val="1259551606"/>
                    </a:ext>
                  </a:extLst>
                </a:gridCol>
                <a:gridCol w="902739">
                  <a:extLst>
                    <a:ext uri="{9D8B030D-6E8A-4147-A177-3AD203B41FA5}">
                      <a16:colId xmlns:a16="http://schemas.microsoft.com/office/drawing/2014/main" val="2193942479"/>
                    </a:ext>
                  </a:extLst>
                </a:gridCol>
                <a:gridCol w="1461007">
                  <a:extLst>
                    <a:ext uri="{9D8B030D-6E8A-4147-A177-3AD203B41FA5}">
                      <a16:colId xmlns:a16="http://schemas.microsoft.com/office/drawing/2014/main" val="519977561"/>
                    </a:ext>
                  </a:extLst>
                </a:gridCol>
                <a:gridCol w="712099">
                  <a:extLst>
                    <a:ext uri="{9D8B030D-6E8A-4147-A177-3AD203B41FA5}">
                      <a16:colId xmlns:a16="http://schemas.microsoft.com/office/drawing/2014/main" val="4024016735"/>
                    </a:ext>
                  </a:extLst>
                </a:gridCol>
                <a:gridCol w="535111">
                  <a:extLst>
                    <a:ext uri="{9D8B030D-6E8A-4147-A177-3AD203B41FA5}">
                      <a16:colId xmlns:a16="http://schemas.microsoft.com/office/drawing/2014/main" val="2506988658"/>
                    </a:ext>
                  </a:extLst>
                </a:gridCol>
              </a:tblGrid>
              <a:tr h="370840">
                <a:tc>
                  <a:txBody>
                    <a:bodyPr/>
                    <a:lstStyle/>
                    <a:p>
                      <a:endParaRPr lang="en-US"/>
                    </a:p>
                  </a:txBody>
                  <a:tcPr/>
                </a:tc>
                <a:tc gridSpan="9">
                  <a:txBody>
                    <a:bodyPr/>
                    <a:lstStyle/>
                    <a:p>
                      <a:pPr algn="ctr"/>
                      <a:r>
                        <a:rPr lang="en-US" dirty="0"/>
                        <a:t>Features</a:t>
                      </a:r>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2381256465"/>
                  </a:ext>
                </a:extLst>
              </a:tr>
              <a:tr h="370840">
                <a:tc>
                  <a:txBody>
                    <a:bodyPr/>
                    <a:lstStyle/>
                    <a:p>
                      <a:r>
                        <a:rPr lang="en-US" dirty="0"/>
                        <a:t>Documents</a:t>
                      </a:r>
                    </a:p>
                  </a:txBody>
                  <a:tcPr/>
                </a:tc>
                <a:tc>
                  <a:txBody>
                    <a:bodyPr/>
                    <a:lstStyle/>
                    <a:p>
                      <a:r>
                        <a:rPr lang="en-US" dirty="0"/>
                        <a:t>first</a:t>
                      </a:r>
                    </a:p>
                  </a:txBody>
                  <a:tcPr/>
                </a:tc>
                <a:tc>
                  <a:txBody>
                    <a:bodyPr/>
                    <a:lstStyle/>
                    <a:p>
                      <a:r>
                        <a:rPr lang="en-US" dirty="0"/>
                        <a:t>fuck</a:t>
                      </a:r>
                    </a:p>
                  </a:txBody>
                  <a:tcPr/>
                </a:tc>
                <a:tc>
                  <a:txBody>
                    <a:bodyPr/>
                    <a:lstStyle/>
                    <a:p>
                      <a:r>
                        <a:rPr lang="en-US" dirty="0" err="1"/>
                        <a:t>dolc</a:t>
                      </a:r>
                      <a:endParaRPr lang="en-US" dirty="0"/>
                    </a:p>
                  </a:txBody>
                  <a:tcPr/>
                </a:tc>
                <a:tc>
                  <a:txBody>
                    <a:bodyPr/>
                    <a:lstStyle/>
                    <a:p>
                      <a:r>
                        <a:rPr lang="en-US" dirty="0" err="1"/>
                        <a:t>gabbana</a:t>
                      </a:r>
                      <a:endParaRPr lang="en-US" dirty="0"/>
                    </a:p>
                  </a:txBody>
                  <a:tcPr/>
                </a:tc>
                <a:tc>
                  <a:txBody>
                    <a:bodyPr/>
                    <a:lstStyle/>
                    <a:p>
                      <a:r>
                        <a:rPr lang="en-US" dirty="0" err="1"/>
                        <a:t>em</a:t>
                      </a:r>
                      <a:endParaRPr lang="en-US" dirty="0"/>
                    </a:p>
                  </a:txBody>
                  <a:tcPr/>
                </a:tc>
                <a:tc>
                  <a:txBody>
                    <a:bodyPr/>
                    <a:lstStyle/>
                    <a:p>
                      <a:r>
                        <a:rPr lang="en-US" dirty="0"/>
                        <a:t>racist</a:t>
                      </a:r>
                    </a:p>
                  </a:txBody>
                  <a:tcPr/>
                </a:tc>
                <a:tc>
                  <a:txBody>
                    <a:bodyPr/>
                    <a:lstStyle/>
                    <a:p>
                      <a:r>
                        <a:rPr lang="en-US" dirty="0" err="1"/>
                        <a:t>mothersuck</a:t>
                      </a:r>
                      <a:endParaRPr lang="en-US" dirty="0"/>
                    </a:p>
                  </a:txBody>
                  <a:tcPr/>
                </a:tc>
                <a:tc>
                  <a:txBody>
                    <a:bodyPr/>
                    <a:lstStyle/>
                    <a:p>
                      <a:r>
                        <a:rPr lang="en-US" dirty="0" err="1"/>
                        <a:t>tryna</a:t>
                      </a:r>
                      <a:endParaRPr lang="en-US" dirty="0"/>
                    </a:p>
                  </a:txBody>
                  <a:tcPr/>
                </a:tc>
                <a:tc>
                  <a:txBody>
                    <a:bodyPr/>
                    <a:lstStyle/>
                    <a:p>
                      <a:r>
                        <a:rPr lang="en-US" dirty="0"/>
                        <a:t>…</a:t>
                      </a:r>
                    </a:p>
                  </a:txBody>
                  <a:tcPr/>
                </a:tc>
                <a:extLst>
                  <a:ext uri="{0D108BD9-81ED-4DB2-BD59-A6C34878D82A}">
                    <a16:rowId xmlns:a16="http://schemas.microsoft.com/office/drawing/2014/main" val="167415532"/>
                  </a:ext>
                </a:extLst>
              </a:tr>
              <a:tr h="370840">
                <a:tc>
                  <a:txBody>
                    <a:bodyPr/>
                    <a:lstStyle/>
                    <a:p>
                      <a:r>
                        <a:rPr lang="en-US" dirty="0"/>
                        <a:t>Text 1</a:t>
                      </a:r>
                    </a:p>
                  </a:txBody>
                  <a:tcPr/>
                </a:tc>
                <a:tc>
                  <a:txBody>
                    <a:bodyPr/>
                    <a:lstStyle/>
                    <a:p>
                      <a:r>
                        <a:rPr lang="en-US" dirty="0"/>
                        <a:t>1</a:t>
                      </a:r>
                    </a:p>
                  </a:txBody>
                  <a:tcPr/>
                </a:tc>
                <a:tc>
                  <a:txBody>
                    <a:bodyPr/>
                    <a:lstStyle/>
                    <a:p>
                      <a:r>
                        <a:rPr lang="en-US" dirty="0"/>
                        <a:t>3</a:t>
                      </a:r>
                    </a:p>
                  </a:txBody>
                  <a:tcPr/>
                </a:tc>
                <a:tc>
                  <a:txBody>
                    <a:bodyPr/>
                    <a:lstStyle/>
                    <a:p>
                      <a:r>
                        <a:rPr lang="en-US" dirty="0"/>
                        <a:t>1</a:t>
                      </a:r>
                    </a:p>
                  </a:txBody>
                  <a:tcPr/>
                </a:tc>
                <a:tc>
                  <a:txBody>
                    <a:bodyPr/>
                    <a:lstStyle/>
                    <a:p>
                      <a:r>
                        <a:rPr lang="en-US" dirty="0"/>
                        <a:t>1</a:t>
                      </a:r>
                    </a:p>
                  </a:txBody>
                  <a:tcPr/>
                </a:tc>
                <a:tc>
                  <a:txBody>
                    <a:bodyPr/>
                    <a:lstStyle/>
                    <a:p>
                      <a:r>
                        <a:rPr lang="en-US" dirty="0"/>
                        <a:t>2</a:t>
                      </a:r>
                    </a:p>
                  </a:txBody>
                  <a:tcPr/>
                </a:tc>
                <a:tc>
                  <a:txBody>
                    <a:bodyPr/>
                    <a:lstStyle/>
                    <a:p>
                      <a:r>
                        <a:rPr lang="en-US" dirty="0"/>
                        <a:t>1</a:t>
                      </a:r>
                    </a:p>
                  </a:txBody>
                  <a:tcPr/>
                </a:tc>
                <a:tc>
                  <a:txBody>
                    <a:bodyPr/>
                    <a:lstStyle/>
                    <a:p>
                      <a:r>
                        <a:rPr lang="en-US" dirty="0"/>
                        <a:t>1</a:t>
                      </a:r>
                    </a:p>
                  </a:txBody>
                  <a:tcPr/>
                </a:tc>
                <a:tc>
                  <a:txBody>
                    <a:bodyPr/>
                    <a:lstStyle/>
                    <a:p>
                      <a:r>
                        <a:rPr lang="en-US" dirty="0"/>
                        <a:t>1</a:t>
                      </a:r>
                    </a:p>
                  </a:txBody>
                  <a:tcPr/>
                </a:tc>
                <a:tc>
                  <a:txBody>
                    <a:bodyPr/>
                    <a:lstStyle/>
                    <a:p>
                      <a:r>
                        <a:rPr lang="en-US" dirty="0"/>
                        <a:t>…</a:t>
                      </a:r>
                    </a:p>
                  </a:txBody>
                  <a:tcPr/>
                </a:tc>
                <a:extLst>
                  <a:ext uri="{0D108BD9-81ED-4DB2-BD59-A6C34878D82A}">
                    <a16:rowId xmlns:a16="http://schemas.microsoft.com/office/drawing/2014/main" val="58910553"/>
                  </a:ext>
                </a:extLst>
              </a:tr>
              <a:tr h="370840">
                <a:tc>
                  <a:txBody>
                    <a:bodyPr/>
                    <a:lstStyle/>
                    <a:p>
                      <a:r>
                        <a:rPr lang="en-US" dirty="0"/>
                        <a:t>Text 2</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tc>
                  <a:txBody>
                    <a:bodyPr/>
                    <a:lstStyle/>
                    <a:p>
                      <a:r>
                        <a:rPr lang="en-US" dirty="0"/>
                        <a:t>…</a:t>
                      </a:r>
                    </a:p>
                  </a:txBody>
                  <a:tcPr/>
                </a:tc>
                <a:extLst>
                  <a:ext uri="{0D108BD9-81ED-4DB2-BD59-A6C34878D82A}">
                    <a16:rowId xmlns:a16="http://schemas.microsoft.com/office/drawing/2014/main" val="811644312"/>
                  </a:ext>
                </a:extLst>
              </a:tr>
            </a:tbl>
          </a:graphicData>
        </a:graphic>
      </p:graphicFrame>
    </p:spTree>
    <p:extLst>
      <p:ext uri="{BB962C8B-B14F-4D97-AF65-F5344CB8AC3E}">
        <p14:creationId xmlns:p14="http://schemas.microsoft.com/office/powerpoint/2010/main" val="6429153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0E88E7-76B5-5119-40D9-C8CCC70F087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0975AB1-194F-2894-3A97-0317C618B8EC}"/>
              </a:ext>
            </a:extLst>
          </p:cNvPr>
          <p:cNvSpPr>
            <a:spLocks noGrp="1"/>
          </p:cNvSpPr>
          <p:nvPr>
            <p:ph idx="1"/>
          </p:nvPr>
        </p:nvSpPr>
        <p:spPr/>
        <p:txBody>
          <a:bodyPr/>
          <a:lstStyle/>
          <a:p>
            <a:endParaRPr lang="en-US" dirty="0"/>
          </a:p>
          <a:p>
            <a:endParaRPr lang="en-US" dirty="0"/>
          </a:p>
          <a:p>
            <a:r>
              <a:rPr lang="en-US" dirty="0"/>
              <a:t>Done… in the code we will talk about </a:t>
            </a:r>
            <a:r>
              <a:rPr lang="en-US" dirty="0">
                <a:solidFill>
                  <a:schemeClr val="accent4"/>
                </a:solidFill>
              </a:rPr>
              <a:t>n-grams</a:t>
            </a:r>
            <a:r>
              <a:rPr lang="en-US" dirty="0"/>
              <a:t>.</a:t>
            </a:r>
          </a:p>
        </p:txBody>
      </p:sp>
    </p:spTree>
    <p:extLst>
      <p:ext uri="{BB962C8B-B14F-4D97-AF65-F5344CB8AC3E}">
        <p14:creationId xmlns:p14="http://schemas.microsoft.com/office/powerpoint/2010/main" val="34370378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2BCD43-86EF-1D3B-F019-EC267121D0B7}"/>
              </a:ext>
            </a:extLst>
          </p:cNvPr>
          <p:cNvSpPr>
            <a:spLocks noGrp="1"/>
          </p:cNvSpPr>
          <p:nvPr>
            <p:ph type="title"/>
          </p:nvPr>
        </p:nvSpPr>
        <p:spPr/>
        <p:txBody>
          <a:bodyPr/>
          <a:lstStyle/>
          <a:p>
            <a:r>
              <a:rPr lang="en-US" dirty="0"/>
              <a:t>3. Counting Words Over Space/Time</a:t>
            </a:r>
          </a:p>
        </p:txBody>
      </p:sp>
      <p:sp>
        <p:nvSpPr>
          <p:cNvPr id="3" name="Content Placeholder 2">
            <a:extLst>
              <a:ext uri="{FF2B5EF4-FFF2-40B4-BE49-F238E27FC236}">
                <a16:creationId xmlns:a16="http://schemas.microsoft.com/office/drawing/2014/main" id="{C411A3F2-BEE7-9688-966E-FB3E31869E10}"/>
              </a:ext>
            </a:extLst>
          </p:cNvPr>
          <p:cNvSpPr>
            <a:spLocks noGrp="1"/>
          </p:cNvSpPr>
          <p:nvPr>
            <p:ph idx="1"/>
          </p:nvPr>
        </p:nvSpPr>
        <p:spPr/>
        <p:txBody>
          <a:bodyPr/>
          <a:lstStyle/>
          <a:p>
            <a:r>
              <a:rPr lang="en-US" dirty="0"/>
              <a:t>Imagine a corpus of weekly class evaluations. Each document is an individual evaluation. We can count words over time:</a:t>
            </a:r>
          </a:p>
          <a:p>
            <a:pPr lvl="1"/>
            <a:r>
              <a:rPr lang="en-US" dirty="0"/>
              <a:t>Count all words for each time unit t (e.g., week)</a:t>
            </a:r>
          </a:p>
          <a:p>
            <a:pPr lvl="1"/>
            <a:r>
              <a:rPr lang="en-US" dirty="0"/>
              <a:t>Count all words denoting a word of interest (e.g., “amazing”)</a:t>
            </a:r>
          </a:p>
        </p:txBody>
      </p:sp>
      <p:cxnSp>
        <p:nvCxnSpPr>
          <p:cNvPr id="8" name="Straight Arrow Connector 7">
            <a:extLst>
              <a:ext uri="{FF2B5EF4-FFF2-40B4-BE49-F238E27FC236}">
                <a16:creationId xmlns:a16="http://schemas.microsoft.com/office/drawing/2014/main" id="{1F6F46F0-8950-A6C7-4062-8C38F21CF936}"/>
              </a:ext>
            </a:extLst>
          </p:cNvPr>
          <p:cNvCxnSpPr>
            <a:cxnSpLocks/>
          </p:cNvCxnSpPr>
          <p:nvPr/>
        </p:nvCxnSpPr>
        <p:spPr>
          <a:xfrm flipV="1">
            <a:off x="4664034" y="3888777"/>
            <a:ext cx="0" cy="276960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C6E0A68B-9099-F1E3-E78F-CC8EA992D2C3}"/>
              </a:ext>
            </a:extLst>
          </p:cNvPr>
          <p:cNvCxnSpPr>
            <a:cxnSpLocks/>
          </p:cNvCxnSpPr>
          <p:nvPr/>
        </p:nvCxnSpPr>
        <p:spPr>
          <a:xfrm>
            <a:off x="4535879" y="6488668"/>
            <a:ext cx="3307774"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C1C391E7-BA6E-57D5-E5F5-DC7A2409C515}"/>
              </a:ext>
            </a:extLst>
          </p:cNvPr>
          <p:cNvSpPr txBox="1"/>
          <p:nvPr/>
        </p:nvSpPr>
        <p:spPr>
          <a:xfrm rot="16200000">
            <a:off x="3340263" y="5088915"/>
            <a:ext cx="2021900" cy="369332"/>
          </a:xfrm>
          <a:prstGeom prst="rect">
            <a:avLst/>
          </a:prstGeom>
          <a:noFill/>
        </p:spPr>
        <p:txBody>
          <a:bodyPr wrap="none" rtlCol="0">
            <a:spAutoFit/>
          </a:bodyPr>
          <a:lstStyle/>
          <a:p>
            <a:r>
              <a:rPr lang="en-US" dirty="0"/>
              <a:t>Amazing Frequency</a:t>
            </a:r>
          </a:p>
        </p:txBody>
      </p:sp>
      <p:sp>
        <p:nvSpPr>
          <p:cNvPr id="14" name="TextBox 13">
            <a:extLst>
              <a:ext uri="{FF2B5EF4-FFF2-40B4-BE49-F238E27FC236}">
                <a16:creationId xmlns:a16="http://schemas.microsoft.com/office/drawing/2014/main" id="{11C11E54-E3EB-F052-6382-9A2EB490D3F9}"/>
              </a:ext>
            </a:extLst>
          </p:cNvPr>
          <p:cNvSpPr txBox="1"/>
          <p:nvPr/>
        </p:nvSpPr>
        <p:spPr>
          <a:xfrm>
            <a:off x="5895636" y="6488668"/>
            <a:ext cx="716415" cy="369332"/>
          </a:xfrm>
          <a:prstGeom prst="rect">
            <a:avLst/>
          </a:prstGeom>
          <a:noFill/>
        </p:spPr>
        <p:txBody>
          <a:bodyPr wrap="none" rtlCol="0">
            <a:spAutoFit/>
          </a:bodyPr>
          <a:lstStyle/>
          <a:p>
            <a:r>
              <a:rPr lang="en-US" dirty="0"/>
              <a:t>Week</a:t>
            </a:r>
          </a:p>
        </p:txBody>
      </p:sp>
      <mc:AlternateContent xmlns:mc="http://schemas.openxmlformats.org/markup-compatibility/2006" xmlns:p14="http://schemas.microsoft.com/office/powerpoint/2010/main" xmlns:aink="http://schemas.microsoft.com/office/drawing/2016/ink">
        <mc:Choice Requires="p14 aink">
          <p:contentPart p14:bwMode="auto" r:id="rId2">
            <p14:nvContentPartPr>
              <p14:cNvPr id="15" name="Ink 14">
                <a:extLst>
                  <a:ext uri="{FF2B5EF4-FFF2-40B4-BE49-F238E27FC236}">
                    <a16:creationId xmlns:a16="http://schemas.microsoft.com/office/drawing/2014/main" id="{945CB5D7-6D14-9F7F-910D-E6B28BEC7BCB}"/>
                  </a:ext>
                </a:extLst>
              </p14:cNvPr>
              <p14:cNvContentPartPr/>
              <p14:nvPr/>
            </p14:nvContentPartPr>
            <p14:xfrm>
              <a:off x="4830060" y="6140755"/>
              <a:ext cx="42840" cy="47160"/>
            </p14:xfrm>
          </p:contentPart>
        </mc:Choice>
        <mc:Fallback xmlns="">
          <p:pic>
            <p:nvPicPr>
              <p:cNvPr id="15" name="Ink 14">
                <a:extLst>
                  <a:ext uri="{FF2B5EF4-FFF2-40B4-BE49-F238E27FC236}">
                    <a16:creationId xmlns:a16="http://schemas.microsoft.com/office/drawing/2014/main" id="{945CB5D7-6D14-9F7F-910D-E6B28BEC7BCB}"/>
                  </a:ext>
                </a:extLst>
              </p:cNvPr>
              <p:cNvPicPr/>
              <p:nvPr/>
            </p:nvPicPr>
            <p:blipFill>
              <a:blip r:embed="rId3"/>
              <a:stretch>
                <a:fillRect/>
              </a:stretch>
            </p:blipFill>
            <p:spPr>
              <a:xfrm>
                <a:off x="4821420" y="6131755"/>
                <a:ext cx="60480" cy="64800"/>
              </a:xfrm>
              <a:prstGeom prst="rect">
                <a:avLst/>
              </a:prstGeom>
            </p:spPr>
          </p:pic>
        </mc:Fallback>
      </mc:AlternateContent>
      <p:grpSp>
        <p:nvGrpSpPr>
          <p:cNvPr id="18" name="Group 17">
            <a:extLst>
              <a:ext uri="{FF2B5EF4-FFF2-40B4-BE49-F238E27FC236}">
                <a16:creationId xmlns:a16="http://schemas.microsoft.com/office/drawing/2014/main" id="{8C0C5D17-02EB-7C48-022A-64DD2788C8F5}"/>
              </a:ext>
            </a:extLst>
          </p:cNvPr>
          <p:cNvGrpSpPr/>
          <p:nvPr/>
        </p:nvGrpSpPr>
        <p:grpSpPr>
          <a:xfrm>
            <a:off x="4870380" y="4117915"/>
            <a:ext cx="2451240" cy="2063160"/>
            <a:chOff x="4435445" y="3849938"/>
            <a:chExt cx="2451240" cy="2063160"/>
          </a:xfrm>
        </p:grpSpPr>
        <mc:AlternateContent xmlns:mc="http://schemas.openxmlformats.org/markup-compatibility/2006" xmlns:p14="http://schemas.microsoft.com/office/powerpoint/2010/main" xmlns:aink="http://schemas.microsoft.com/office/drawing/2016/ink">
          <mc:Choice Requires="p14 aink">
            <p:contentPart p14:bwMode="auto" r:id="rId4">
              <p14:nvContentPartPr>
                <p14:cNvPr id="16" name="Ink 15">
                  <a:extLst>
                    <a:ext uri="{FF2B5EF4-FFF2-40B4-BE49-F238E27FC236}">
                      <a16:creationId xmlns:a16="http://schemas.microsoft.com/office/drawing/2014/main" id="{A46B1D59-35D0-7268-3E4A-F4A590CEE49B}"/>
                    </a:ext>
                  </a:extLst>
                </p14:cNvPr>
                <p14:cNvContentPartPr/>
                <p14:nvPr/>
              </p14:nvContentPartPr>
              <p14:xfrm>
                <a:off x="4435445" y="3849938"/>
                <a:ext cx="2451240" cy="2063160"/>
              </p14:xfrm>
            </p:contentPart>
          </mc:Choice>
          <mc:Fallback xmlns="">
            <p:pic>
              <p:nvPicPr>
                <p:cNvPr id="16" name="Ink 15">
                  <a:extLst>
                    <a:ext uri="{FF2B5EF4-FFF2-40B4-BE49-F238E27FC236}">
                      <a16:creationId xmlns:a16="http://schemas.microsoft.com/office/drawing/2014/main" id="{A46B1D59-35D0-7268-3E4A-F4A590CEE49B}"/>
                    </a:ext>
                  </a:extLst>
                </p:cNvPr>
                <p:cNvPicPr/>
                <p:nvPr/>
              </p:nvPicPr>
              <p:blipFill>
                <a:blip r:embed="rId5"/>
                <a:stretch>
                  <a:fillRect/>
                </a:stretch>
              </p:blipFill>
              <p:spPr>
                <a:xfrm>
                  <a:off x="4426445" y="3840938"/>
                  <a:ext cx="2468880" cy="20808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6">
              <p14:nvContentPartPr>
                <p14:cNvPr id="17" name="Ink 16">
                  <a:extLst>
                    <a:ext uri="{FF2B5EF4-FFF2-40B4-BE49-F238E27FC236}">
                      <a16:creationId xmlns:a16="http://schemas.microsoft.com/office/drawing/2014/main" id="{8ED2F0FE-2E32-0F67-CCFB-CE9D0A46BB28}"/>
                    </a:ext>
                  </a:extLst>
                </p14:cNvPr>
                <p14:cNvContentPartPr/>
                <p14:nvPr/>
              </p14:nvContentPartPr>
              <p14:xfrm>
                <a:off x="6623525" y="3977378"/>
                <a:ext cx="61920" cy="76320"/>
              </p14:xfrm>
            </p:contentPart>
          </mc:Choice>
          <mc:Fallback xmlns="">
            <p:pic>
              <p:nvPicPr>
                <p:cNvPr id="17" name="Ink 16">
                  <a:extLst>
                    <a:ext uri="{FF2B5EF4-FFF2-40B4-BE49-F238E27FC236}">
                      <a16:creationId xmlns:a16="http://schemas.microsoft.com/office/drawing/2014/main" id="{8ED2F0FE-2E32-0F67-CCFB-CE9D0A46BB28}"/>
                    </a:ext>
                  </a:extLst>
                </p:cNvPr>
                <p:cNvPicPr/>
                <p:nvPr/>
              </p:nvPicPr>
              <p:blipFill>
                <a:blip r:embed="rId7"/>
                <a:stretch>
                  <a:fillRect/>
                </a:stretch>
              </p:blipFill>
              <p:spPr>
                <a:xfrm>
                  <a:off x="6614525" y="3968378"/>
                  <a:ext cx="79560" cy="93960"/>
                </a:xfrm>
                <a:prstGeom prst="rect">
                  <a:avLst/>
                </a:prstGeom>
              </p:spPr>
            </p:pic>
          </mc:Fallback>
        </mc:AlternateContent>
      </p:grpSp>
      <p:grpSp>
        <p:nvGrpSpPr>
          <p:cNvPr id="25" name="Group 24">
            <a:extLst>
              <a:ext uri="{FF2B5EF4-FFF2-40B4-BE49-F238E27FC236}">
                <a16:creationId xmlns:a16="http://schemas.microsoft.com/office/drawing/2014/main" id="{3F9D5E47-7ACF-E2B0-954A-43F8AA36BB05}"/>
              </a:ext>
            </a:extLst>
          </p:cNvPr>
          <p:cNvGrpSpPr/>
          <p:nvPr/>
        </p:nvGrpSpPr>
        <p:grpSpPr>
          <a:xfrm>
            <a:off x="5256300" y="5451715"/>
            <a:ext cx="1047240" cy="686880"/>
            <a:chOff x="4821365" y="5183738"/>
            <a:chExt cx="1047240" cy="686880"/>
          </a:xfrm>
        </p:grpSpPr>
        <mc:AlternateContent xmlns:mc="http://schemas.openxmlformats.org/markup-compatibility/2006" xmlns:p14="http://schemas.microsoft.com/office/powerpoint/2010/main" xmlns:aink="http://schemas.microsoft.com/office/drawing/2016/ink">
          <mc:Choice Requires="p14 aink">
            <p:contentPart p14:bwMode="auto" r:id="rId8">
              <p14:nvContentPartPr>
                <p14:cNvPr id="19" name="Ink 18">
                  <a:extLst>
                    <a:ext uri="{FF2B5EF4-FFF2-40B4-BE49-F238E27FC236}">
                      <a16:creationId xmlns:a16="http://schemas.microsoft.com/office/drawing/2014/main" id="{FCAE7643-7A80-D38E-8F03-EF479C505284}"/>
                    </a:ext>
                  </a:extLst>
                </p14:cNvPr>
                <p14:cNvContentPartPr/>
                <p14:nvPr/>
              </p14:nvContentPartPr>
              <p14:xfrm>
                <a:off x="4821365" y="5829938"/>
                <a:ext cx="47520" cy="40680"/>
              </p14:xfrm>
            </p:contentPart>
          </mc:Choice>
          <mc:Fallback xmlns="">
            <p:pic>
              <p:nvPicPr>
                <p:cNvPr id="19" name="Ink 18">
                  <a:extLst>
                    <a:ext uri="{FF2B5EF4-FFF2-40B4-BE49-F238E27FC236}">
                      <a16:creationId xmlns:a16="http://schemas.microsoft.com/office/drawing/2014/main" id="{FCAE7643-7A80-D38E-8F03-EF479C505284}"/>
                    </a:ext>
                  </a:extLst>
                </p:cNvPr>
                <p:cNvPicPr/>
                <p:nvPr/>
              </p:nvPicPr>
              <p:blipFill>
                <a:blip r:embed="rId9"/>
                <a:stretch>
                  <a:fillRect/>
                </a:stretch>
              </p:blipFill>
              <p:spPr>
                <a:xfrm>
                  <a:off x="4812365" y="5820938"/>
                  <a:ext cx="65160" cy="583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0">
              <p14:nvContentPartPr>
                <p14:cNvPr id="20" name="Ink 19">
                  <a:extLst>
                    <a:ext uri="{FF2B5EF4-FFF2-40B4-BE49-F238E27FC236}">
                      <a16:creationId xmlns:a16="http://schemas.microsoft.com/office/drawing/2014/main" id="{7F3D1D63-3586-5C2D-F3B4-84F856E7EF3F}"/>
                    </a:ext>
                  </a:extLst>
                </p14:cNvPr>
                <p14:cNvContentPartPr/>
                <p14:nvPr/>
              </p14:nvContentPartPr>
              <p14:xfrm>
                <a:off x="5162285" y="5640218"/>
                <a:ext cx="33480" cy="69120"/>
              </p14:xfrm>
            </p:contentPart>
          </mc:Choice>
          <mc:Fallback xmlns="">
            <p:pic>
              <p:nvPicPr>
                <p:cNvPr id="20" name="Ink 19">
                  <a:extLst>
                    <a:ext uri="{FF2B5EF4-FFF2-40B4-BE49-F238E27FC236}">
                      <a16:creationId xmlns:a16="http://schemas.microsoft.com/office/drawing/2014/main" id="{7F3D1D63-3586-5C2D-F3B4-84F856E7EF3F}"/>
                    </a:ext>
                  </a:extLst>
                </p:cNvPr>
                <p:cNvPicPr/>
                <p:nvPr/>
              </p:nvPicPr>
              <p:blipFill>
                <a:blip r:embed="rId11"/>
                <a:stretch>
                  <a:fillRect/>
                </a:stretch>
              </p:blipFill>
              <p:spPr>
                <a:xfrm>
                  <a:off x="5153285" y="5631218"/>
                  <a:ext cx="51120" cy="867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2">
              <p14:nvContentPartPr>
                <p14:cNvPr id="22" name="Ink 21">
                  <a:extLst>
                    <a:ext uri="{FF2B5EF4-FFF2-40B4-BE49-F238E27FC236}">
                      <a16:creationId xmlns:a16="http://schemas.microsoft.com/office/drawing/2014/main" id="{403B0829-2096-23AD-BEFC-088078C934F5}"/>
                    </a:ext>
                  </a:extLst>
                </p14:cNvPr>
                <p14:cNvContentPartPr/>
                <p14:nvPr/>
              </p14:nvContentPartPr>
              <p14:xfrm>
                <a:off x="5515085" y="5405858"/>
                <a:ext cx="41760" cy="73800"/>
              </p14:xfrm>
            </p:contentPart>
          </mc:Choice>
          <mc:Fallback xmlns="">
            <p:pic>
              <p:nvPicPr>
                <p:cNvPr id="22" name="Ink 21">
                  <a:extLst>
                    <a:ext uri="{FF2B5EF4-FFF2-40B4-BE49-F238E27FC236}">
                      <a16:creationId xmlns:a16="http://schemas.microsoft.com/office/drawing/2014/main" id="{403B0829-2096-23AD-BEFC-088078C934F5}"/>
                    </a:ext>
                  </a:extLst>
                </p:cNvPr>
                <p:cNvPicPr/>
                <p:nvPr/>
              </p:nvPicPr>
              <p:blipFill>
                <a:blip r:embed="rId13"/>
                <a:stretch>
                  <a:fillRect/>
                </a:stretch>
              </p:blipFill>
              <p:spPr>
                <a:xfrm>
                  <a:off x="5506085" y="5396858"/>
                  <a:ext cx="59400" cy="914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4">
              <p14:nvContentPartPr>
                <p14:cNvPr id="24" name="Ink 23">
                  <a:extLst>
                    <a:ext uri="{FF2B5EF4-FFF2-40B4-BE49-F238E27FC236}">
                      <a16:creationId xmlns:a16="http://schemas.microsoft.com/office/drawing/2014/main" id="{07F1AC67-356D-2ACF-53F9-780FAFD4A888}"/>
                    </a:ext>
                  </a:extLst>
                </p14:cNvPr>
                <p14:cNvContentPartPr/>
                <p14:nvPr/>
              </p14:nvContentPartPr>
              <p14:xfrm>
                <a:off x="5821085" y="5183738"/>
                <a:ext cx="47520" cy="52200"/>
              </p14:xfrm>
            </p:contentPart>
          </mc:Choice>
          <mc:Fallback xmlns="">
            <p:pic>
              <p:nvPicPr>
                <p:cNvPr id="24" name="Ink 23">
                  <a:extLst>
                    <a:ext uri="{FF2B5EF4-FFF2-40B4-BE49-F238E27FC236}">
                      <a16:creationId xmlns:a16="http://schemas.microsoft.com/office/drawing/2014/main" id="{07F1AC67-356D-2ACF-53F9-780FAFD4A888}"/>
                    </a:ext>
                  </a:extLst>
                </p:cNvPr>
                <p:cNvPicPr/>
                <p:nvPr/>
              </p:nvPicPr>
              <p:blipFill>
                <a:blip r:embed="rId15"/>
                <a:stretch>
                  <a:fillRect/>
                </a:stretch>
              </p:blipFill>
              <p:spPr>
                <a:xfrm>
                  <a:off x="5812445" y="5175098"/>
                  <a:ext cx="65160" cy="69840"/>
                </a:xfrm>
                <a:prstGeom prst="rect">
                  <a:avLst/>
                </a:prstGeom>
              </p:spPr>
            </p:pic>
          </mc:Fallback>
        </mc:AlternateContent>
      </p:grpSp>
      <mc:AlternateContent xmlns:mc="http://schemas.openxmlformats.org/markup-compatibility/2006" xmlns:p14="http://schemas.microsoft.com/office/powerpoint/2010/main" xmlns:aink="http://schemas.microsoft.com/office/drawing/2016/ink">
        <mc:Choice Requires="p14 aink">
          <p:contentPart p14:bwMode="auto" r:id="rId16">
            <p14:nvContentPartPr>
              <p14:cNvPr id="26" name="Ink 25">
                <a:extLst>
                  <a:ext uri="{FF2B5EF4-FFF2-40B4-BE49-F238E27FC236}">
                    <a16:creationId xmlns:a16="http://schemas.microsoft.com/office/drawing/2014/main" id="{EA1B518A-8229-0100-5CA7-2CDC4EFEE350}"/>
                  </a:ext>
                </a:extLst>
              </p14:cNvPr>
              <p14:cNvContentPartPr/>
              <p14:nvPr/>
            </p14:nvContentPartPr>
            <p14:xfrm>
              <a:off x="6625020" y="5012875"/>
              <a:ext cx="30240" cy="41760"/>
            </p14:xfrm>
          </p:contentPart>
        </mc:Choice>
        <mc:Fallback xmlns="">
          <p:pic>
            <p:nvPicPr>
              <p:cNvPr id="26" name="Ink 25">
                <a:extLst>
                  <a:ext uri="{FF2B5EF4-FFF2-40B4-BE49-F238E27FC236}">
                    <a16:creationId xmlns:a16="http://schemas.microsoft.com/office/drawing/2014/main" id="{EA1B518A-8229-0100-5CA7-2CDC4EFEE350}"/>
                  </a:ext>
                </a:extLst>
              </p:cNvPr>
              <p:cNvPicPr/>
              <p:nvPr/>
            </p:nvPicPr>
            <p:blipFill>
              <a:blip r:embed="rId17"/>
              <a:stretch>
                <a:fillRect/>
              </a:stretch>
            </p:blipFill>
            <p:spPr>
              <a:xfrm>
                <a:off x="6616020" y="5003875"/>
                <a:ext cx="47880" cy="594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8">
            <p14:nvContentPartPr>
              <p14:cNvPr id="27" name="Ink 26">
                <a:extLst>
                  <a:ext uri="{FF2B5EF4-FFF2-40B4-BE49-F238E27FC236}">
                    <a16:creationId xmlns:a16="http://schemas.microsoft.com/office/drawing/2014/main" id="{DD694061-629D-AA08-B516-1D6298092554}"/>
                  </a:ext>
                </a:extLst>
              </p14:cNvPr>
              <p14:cNvContentPartPr/>
              <p14:nvPr/>
            </p14:nvContentPartPr>
            <p14:xfrm>
              <a:off x="6809700" y="4688155"/>
              <a:ext cx="24480" cy="37440"/>
            </p14:xfrm>
          </p:contentPart>
        </mc:Choice>
        <mc:Fallback xmlns="">
          <p:pic>
            <p:nvPicPr>
              <p:cNvPr id="27" name="Ink 26">
                <a:extLst>
                  <a:ext uri="{FF2B5EF4-FFF2-40B4-BE49-F238E27FC236}">
                    <a16:creationId xmlns:a16="http://schemas.microsoft.com/office/drawing/2014/main" id="{DD694061-629D-AA08-B516-1D6298092554}"/>
                  </a:ext>
                </a:extLst>
              </p:cNvPr>
              <p:cNvPicPr/>
              <p:nvPr/>
            </p:nvPicPr>
            <p:blipFill>
              <a:blip r:embed="rId19"/>
              <a:stretch>
                <a:fillRect/>
              </a:stretch>
            </p:blipFill>
            <p:spPr>
              <a:xfrm>
                <a:off x="6801060" y="4679515"/>
                <a:ext cx="42120" cy="55080"/>
              </a:xfrm>
              <a:prstGeom prst="rect">
                <a:avLst/>
              </a:prstGeom>
            </p:spPr>
          </p:pic>
        </mc:Fallback>
      </mc:AlternateContent>
    </p:spTree>
    <p:extLst>
      <p:ext uri="{BB962C8B-B14F-4D97-AF65-F5344CB8AC3E}">
        <p14:creationId xmlns:p14="http://schemas.microsoft.com/office/powerpoint/2010/main" val="32035542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3F1069-FD68-BDF4-E038-74E9D4EB9817}"/>
              </a:ext>
            </a:extLst>
          </p:cNvPr>
          <p:cNvSpPr>
            <a:spLocks noGrp="1"/>
          </p:cNvSpPr>
          <p:nvPr>
            <p:ph type="title"/>
          </p:nvPr>
        </p:nvSpPr>
        <p:spPr/>
        <p:txBody>
          <a:bodyPr/>
          <a:lstStyle/>
          <a:p>
            <a:r>
              <a:rPr lang="en-US" dirty="0"/>
              <a:t>4. Denominating by Total</a:t>
            </a:r>
          </a:p>
        </p:txBody>
      </p:sp>
      <p:sp>
        <p:nvSpPr>
          <p:cNvPr id="3" name="Content Placeholder 2">
            <a:extLst>
              <a:ext uri="{FF2B5EF4-FFF2-40B4-BE49-F238E27FC236}">
                <a16:creationId xmlns:a16="http://schemas.microsoft.com/office/drawing/2014/main" id="{4DF449F3-E5BB-AC05-AF41-01CAF5B5FC8B}"/>
              </a:ext>
            </a:extLst>
          </p:cNvPr>
          <p:cNvSpPr>
            <a:spLocks noGrp="1"/>
          </p:cNvSpPr>
          <p:nvPr>
            <p:ph idx="1"/>
          </p:nvPr>
        </p:nvSpPr>
        <p:spPr/>
        <p:txBody>
          <a:bodyPr/>
          <a:lstStyle/>
          <a:p>
            <a:r>
              <a:rPr lang="en-US" dirty="0"/>
              <a:t>Too good to be true… How can our inference go wrong?</a:t>
            </a:r>
          </a:p>
          <a:p>
            <a:endParaRPr lang="en-US" dirty="0"/>
          </a:p>
          <a:p>
            <a:r>
              <a:rPr lang="en-US" dirty="0"/>
              <a:t>That’s right: We do not know how many words were written in total. </a:t>
            </a:r>
          </a:p>
          <a:p>
            <a:endParaRPr lang="en-US" dirty="0"/>
          </a:p>
          <a:p>
            <a:r>
              <a:rPr lang="en-US" dirty="0"/>
              <a:t>What to do then?</a:t>
            </a:r>
          </a:p>
          <a:p>
            <a:endParaRPr lang="en-US" dirty="0"/>
          </a:p>
          <a:p>
            <a:r>
              <a:rPr lang="en-US" dirty="0"/>
              <a:t>Right again: We can use the proportion of ”amazing” to the total number of words written (adding a denominator). </a:t>
            </a:r>
          </a:p>
        </p:txBody>
      </p:sp>
    </p:spTree>
    <p:extLst>
      <p:ext uri="{BB962C8B-B14F-4D97-AF65-F5344CB8AC3E}">
        <p14:creationId xmlns:p14="http://schemas.microsoft.com/office/powerpoint/2010/main" val="10326210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Arrow Connector 3">
            <a:extLst>
              <a:ext uri="{FF2B5EF4-FFF2-40B4-BE49-F238E27FC236}">
                <a16:creationId xmlns:a16="http://schemas.microsoft.com/office/drawing/2014/main" id="{B433DF94-96A1-E26A-67CF-FFC2CA9D5F5B}"/>
              </a:ext>
            </a:extLst>
          </p:cNvPr>
          <p:cNvCxnSpPr>
            <a:cxnSpLocks/>
          </p:cNvCxnSpPr>
          <p:nvPr/>
        </p:nvCxnSpPr>
        <p:spPr>
          <a:xfrm flipV="1">
            <a:off x="2015986" y="2308835"/>
            <a:ext cx="0" cy="276960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5" name="Straight Arrow Connector 4">
            <a:extLst>
              <a:ext uri="{FF2B5EF4-FFF2-40B4-BE49-F238E27FC236}">
                <a16:creationId xmlns:a16="http://schemas.microsoft.com/office/drawing/2014/main" id="{D693ACC3-326E-32A1-724E-2278E4E03681}"/>
              </a:ext>
            </a:extLst>
          </p:cNvPr>
          <p:cNvCxnSpPr>
            <a:cxnSpLocks/>
          </p:cNvCxnSpPr>
          <p:nvPr/>
        </p:nvCxnSpPr>
        <p:spPr>
          <a:xfrm>
            <a:off x="1887831" y="4908726"/>
            <a:ext cx="3307774"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842BC450-B21C-22E9-3C87-C13113CE24ED}"/>
              </a:ext>
            </a:extLst>
          </p:cNvPr>
          <p:cNvSpPr txBox="1"/>
          <p:nvPr/>
        </p:nvSpPr>
        <p:spPr>
          <a:xfrm rot="16200000">
            <a:off x="1048660" y="3508973"/>
            <a:ext cx="1309013" cy="369332"/>
          </a:xfrm>
          <a:prstGeom prst="rect">
            <a:avLst/>
          </a:prstGeom>
          <a:noFill/>
        </p:spPr>
        <p:txBody>
          <a:bodyPr wrap="none" rtlCol="0">
            <a:spAutoFit/>
          </a:bodyPr>
          <a:lstStyle/>
          <a:p>
            <a:r>
              <a:rPr lang="en-US" dirty="0"/>
              <a:t>Total tokens</a:t>
            </a:r>
          </a:p>
        </p:txBody>
      </p:sp>
      <p:sp>
        <p:nvSpPr>
          <p:cNvPr id="7" name="TextBox 6">
            <a:extLst>
              <a:ext uri="{FF2B5EF4-FFF2-40B4-BE49-F238E27FC236}">
                <a16:creationId xmlns:a16="http://schemas.microsoft.com/office/drawing/2014/main" id="{180497DE-0BE1-F63F-5A80-69631F6B661B}"/>
              </a:ext>
            </a:extLst>
          </p:cNvPr>
          <p:cNvSpPr txBox="1"/>
          <p:nvPr/>
        </p:nvSpPr>
        <p:spPr>
          <a:xfrm>
            <a:off x="3247588" y="4908726"/>
            <a:ext cx="716415" cy="369332"/>
          </a:xfrm>
          <a:prstGeom prst="rect">
            <a:avLst/>
          </a:prstGeom>
          <a:noFill/>
        </p:spPr>
        <p:txBody>
          <a:bodyPr wrap="none" rtlCol="0">
            <a:spAutoFit/>
          </a:bodyPr>
          <a:lstStyle/>
          <a:p>
            <a:r>
              <a:rPr lang="en-US" dirty="0"/>
              <a:t>Week</a:t>
            </a:r>
          </a:p>
        </p:txBody>
      </p:sp>
      <mc:AlternateContent xmlns:mc="http://schemas.openxmlformats.org/markup-compatibility/2006" xmlns:p14="http://schemas.microsoft.com/office/powerpoint/2010/main" xmlns:aink="http://schemas.microsoft.com/office/drawing/2016/ink">
        <mc:Choice Requires="p14 aink">
          <p:contentPart p14:bwMode="auto" r:id="rId2">
            <p14:nvContentPartPr>
              <p14:cNvPr id="8" name="Ink 7">
                <a:extLst>
                  <a:ext uri="{FF2B5EF4-FFF2-40B4-BE49-F238E27FC236}">
                    <a16:creationId xmlns:a16="http://schemas.microsoft.com/office/drawing/2014/main" id="{A018D7B9-2C0B-F61A-F19F-82A88869424C}"/>
                  </a:ext>
                </a:extLst>
              </p14:cNvPr>
              <p14:cNvContentPartPr/>
              <p14:nvPr/>
            </p14:nvContentPartPr>
            <p14:xfrm>
              <a:off x="2182012" y="4560813"/>
              <a:ext cx="42840" cy="47160"/>
            </p14:xfrm>
          </p:contentPart>
        </mc:Choice>
        <mc:Fallback xmlns="">
          <p:pic>
            <p:nvPicPr>
              <p:cNvPr id="8" name="Ink 7">
                <a:extLst>
                  <a:ext uri="{FF2B5EF4-FFF2-40B4-BE49-F238E27FC236}">
                    <a16:creationId xmlns:a16="http://schemas.microsoft.com/office/drawing/2014/main" id="{A018D7B9-2C0B-F61A-F19F-82A88869424C}"/>
                  </a:ext>
                </a:extLst>
              </p:cNvPr>
              <p:cNvPicPr/>
              <p:nvPr/>
            </p:nvPicPr>
            <p:blipFill>
              <a:blip r:embed="rId3"/>
              <a:stretch>
                <a:fillRect/>
              </a:stretch>
            </p:blipFill>
            <p:spPr>
              <a:xfrm>
                <a:off x="2173372" y="4551813"/>
                <a:ext cx="60480" cy="64800"/>
              </a:xfrm>
              <a:prstGeom prst="rect">
                <a:avLst/>
              </a:prstGeom>
            </p:spPr>
          </p:pic>
        </mc:Fallback>
      </mc:AlternateContent>
      <p:grpSp>
        <p:nvGrpSpPr>
          <p:cNvPr id="9" name="Group 8">
            <a:extLst>
              <a:ext uri="{FF2B5EF4-FFF2-40B4-BE49-F238E27FC236}">
                <a16:creationId xmlns:a16="http://schemas.microsoft.com/office/drawing/2014/main" id="{346BD413-5B39-E53A-15B8-2F2C465765E9}"/>
              </a:ext>
            </a:extLst>
          </p:cNvPr>
          <p:cNvGrpSpPr/>
          <p:nvPr/>
        </p:nvGrpSpPr>
        <p:grpSpPr>
          <a:xfrm>
            <a:off x="2222332" y="2537973"/>
            <a:ext cx="2451240" cy="2063160"/>
            <a:chOff x="4435445" y="3849938"/>
            <a:chExt cx="2451240" cy="2063160"/>
          </a:xfrm>
        </p:grpSpPr>
        <mc:AlternateContent xmlns:mc="http://schemas.openxmlformats.org/markup-compatibility/2006" xmlns:p14="http://schemas.microsoft.com/office/powerpoint/2010/main" xmlns:aink="http://schemas.microsoft.com/office/drawing/2016/ink">
          <mc:Choice Requires="p14 aink">
            <p:contentPart p14:bwMode="auto" r:id="rId4">
              <p14:nvContentPartPr>
                <p14:cNvPr id="10" name="Ink 9">
                  <a:extLst>
                    <a:ext uri="{FF2B5EF4-FFF2-40B4-BE49-F238E27FC236}">
                      <a16:creationId xmlns:a16="http://schemas.microsoft.com/office/drawing/2014/main" id="{EF7FE282-7D40-1E4F-F3F6-C61E0DD4DE34}"/>
                    </a:ext>
                  </a:extLst>
                </p14:cNvPr>
                <p14:cNvContentPartPr/>
                <p14:nvPr/>
              </p14:nvContentPartPr>
              <p14:xfrm>
                <a:off x="4435445" y="3849938"/>
                <a:ext cx="2451240" cy="2063160"/>
              </p14:xfrm>
            </p:contentPart>
          </mc:Choice>
          <mc:Fallback xmlns="">
            <p:pic>
              <p:nvPicPr>
                <p:cNvPr id="10" name="Ink 9">
                  <a:extLst>
                    <a:ext uri="{FF2B5EF4-FFF2-40B4-BE49-F238E27FC236}">
                      <a16:creationId xmlns:a16="http://schemas.microsoft.com/office/drawing/2014/main" id="{EF7FE282-7D40-1E4F-F3F6-C61E0DD4DE34}"/>
                    </a:ext>
                  </a:extLst>
                </p:cNvPr>
                <p:cNvPicPr/>
                <p:nvPr/>
              </p:nvPicPr>
              <p:blipFill>
                <a:blip r:embed="rId5"/>
                <a:stretch>
                  <a:fillRect/>
                </a:stretch>
              </p:blipFill>
              <p:spPr>
                <a:xfrm>
                  <a:off x="4426445" y="3840938"/>
                  <a:ext cx="2468880" cy="20808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6">
              <p14:nvContentPartPr>
                <p14:cNvPr id="11" name="Ink 10">
                  <a:extLst>
                    <a:ext uri="{FF2B5EF4-FFF2-40B4-BE49-F238E27FC236}">
                      <a16:creationId xmlns:a16="http://schemas.microsoft.com/office/drawing/2014/main" id="{E471638D-24DE-E1F6-4D2F-DED4F1583006}"/>
                    </a:ext>
                  </a:extLst>
                </p14:cNvPr>
                <p14:cNvContentPartPr/>
                <p14:nvPr/>
              </p14:nvContentPartPr>
              <p14:xfrm>
                <a:off x="6623525" y="3977378"/>
                <a:ext cx="61920" cy="76320"/>
              </p14:xfrm>
            </p:contentPart>
          </mc:Choice>
          <mc:Fallback xmlns="">
            <p:pic>
              <p:nvPicPr>
                <p:cNvPr id="11" name="Ink 10">
                  <a:extLst>
                    <a:ext uri="{FF2B5EF4-FFF2-40B4-BE49-F238E27FC236}">
                      <a16:creationId xmlns:a16="http://schemas.microsoft.com/office/drawing/2014/main" id="{E471638D-24DE-E1F6-4D2F-DED4F1583006}"/>
                    </a:ext>
                  </a:extLst>
                </p:cNvPr>
                <p:cNvPicPr/>
                <p:nvPr/>
              </p:nvPicPr>
              <p:blipFill>
                <a:blip r:embed="rId7"/>
                <a:stretch>
                  <a:fillRect/>
                </a:stretch>
              </p:blipFill>
              <p:spPr>
                <a:xfrm>
                  <a:off x="6614525" y="3968378"/>
                  <a:ext cx="79560" cy="93960"/>
                </a:xfrm>
                <a:prstGeom prst="rect">
                  <a:avLst/>
                </a:prstGeom>
              </p:spPr>
            </p:pic>
          </mc:Fallback>
        </mc:AlternateContent>
      </p:grpSp>
      <p:grpSp>
        <p:nvGrpSpPr>
          <p:cNvPr id="12" name="Group 11">
            <a:extLst>
              <a:ext uri="{FF2B5EF4-FFF2-40B4-BE49-F238E27FC236}">
                <a16:creationId xmlns:a16="http://schemas.microsoft.com/office/drawing/2014/main" id="{172F9D37-6AC9-4461-B910-8335914A75F8}"/>
              </a:ext>
            </a:extLst>
          </p:cNvPr>
          <p:cNvGrpSpPr/>
          <p:nvPr/>
        </p:nvGrpSpPr>
        <p:grpSpPr>
          <a:xfrm>
            <a:off x="2608252" y="3871773"/>
            <a:ext cx="1047240" cy="686880"/>
            <a:chOff x="4821365" y="5183738"/>
            <a:chExt cx="1047240" cy="686880"/>
          </a:xfrm>
        </p:grpSpPr>
        <mc:AlternateContent xmlns:mc="http://schemas.openxmlformats.org/markup-compatibility/2006" xmlns:p14="http://schemas.microsoft.com/office/powerpoint/2010/main" xmlns:aink="http://schemas.microsoft.com/office/drawing/2016/ink">
          <mc:Choice Requires="p14 aink">
            <p:contentPart p14:bwMode="auto" r:id="rId8">
              <p14:nvContentPartPr>
                <p14:cNvPr id="13" name="Ink 12">
                  <a:extLst>
                    <a:ext uri="{FF2B5EF4-FFF2-40B4-BE49-F238E27FC236}">
                      <a16:creationId xmlns:a16="http://schemas.microsoft.com/office/drawing/2014/main" id="{BAF90912-53C4-0AA8-E3E3-45FFB0B2FDC5}"/>
                    </a:ext>
                  </a:extLst>
                </p14:cNvPr>
                <p14:cNvContentPartPr/>
                <p14:nvPr/>
              </p14:nvContentPartPr>
              <p14:xfrm>
                <a:off x="4821365" y="5829938"/>
                <a:ext cx="47520" cy="40680"/>
              </p14:xfrm>
            </p:contentPart>
          </mc:Choice>
          <mc:Fallback xmlns="">
            <p:pic>
              <p:nvPicPr>
                <p:cNvPr id="13" name="Ink 12">
                  <a:extLst>
                    <a:ext uri="{FF2B5EF4-FFF2-40B4-BE49-F238E27FC236}">
                      <a16:creationId xmlns:a16="http://schemas.microsoft.com/office/drawing/2014/main" id="{BAF90912-53C4-0AA8-E3E3-45FFB0B2FDC5}"/>
                    </a:ext>
                  </a:extLst>
                </p:cNvPr>
                <p:cNvPicPr/>
                <p:nvPr/>
              </p:nvPicPr>
              <p:blipFill>
                <a:blip r:embed="rId9"/>
                <a:stretch>
                  <a:fillRect/>
                </a:stretch>
              </p:blipFill>
              <p:spPr>
                <a:xfrm>
                  <a:off x="4812365" y="5820938"/>
                  <a:ext cx="65160" cy="583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0">
              <p14:nvContentPartPr>
                <p14:cNvPr id="14" name="Ink 13">
                  <a:extLst>
                    <a:ext uri="{FF2B5EF4-FFF2-40B4-BE49-F238E27FC236}">
                      <a16:creationId xmlns:a16="http://schemas.microsoft.com/office/drawing/2014/main" id="{1FC87A30-1220-246C-6A41-17B1424894F6}"/>
                    </a:ext>
                  </a:extLst>
                </p14:cNvPr>
                <p14:cNvContentPartPr/>
                <p14:nvPr/>
              </p14:nvContentPartPr>
              <p14:xfrm>
                <a:off x="5162285" y="5640218"/>
                <a:ext cx="33480" cy="69120"/>
              </p14:xfrm>
            </p:contentPart>
          </mc:Choice>
          <mc:Fallback xmlns="">
            <p:pic>
              <p:nvPicPr>
                <p:cNvPr id="14" name="Ink 13">
                  <a:extLst>
                    <a:ext uri="{FF2B5EF4-FFF2-40B4-BE49-F238E27FC236}">
                      <a16:creationId xmlns:a16="http://schemas.microsoft.com/office/drawing/2014/main" id="{1FC87A30-1220-246C-6A41-17B1424894F6}"/>
                    </a:ext>
                  </a:extLst>
                </p:cNvPr>
                <p:cNvPicPr/>
                <p:nvPr/>
              </p:nvPicPr>
              <p:blipFill>
                <a:blip r:embed="rId11"/>
                <a:stretch>
                  <a:fillRect/>
                </a:stretch>
              </p:blipFill>
              <p:spPr>
                <a:xfrm>
                  <a:off x="5153285" y="5631218"/>
                  <a:ext cx="51120" cy="867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2">
              <p14:nvContentPartPr>
                <p14:cNvPr id="15" name="Ink 14">
                  <a:extLst>
                    <a:ext uri="{FF2B5EF4-FFF2-40B4-BE49-F238E27FC236}">
                      <a16:creationId xmlns:a16="http://schemas.microsoft.com/office/drawing/2014/main" id="{B44FF8BF-11EB-F8E2-EF18-6EC4AD0217DC}"/>
                    </a:ext>
                  </a:extLst>
                </p14:cNvPr>
                <p14:cNvContentPartPr/>
                <p14:nvPr/>
              </p14:nvContentPartPr>
              <p14:xfrm>
                <a:off x="5515085" y="5405858"/>
                <a:ext cx="41760" cy="73800"/>
              </p14:xfrm>
            </p:contentPart>
          </mc:Choice>
          <mc:Fallback xmlns="">
            <p:pic>
              <p:nvPicPr>
                <p:cNvPr id="15" name="Ink 14">
                  <a:extLst>
                    <a:ext uri="{FF2B5EF4-FFF2-40B4-BE49-F238E27FC236}">
                      <a16:creationId xmlns:a16="http://schemas.microsoft.com/office/drawing/2014/main" id="{B44FF8BF-11EB-F8E2-EF18-6EC4AD0217DC}"/>
                    </a:ext>
                  </a:extLst>
                </p:cNvPr>
                <p:cNvPicPr/>
                <p:nvPr/>
              </p:nvPicPr>
              <p:blipFill>
                <a:blip r:embed="rId13"/>
                <a:stretch>
                  <a:fillRect/>
                </a:stretch>
              </p:blipFill>
              <p:spPr>
                <a:xfrm>
                  <a:off x="5506085" y="5396858"/>
                  <a:ext cx="59400" cy="914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4">
              <p14:nvContentPartPr>
                <p14:cNvPr id="16" name="Ink 15">
                  <a:extLst>
                    <a:ext uri="{FF2B5EF4-FFF2-40B4-BE49-F238E27FC236}">
                      <a16:creationId xmlns:a16="http://schemas.microsoft.com/office/drawing/2014/main" id="{DDA36A73-BF16-FEA3-43EA-DB69481D615C}"/>
                    </a:ext>
                  </a:extLst>
                </p14:cNvPr>
                <p14:cNvContentPartPr/>
                <p14:nvPr/>
              </p14:nvContentPartPr>
              <p14:xfrm>
                <a:off x="5821085" y="5183738"/>
                <a:ext cx="47520" cy="52200"/>
              </p14:xfrm>
            </p:contentPart>
          </mc:Choice>
          <mc:Fallback xmlns="">
            <p:pic>
              <p:nvPicPr>
                <p:cNvPr id="16" name="Ink 15">
                  <a:extLst>
                    <a:ext uri="{FF2B5EF4-FFF2-40B4-BE49-F238E27FC236}">
                      <a16:creationId xmlns:a16="http://schemas.microsoft.com/office/drawing/2014/main" id="{DDA36A73-BF16-FEA3-43EA-DB69481D615C}"/>
                    </a:ext>
                  </a:extLst>
                </p:cNvPr>
                <p:cNvPicPr/>
                <p:nvPr/>
              </p:nvPicPr>
              <p:blipFill>
                <a:blip r:embed="rId15"/>
                <a:stretch>
                  <a:fillRect/>
                </a:stretch>
              </p:blipFill>
              <p:spPr>
                <a:xfrm>
                  <a:off x="5812445" y="5175098"/>
                  <a:ext cx="65160" cy="69840"/>
                </a:xfrm>
                <a:prstGeom prst="rect">
                  <a:avLst/>
                </a:prstGeom>
              </p:spPr>
            </p:pic>
          </mc:Fallback>
        </mc:AlternateContent>
      </p:grpSp>
      <mc:AlternateContent xmlns:mc="http://schemas.openxmlformats.org/markup-compatibility/2006" xmlns:p14="http://schemas.microsoft.com/office/powerpoint/2010/main" xmlns:aink="http://schemas.microsoft.com/office/drawing/2016/ink">
        <mc:Choice Requires="p14 aink">
          <p:contentPart p14:bwMode="auto" r:id="rId16">
            <p14:nvContentPartPr>
              <p14:cNvPr id="17" name="Ink 16">
                <a:extLst>
                  <a:ext uri="{FF2B5EF4-FFF2-40B4-BE49-F238E27FC236}">
                    <a16:creationId xmlns:a16="http://schemas.microsoft.com/office/drawing/2014/main" id="{927C721F-E9FB-6F4F-5F05-747415622435}"/>
                  </a:ext>
                </a:extLst>
              </p14:cNvPr>
              <p14:cNvContentPartPr/>
              <p14:nvPr/>
            </p14:nvContentPartPr>
            <p14:xfrm>
              <a:off x="3976972" y="3432933"/>
              <a:ext cx="30240" cy="41760"/>
            </p14:xfrm>
          </p:contentPart>
        </mc:Choice>
        <mc:Fallback xmlns="">
          <p:pic>
            <p:nvPicPr>
              <p:cNvPr id="17" name="Ink 16">
                <a:extLst>
                  <a:ext uri="{FF2B5EF4-FFF2-40B4-BE49-F238E27FC236}">
                    <a16:creationId xmlns:a16="http://schemas.microsoft.com/office/drawing/2014/main" id="{927C721F-E9FB-6F4F-5F05-747415622435}"/>
                  </a:ext>
                </a:extLst>
              </p:cNvPr>
              <p:cNvPicPr/>
              <p:nvPr/>
            </p:nvPicPr>
            <p:blipFill>
              <a:blip r:embed="rId17"/>
              <a:stretch>
                <a:fillRect/>
              </a:stretch>
            </p:blipFill>
            <p:spPr>
              <a:xfrm>
                <a:off x="3967972" y="3423933"/>
                <a:ext cx="47880" cy="594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8">
            <p14:nvContentPartPr>
              <p14:cNvPr id="18" name="Ink 17">
                <a:extLst>
                  <a:ext uri="{FF2B5EF4-FFF2-40B4-BE49-F238E27FC236}">
                    <a16:creationId xmlns:a16="http://schemas.microsoft.com/office/drawing/2014/main" id="{2C28DD8E-B8F9-0FB7-79E7-B6BC81750111}"/>
                  </a:ext>
                </a:extLst>
              </p14:cNvPr>
              <p14:cNvContentPartPr/>
              <p14:nvPr/>
            </p14:nvContentPartPr>
            <p14:xfrm>
              <a:off x="4161652" y="3108213"/>
              <a:ext cx="24480" cy="37440"/>
            </p14:xfrm>
          </p:contentPart>
        </mc:Choice>
        <mc:Fallback xmlns="">
          <p:pic>
            <p:nvPicPr>
              <p:cNvPr id="18" name="Ink 17">
                <a:extLst>
                  <a:ext uri="{FF2B5EF4-FFF2-40B4-BE49-F238E27FC236}">
                    <a16:creationId xmlns:a16="http://schemas.microsoft.com/office/drawing/2014/main" id="{2C28DD8E-B8F9-0FB7-79E7-B6BC81750111}"/>
                  </a:ext>
                </a:extLst>
              </p:cNvPr>
              <p:cNvPicPr/>
              <p:nvPr/>
            </p:nvPicPr>
            <p:blipFill>
              <a:blip r:embed="rId19"/>
              <a:stretch>
                <a:fillRect/>
              </a:stretch>
            </p:blipFill>
            <p:spPr>
              <a:xfrm>
                <a:off x="4153012" y="3099573"/>
                <a:ext cx="42120" cy="55080"/>
              </a:xfrm>
              <a:prstGeom prst="rect">
                <a:avLst/>
              </a:prstGeom>
            </p:spPr>
          </p:pic>
        </mc:Fallback>
      </mc:AlternateContent>
      <p:cxnSp>
        <p:nvCxnSpPr>
          <p:cNvPr id="19" name="Straight Arrow Connector 18">
            <a:extLst>
              <a:ext uri="{FF2B5EF4-FFF2-40B4-BE49-F238E27FC236}">
                <a16:creationId xmlns:a16="http://schemas.microsoft.com/office/drawing/2014/main" id="{69E5220C-1BCC-7F36-24CA-21D8E393CF79}"/>
              </a:ext>
            </a:extLst>
          </p:cNvPr>
          <p:cNvCxnSpPr>
            <a:cxnSpLocks/>
          </p:cNvCxnSpPr>
          <p:nvPr/>
        </p:nvCxnSpPr>
        <p:spPr>
          <a:xfrm flipV="1">
            <a:off x="6996395" y="2265948"/>
            <a:ext cx="0" cy="276960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95CCF634-3F24-A8A4-3863-BA23192136B7}"/>
              </a:ext>
            </a:extLst>
          </p:cNvPr>
          <p:cNvCxnSpPr>
            <a:cxnSpLocks/>
          </p:cNvCxnSpPr>
          <p:nvPr/>
        </p:nvCxnSpPr>
        <p:spPr>
          <a:xfrm>
            <a:off x="6868240" y="4865839"/>
            <a:ext cx="3307774"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1652980F-25C9-E175-BF74-E694246A83E5}"/>
              </a:ext>
            </a:extLst>
          </p:cNvPr>
          <p:cNvSpPr txBox="1"/>
          <p:nvPr/>
        </p:nvSpPr>
        <p:spPr>
          <a:xfrm>
            <a:off x="8227997" y="4865839"/>
            <a:ext cx="716415" cy="369332"/>
          </a:xfrm>
          <a:prstGeom prst="rect">
            <a:avLst/>
          </a:prstGeom>
          <a:noFill/>
        </p:spPr>
        <p:txBody>
          <a:bodyPr wrap="none" rtlCol="0">
            <a:spAutoFit/>
          </a:bodyPr>
          <a:lstStyle/>
          <a:p>
            <a:r>
              <a:rPr lang="en-US" dirty="0"/>
              <a:t>Week</a:t>
            </a:r>
          </a:p>
        </p:txBody>
      </p:sp>
      <p:sp>
        <p:nvSpPr>
          <p:cNvPr id="25" name="TextBox 24">
            <a:extLst>
              <a:ext uri="{FF2B5EF4-FFF2-40B4-BE49-F238E27FC236}">
                <a16:creationId xmlns:a16="http://schemas.microsoft.com/office/drawing/2014/main" id="{8438658B-0E0F-D6DF-07E2-FB33473BF452}"/>
              </a:ext>
            </a:extLst>
          </p:cNvPr>
          <p:cNvSpPr txBox="1"/>
          <p:nvPr/>
        </p:nvSpPr>
        <p:spPr>
          <a:xfrm rot="16200000">
            <a:off x="5787221" y="3497125"/>
            <a:ext cx="1812804" cy="369332"/>
          </a:xfrm>
          <a:prstGeom prst="rect">
            <a:avLst/>
          </a:prstGeom>
          <a:noFill/>
        </p:spPr>
        <p:txBody>
          <a:bodyPr wrap="none" rtlCol="0">
            <a:spAutoFit/>
          </a:bodyPr>
          <a:lstStyle/>
          <a:p>
            <a:r>
              <a:rPr lang="en-US" dirty="0"/>
              <a:t>Prop. Of Amazing</a:t>
            </a:r>
          </a:p>
        </p:txBody>
      </p:sp>
      <p:grpSp>
        <p:nvGrpSpPr>
          <p:cNvPr id="36" name="Group 35">
            <a:extLst>
              <a:ext uri="{FF2B5EF4-FFF2-40B4-BE49-F238E27FC236}">
                <a16:creationId xmlns:a16="http://schemas.microsoft.com/office/drawing/2014/main" id="{F4213804-45F9-108E-1E21-39459FB83FD2}"/>
              </a:ext>
            </a:extLst>
          </p:cNvPr>
          <p:cNvGrpSpPr/>
          <p:nvPr/>
        </p:nvGrpSpPr>
        <p:grpSpPr>
          <a:xfrm>
            <a:off x="7210336" y="3622283"/>
            <a:ext cx="2647080" cy="142920"/>
            <a:chOff x="7210336" y="3622283"/>
            <a:chExt cx="2647080" cy="142920"/>
          </a:xfrm>
        </p:grpSpPr>
        <mc:AlternateContent xmlns:mc="http://schemas.openxmlformats.org/markup-compatibility/2006" xmlns:p14="http://schemas.microsoft.com/office/powerpoint/2010/main" xmlns:aink="http://schemas.microsoft.com/office/drawing/2016/ink">
          <mc:Choice Requires="p14 aink">
            <p:contentPart p14:bwMode="auto" r:id="rId20">
              <p14:nvContentPartPr>
                <p14:cNvPr id="26" name="Ink 25">
                  <a:extLst>
                    <a:ext uri="{FF2B5EF4-FFF2-40B4-BE49-F238E27FC236}">
                      <a16:creationId xmlns:a16="http://schemas.microsoft.com/office/drawing/2014/main" id="{CE8178EA-38F5-C083-AE98-090BD0165988}"/>
                    </a:ext>
                  </a:extLst>
                </p14:cNvPr>
                <p14:cNvContentPartPr/>
                <p14:nvPr/>
              </p14:nvContentPartPr>
              <p14:xfrm>
                <a:off x="7210336" y="3622283"/>
                <a:ext cx="2647080" cy="142920"/>
              </p14:xfrm>
            </p:contentPart>
          </mc:Choice>
          <mc:Fallback xmlns="">
            <p:pic>
              <p:nvPicPr>
                <p:cNvPr id="26" name="Ink 25">
                  <a:extLst>
                    <a:ext uri="{FF2B5EF4-FFF2-40B4-BE49-F238E27FC236}">
                      <a16:creationId xmlns:a16="http://schemas.microsoft.com/office/drawing/2014/main" id="{CE8178EA-38F5-C083-AE98-090BD0165988}"/>
                    </a:ext>
                  </a:extLst>
                </p:cNvPr>
                <p:cNvPicPr/>
                <p:nvPr/>
              </p:nvPicPr>
              <p:blipFill>
                <a:blip r:embed="rId21"/>
                <a:stretch>
                  <a:fillRect/>
                </a:stretch>
              </p:blipFill>
              <p:spPr>
                <a:xfrm>
                  <a:off x="7201336" y="3613643"/>
                  <a:ext cx="2664720" cy="1605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2">
              <p14:nvContentPartPr>
                <p14:cNvPr id="27" name="Ink 26">
                  <a:extLst>
                    <a:ext uri="{FF2B5EF4-FFF2-40B4-BE49-F238E27FC236}">
                      <a16:creationId xmlns:a16="http://schemas.microsoft.com/office/drawing/2014/main" id="{385D6C31-65F0-F04A-5831-24935C0D3DEE}"/>
                    </a:ext>
                  </a:extLst>
                </p14:cNvPr>
                <p14:cNvContentPartPr/>
                <p14:nvPr/>
              </p14:nvContentPartPr>
              <p14:xfrm>
                <a:off x="7315096" y="3695363"/>
                <a:ext cx="54000" cy="41040"/>
              </p14:xfrm>
            </p:contentPart>
          </mc:Choice>
          <mc:Fallback xmlns="">
            <p:pic>
              <p:nvPicPr>
                <p:cNvPr id="27" name="Ink 26">
                  <a:extLst>
                    <a:ext uri="{FF2B5EF4-FFF2-40B4-BE49-F238E27FC236}">
                      <a16:creationId xmlns:a16="http://schemas.microsoft.com/office/drawing/2014/main" id="{385D6C31-65F0-F04A-5831-24935C0D3DEE}"/>
                    </a:ext>
                  </a:extLst>
                </p:cNvPr>
                <p:cNvPicPr/>
                <p:nvPr/>
              </p:nvPicPr>
              <p:blipFill>
                <a:blip r:embed="rId23"/>
                <a:stretch>
                  <a:fillRect/>
                </a:stretch>
              </p:blipFill>
              <p:spPr>
                <a:xfrm>
                  <a:off x="7306096" y="3686723"/>
                  <a:ext cx="71640" cy="586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4">
              <p14:nvContentPartPr>
                <p14:cNvPr id="29" name="Ink 28">
                  <a:extLst>
                    <a:ext uri="{FF2B5EF4-FFF2-40B4-BE49-F238E27FC236}">
                      <a16:creationId xmlns:a16="http://schemas.microsoft.com/office/drawing/2014/main" id="{010295A9-D29B-87D5-D2ED-0AE416F32BBD}"/>
                    </a:ext>
                  </a:extLst>
                </p14:cNvPr>
                <p14:cNvContentPartPr/>
                <p14:nvPr/>
              </p14:nvContentPartPr>
              <p14:xfrm>
                <a:off x="7644856" y="3722003"/>
                <a:ext cx="86040" cy="3600"/>
              </p14:xfrm>
            </p:contentPart>
          </mc:Choice>
          <mc:Fallback xmlns="">
            <p:pic>
              <p:nvPicPr>
                <p:cNvPr id="29" name="Ink 28">
                  <a:extLst>
                    <a:ext uri="{FF2B5EF4-FFF2-40B4-BE49-F238E27FC236}">
                      <a16:creationId xmlns:a16="http://schemas.microsoft.com/office/drawing/2014/main" id="{010295A9-D29B-87D5-D2ED-0AE416F32BBD}"/>
                    </a:ext>
                  </a:extLst>
                </p:cNvPr>
                <p:cNvPicPr/>
                <p:nvPr/>
              </p:nvPicPr>
              <p:blipFill>
                <a:blip r:embed="rId25"/>
                <a:stretch>
                  <a:fillRect/>
                </a:stretch>
              </p:blipFill>
              <p:spPr>
                <a:xfrm>
                  <a:off x="7636216" y="3713363"/>
                  <a:ext cx="103680" cy="212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6">
              <p14:nvContentPartPr>
                <p14:cNvPr id="31" name="Ink 30">
                  <a:extLst>
                    <a:ext uri="{FF2B5EF4-FFF2-40B4-BE49-F238E27FC236}">
                      <a16:creationId xmlns:a16="http://schemas.microsoft.com/office/drawing/2014/main" id="{2F9B83D1-99FE-E0FB-4957-81E9C4613762}"/>
                    </a:ext>
                  </a:extLst>
                </p14:cNvPr>
                <p14:cNvContentPartPr/>
                <p14:nvPr/>
              </p14:nvContentPartPr>
              <p14:xfrm>
                <a:off x="8010256" y="3678803"/>
                <a:ext cx="62640" cy="36720"/>
              </p14:xfrm>
            </p:contentPart>
          </mc:Choice>
          <mc:Fallback xmlns="">
            <p:pic>
              <p:nvPicPr>
                <p:cNvPr id="31" name="Ink 30">
                  <a:extLst>
                    <a:ext uri="{FF2B5EF4-FFF2-40B4-BE49-F238E27FC236}">
                      <a16:creationId xmlns:a16="http://schemas.microsoft.com/office/drawing/2014/main" id="{2F9B83D1-99FE-E0FB-4957-81E9C4613762}"/>
                    </a:ext>
                  </a:extLst>
                </p:cNvPr>
                <p:cNvPicPr/>
                <p:nvPr/>
              </p:nvPicPr>
              <p:blipFill>
                <a:blip r:embed="rId27"/>
                <a:stretch>
                  <a:fillRect/>
                </a:stretch>
              </p:blipFill>
              <p:spPr>
                <a:xfrm>
                  <a:off x="8001256" y="3669803"/>
                  <a:ext cx="80280" cy="543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8">
              <p14:nvContentPartPr>
                <p14:cNvPr id="33" name="Ink 32">
                  <a:extLst>
                    <a:ext uri="{FF2B5EF4-FFF2-40B4-BE49-F238E27FC236}">
                      <a16:creationId xmlns:a16="http://schemas.microsoft.com/office/drawing/2014/main" id="{D8BB0FA6-CD0C-3B10-7A75-DE6F2CADA3CC}"/>
                    </a:ext>
                  </a:extLst>
                </p14:cNvPr>
                <p14:cNvContentPartPr/>
                <p14:nvPr/>
              </p14:nvContentPartPr>
              <p14:xfrm>
                <a:off x="8563936" y="3689243"/>
                <a:ext cx="36360" cy="43560"/>
              </p14:xfrm>
            </p:contentPart>
          </mc:Choice>
          <mc:Fallback xmlns="">
            <p:pic>
              <p:nvPicPr>
                <p:cNvPr id="33" name="Ink 32">
                  <a:extLst>
                    <a:ext uri="{FF2B5EF4-FFF2-40B4-BE49-F238E27FC236}">
                      <a16:creationId xmlns:a16="http://schemas.microsoft.com/office/drawing/2014/main" id="{D8BB0FA6-CD0C-3B10-7A75-DE6F2CADA3CC}"/>
                    </a:ext>
                  </a:extLst>
                </p:cNvPr>
                <p:cNvPicPr/>
                <p:nvPr/>
              </p:nvPicPr>
              <p:blipFill>
                <a:blip r:embed="rId29"/>
                <a:stretch>
                  <a:fillRect/>
                </a:stretch>
              </p:blipFill>
              <p:spPr>
                <a:xfrm>
                  <a:off x="8554936" y="3680603"/>
                  <a:ext cx="54000" cy="612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0">
              <p14:nvContentPartPr>
                <p14:cNvPr id="35" name="Ink 34">
                  <a:extLst>
                    <a:ext uri="{FF2B5EF4-FFF2-40B4-BE49-F238E27FC236}">
                      <a16:creationId xmlns:a16="http://schemas.microsoft.com/office/drawing/2014/main" id="{2542687B-EB08-1231-587C-1B94FB0470C0}"/>
                    </a:ext>
                  </a:extLst>
                </p14:cNvPr>
                <p14:cNvContentPartPr/>
                <p14:nvPr/>
              </p14:nvContentPartPr>
              <p14:xfrm>
                <a:off x="9047416" y="3625883"/>
                <a:ext cx="10440" cy="27360"/>
              </p14:xfrm>
            </p:contentPart>
          </mc:Choice>
          <mc:Fallback xmlns="">
            <p:pic>
              <p:nvPicPr>
                <p:cNvPr id="35" name="Ink 34">
                  <a:extLst>
                    <a:ext uri="{FF2B5EF4-FFF2-40B4-BE49-F238E27FC236}">
                      <a16:creationId xmlns:a16="http://schemas.microsoft.com/office/drawing/2014/main" id="{2542687B-EB08-1231-587C-1B94FB0470C0}"/>
                    </a:ext>
                  </a:extLst>
                </p:cNvPr>
                <p:cNvPicPr/>
                <p:nvPr/>
              </p:nvPicPr>
              <p:blipFill>
                <a:blip r:embed="rId31"/>
                <a:stretch>
                  <a:fillRect/>
                </a:stretch>
              </p:blipFill>
              <p:spPr>
                <a:xfrm>
                  <a:off x="9038776" y="3617243"/>
                  <a:ext cx="28080" cy="45000"/>
                </a:xfrm>
                <a:prstGeom prst="rect">
                  <a:avLst/>
                </a:prstGeom>
              </p:spPr>
            </p:pic>
          </mc:Fallback>
        </mc:AlternateContent>
      </p:grpSp>
      <mc:AlternateContent xmlns:mc="http://schemas.openxmlformats.org/markup-compatibility/2006" xmlns:p14="http://schemas.microsoft.com/office/powerpoint/2010/main" xmlns:aink="http://schemas.microsoft.com/office/drawing/2016/ink">
        <mc:Choice Requires="p14 aink">
          <p:contentPart p14:bwMode="auto" r:id="rId32">
            <p14:nvContentPartPr>
              <p14:cNvPr id="37" name="Ink 36">
                <a:extLst>
                  <a:ext uri="{FF2B5EF4-FFF2-40B4-BE49-F238E27FC236}">
                    <a16:creationId xmlns:a16="http://schemas.microsoft.com/office/drawing/2014/main" id="{A58D75F2-6DED-FFAE-B9D9-7A892D68B2D1}"/>
                  </a:ext>
                </a:extLst>
              </p14:cNvPr>
              <p14:cNvContentPartPr/>
              <p14:nvPr/>
            </p14:nvContentPartPr>
            <p14:xfrm>
              <a:off x="9452416" y="3735323"/>
              <a:ext cx="35280" cy="3960"/>
            </p14:xfrm>
          </p:contentPart>
        </mc:Choice>
        <mc:Fallback xmlns="">
          <p:pic>
            <p:nvPicPr>
              <p:cNvPr id="37" name="Ink 36">
                <a:extLst>
                  <a:ext uri="{FF2B5EF4-FFF2-40B4-BE49-F238E27FC236}">
                    <a16:creationId xmlns:a16="http://schemas.microsoft.com/office/drawing/2014/main" id="{A58D75F2-6DED-FFAE-B9D9-7A892D68B2D1}"/>
                  </a:ext>
                </a:extLst>
              </p:cNvPr>
              <p:cNvPicPr/>
              <p:nvPr/>
            </p:nvPicPr>
            <p:blipFill>
              <a:blip r:embed="rId33"/>
              <a:stretch>
                <a:fillRect/>
              </a:stretch>
            </p:blipFill>
            <p:spPr>
              <a:xfrm>
                <a:off x="9443416" y="3726683"/>
                <a:ext cx="52920" cy="21600"/>
              </a:xfrm>
              <a:prstGeom prst="rect">
                <a:avLst/>
              </a:prstGeom>
            </p:spPr>
          </p:pic>
        </mc:Fallback>
      </mc:AlternateContent>
    </p:spTree>
    <p:extLst>
      <p:ext uri="{BB962C8B-B14F-4D97-AF65-F5344CB8AC3E}">
        <p14:creationId xmlns:p14="http://schemas.microsoft.com/office/powerpoint/2010/main" val="470256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Arrow Connector 1">
            <a:extLst>
              <a:ext uri="{FF2B5EF4-FFF2-40B4-BE49-F238E27FC236}">
                <a16:creationId xmlns:a16="http://schemas.microsoft.com/office/drawing/2014/main" id="{E041E67D-16EB-1535-705D-3800D14A2926}"/>
              </a:ext>
            </a:extLst>
          </p:cNvPr>
          <p:cNvCxnSpPr>
            <a:cxnSpLocks/>
          </p:cNvCxnSpPr>
          <p:nvPr/>
        </p:nvCxnSpPr>
        <p:spPr>
          <a:xfrm flipV="1">
            <a:off x="2015986" y="2308835"/>
            <a:ext cx="0" cy="276960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 name="Straight Arrow Connector 2">
            <a:extLst>
              <a:ext uri="{FF2B5EF4-FFF2-40B4-BE49-F238E27FC236}">
                <a16:creationId xmlns:a16="http://schemas.microsoft.com/office/drawing/2014/main" id="{F0964B6B-AB91-A832-0B6A-A4AD0495A8C3}"/>
              </a:ext>
            </a:extLst>
          </p:cNvPr>
          <p:cNvCxnSpPr>
            <a:cxnSpLocks/>
          </p:cNvCxnSpPr>
          <p:nvPr/>
        </p:nvCxnSpPr>
        <p:spPr>
          <a:xfrm>
            <a:off x="1887831" y="4908726"/>
            <a:ext cx="3307774"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77063B13-A624-B381-1955-27EBC2A285A9}"/>
              </a:ext>
            </a:extLst>
          </p:cNvPr>
          <p:cNvSpPr txBox="1"/>
          <p:nvPr/>
        </p:nvSpPr>
        <p:spPr>
          <a:xfrm rot="16200000">
            <a:off x="1048660" y="3508973"/>
            <a:ext cx="1309013" cy="369332"/>
          </a:xfrm>
          <a:prstGeom prst="rect">
            <a:avLst/>
          </a:prstGeom>
          <a:noFill/>
        </p:spPr>
        <p:txBody>
          <a:bodyPr wrap="none" rtlCol="0">
            <a:spAutoFit/>
          </a:bodyPr>
          <a:lstStyle/>
          <a:p>
            <a:r>
              <a:rPr lang="en-US" dirty="0"/>
              <a:t>Total tokens</a:t>
            </a:r>
          </a:p>
        </p:txBody>
      </p:sp>
      <p:sp>
        <p:nvSpPr>
          <p:cNvPr id="5" name="TextBox 4">
            <a:extLst>
              <a:ext uri="{FF2B5EF4-FFF2-40B4-BE49-F238E27FC236}">
                <a16:creationId xmlns:a16="http://schemas.microsoft.com/office/drawing/2014/main" id="{4B66856C-F002-8DC7-B817-4629DB1A87DD}"/>
              </a:ext>
            </a:extLst>
          </p:cNvPr>
          <p:cNvSpPr txBox="1"/>
          <p:nvPr/>
        </p:nvSpPr>
        <p:spPr>
          <a:xfrm>
            <a:off x="3247588" y="4908726"/>
            <a:ext cx="716415" cy="369332"/>
          </a:xfrm>
          <a:prstGeom prst="rect">
            <a:avLst/>
          </a:prstGeom>
          <a:noFill/>
        </p:spPr>
        <p:txBody>
          <a:bodyPr wrap="none" rtlCol="0">
            <a:spAutoFit/>
          </a:bodyPr>
          <a:lstStyle/>
          <a:p>
            <a:r>
              <a:rPr lang="en-US" dirty="0"/>
              <a:t>Week</a:t>
            </a:r>
          </a:p>
        </p:txBody>
      </p:sp>
      <p:cxnSp>
        <p:nvCxnSpPr>
          <p:cNvPr id="17" name="Straight Arrow Connector 16">
            <a:extLst>
              <a:ext uri="{FF2B5EF4-FFF2-40B4-BE49-F238E27FC236}">
                <a16:creationId xmlns:a16="http://schemas.microsoft.com/office/drawing/2014/main" id="{FDC65FD2-BD70-A564-1FAE-0E19A1DBF9EF}"/>
              </a:ext>
            </a:extLst>
          </p:cNvPr>
          <p:cNvCxnSpPr>
            <a:cxnSpLocks/>
          </p:cNvCxnSpPr>
          <p:nvPr/>
        </p:nvCxnSpPr>
        <p:spPr>
          <a:xfrm flipV="1">
            <a:off x="6996395" y="2265948"/>
            <a:ext cx="0" cy="276960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C08890B5-818A-BEA8-72AD-E0C141B4CCC0}"/>
              </a:ext>
            </a:extLst>
          </p:cNvPr>
          <p:cNvCxnSpPr>
            <a:cxnSpLocks/>
          </p:cNvCxnSpPr>
          <p:nvPr/>
        </p:nvCxnSpPr>
        <p:spPr>
          <a:xfrm>
            <a:off x="6868240" y="4865839"/>
            <a:ext cx="3307774"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8689FF51-151C-DA16-B02A-9B1F0AAB5456}"/>
              </a:ext>
            </a:extLst>
          </p:cNvPr>
          <p:cNvSpPr txBox="1"/>
          <p:nvPr/>
        </p:nvSpPr>
        <p:spPr>
          <a:xfrm>
            <a:off x="8227997" y="4865839"/>
            <a:ext cx="716415" cy="369332"/>
          </a:xfrm>
          <a:prstGeom prst="rect">
            <a:avLst/>
          </a:prstGeom>
          <a:noFill/>
        </p:spPr>
        <p:txBody>
          <a:bodyPr wrap="none" rtlCol="0">
            <a:spAutoFit/>
          </a:bodyPr>
          <a:lstStyle/>
          <a:p>
            <a:r>
              <a:rPr lang="en-US" dirty="0"/>
              <a:t>Week</a:t>
            </a:r>
          </a:p>
        </p:txBody>
      </p:sp>
      <p:sp>
        <p:nvSpPr>
          <p:cNvPr id="20" name="TextBox 19">
            <a:extLst>
              <a:ext uri="{FF2B5EF4-FFF2-40B4-BE49-F238E27FC236}">
                <a16:creationId xmlns:a16="http://schemas.microsoft.com/office/drawing/2014/main" id="{7048BC85-DD23-60EF-EBDC-52AF97E98795}"/>
              </a:ext>
            </a:extLst>
          </p:cNvPr>
          <p:cNvSpPr txBox="1"/>
          <p:nvPr/>
        </p:nvSpPr>
        <p:spPr>
          <a:xfrm rot="16200000">
            <a:off x="5787221" y="3497125"/>
            <a:ext cx="1812804" cy="369332"/>
          </a:xfrm>
          <a:prstGeom prst="rect">
            <a:avLst/>
          </a:prstGeom>
          <a:noFill/>
        </p:spPr>
        <p:txBody>
          <a:bodyPr wrap="none" rtlCol="0">
            <a:spAutoFit/>
          </a:bodyPr>
          <a:lstStyle/>
          <a:p>
            <a:r>
              <a:rPr lang="en-US" dirty="0"/>
              <a:t>Prop. Of Amazing</a:t>
            </a:r>
          </a:p>
        </p:txBody>
      </p:sp>
      <p:grpSp>
        <p:nvGrpSpPr>
          <p:cNvPr id="33" name="Group 32">
            <a:extLst>
              <a:ext uri="{FF2B5EF4-FFF2-40B4-BE49-F238E27FC236}">
                <a16:creationId xmlns:a16="http://schemas.microsoft.com/office/drawing/2014/main" id="{0D347E94-8B52-159C-22B9-EFA19A84ED1D}"/>
              </a:ext>
            </a:extLst>
          </p:cNvPr>
          <p:cNvGrpSpPr/>
          <p:nvPr/>
        </p:nvGrpSpPr>
        <p:grpSpPr>
          <a:xfrm>
            <a:off x="2155576" y="1459403"/>
            <a:ext cx="2686680" cy="3079800"/>
            <a:chOff x="2155576" y="1459403"/>
            <a:chExt cx="2686680" cy="3079800"/>
          </a:xfrm>
        </p:grpSpPr>
        <mc:AlternateContent xmlns:mc="http://schemas.openxmlformats.org/markup-compatibility/2006" xmlns:p14="http://schemas.microsoft.com/office/powerpoint/2010/main" xmlns:aink="http://schemas.microsoft.com/office/drawing/2016/ink">
          <mc:Choice Requires="p14 aink">
            <p:contentPart p14:bwMode="auto" r:id="rId2">
              <p14:nvContentPartPr>
                <p14:cNvPr id="29" name="Ink 28">
                  <a:extLst>
                    <a:ext uri="{FF2B5EF4-FFF2-40B4-BE49-F238E27FC236}">
                      <a16:creationId xmlns:a16="http://schemas.microsoft.com/office/drawing/2014/main" id="{2EB2C10E-09AE-D5F1-F65F-6611DC4BF102}"/>
                    </a:ext>
                  </a:extLst>
                </p14:cNvPr>
                <p14:cNvContentPartPr/>
                <p14:nvPr/>
              </p14:nvContentPartPr>
              <p14:xfrm>
                <a:off x="2155576" y="1459403"/>
                <a:ext cx="2686680" cy="3079800"/>
              </p14:xfrm>
            </p:contentPart>
          </mc:Choice>
          <mc:Fallback xmlns="">
            <p:pic>
              <p:nvPicPr>
                <p:cNvPr id="29" name="Ink 28">
                  <a:extLst>
                    <a:ext uri="{FF2B5EF4-FFF2-40B4-BE49-F238E27FC236}">
                      <a16:creationId xmlns:a16="http://schemas.microsoft.com/office/drawing/2014/main" id="{2EB2C10E-09AE-D5F1-F65F-6611DC4BF102}"/>
                    </a:ext>
                  </a:extLst>
                </p:cNvPr>
                <p:cNvPicPr/>
                <p:nvPr/>
              </p:nvPicPr>
              <p:blipFill>
                <a:blip r:embed="rId3"/>
                <a:stretch>
                  <a:fillRect/>
                </a:stretch>
              </p:blipFill>
              <p:spPr>
                <a:xfrm>
                  <a:off x="2146936" y="1450403"/>
                  <a:ext cx="2704320" cy="30974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4">
              <p14:nvContentPartPr>
                <p14:cNvPr id="30" name="Ink 29">
                  <a:extLst>
                    <a:ext uri="{FF2B5EF4-FFF2-40B4-BE49-F238E27FC236}">
                      <a16:creationId xmlns:a16="http://schemas.microsoft.com/office/drawing/2014/main" id="{7CBCB4CA-B6AF-17D5-292D-F3F013D67EC6}"/>
                    </a:ext>
                  </a:extLst>
                </p14:cNvPr>
                <p14:cNvContentPartPr/>
                <p14:nvPr/>
              </p14:nvContentPartPr>
              <p14:xfrm>
                <a:off x="2851816" y="4093883"/>
                <a:ext cx="57960" cy="360"/>
              </p14:xfrm>
            </p:contentPart>
          </mc:Choice>
          <mc:Fallback xmlns="">
            <p:pic>
              <p:nvPicPr>
                <p:cNvPr id="30" name="Ink 29">
                  <a:extLst>
                    <a:ext uri="{FF2B5EF4-FFF2-40B4-BE49-F238E27FC236}">
                      <a16:creationId xmlns:a16="http://schemas.microsoft.com/office/drawing/2014/main" id="{7CBCB4CA-B6AF-17D5-292D-F3F013D67EC6}"/>
                    </a:ext>
                  </a:extLst>
                </p:cNvPr>
                <p:cNvPicPr/>
                <p:nvPr/>
              </p:nvPicPr>
              <p:blipFill>
                <a:blip r:embed="rId5"/>
                <a:stretch>
                  <a:fillRect/>
                </a:stretch>
              </p:blipFill>
              <p:spPr>
                <a:xfrm>
                  <a:off x="2842816" y="4085243"/>
                  <a:ext cx="75600" cy="18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6">
              <p14:nvContentPartPr>
                <p14:cNvPr id="32" name="Ink 31">
                  <a:extLst>
                    <a:ext uri="{FF2B5EF4-FFF2-40B4-BE49-F238E27FC236}">
                      <a16:creationId xmlns:a16="http://schemas.microsoft.com/office/drawing/2014/main" id="{9AC03862-4427-727D-26F5-7F2558E4DAC0}"/>
                    </a:ext>
                  </a:extLst>
                </p14:cNvPr>
                <p14:cNvContentPartPr/>
                <p14:nvPr/>
              </p14:nvContentPartPr>
              <p14:xfrm>
                <a:off x="3139816" y="3532283"/>
                <a:ext cx="3600" cy="109080"/>
              </p14:xfrm>
            </p:contentPart>
          </mc:Choice>
          <mc:Fallback xmlns="">
            <p:pic>
              <p:nvPicPr>
                <p:cNvPr id="32" name="Ink 31">
                  <a:extLst>
                    <a:ext uri="{FF2B5EF4-FFF2-40B4-BE49-F238E27FC236}">
                      <a16:creationId xmlns:a16="http://schemas.microsoft.com/office/drawing/2014/main" id="{9AC03862-4427-727D-26F5-7F2558E4DAC0}"/>
                    </a:ext>
                  </a:extLst>
                </p:cNvPr>
                <p:cNvPicPr/>
                <p:nvPr/>
              </p:nvPicPr>
              <p:blipFill>
                <a:blip r:embed="rId7"/>
                <a:stretch>
                  <a:fillRect/>
                </a:stretch>
              </p:blipFill>
              <p:spPr>
                <a:xfrm>
                  <a:off x="3131176" y="3523283"/>
                  <a:ext cx="21240" cy="126720"/>
                </a:xfrm>
                <a:prstGeom prst="rect">
                  <a:avLst/>
                </a:prstGeom>
              </p:spPr>
            </p:pic>
          </mc:Fallback>
        </mc:AlternateContent>
      </p:grpSp>
      <mc:AlternateContent xmlns:mc="http://schemas.openxmlformats.org/markup-compatibility/2006" xmlns:p14="http://schemas.microsoft.com/office/powerpoint/2010/main" xmlns:aink="http://schemas.microsoft.com/office/drawing/2016/ink">
        <mc:Choice Requires="p14 aink">
          <p:contentPart p14:bwMode="auto" r:id="rId8">
            <p14:nvContentPartPr>
              <p14:cNvPr id="34" name="Ink 33">
                <a:extLst>
                  <a:ext uri="{FF2B5EF4-FFF2-40B4-BE49-F238E27FC236}">
                    <a16:creationId xmlns:a16="http://schemas.microsoft.com/office/drawing/2014/main" id="{278E6537-7BA1-4AF5-2B81-117536C69219}"/>
                  </a:ext>
                </a:extLst>
              </p14:cNvPr>
              <p14:cNvContentPartPr/>
              <p14:nvPr/>
            </p14:nvContentPartPr>
            <p14:xfrm>
              <a:off x="3304696" y="2994803"/>
              <a:ext cx="360" cy="360"/>
            </p14:xfrm>
          </p:contentPart>
        </mc:Choice>
        <mc:Fallback xmlns="">
          <p:pic>
            <p:nvPicPr>
              <p:cNvPr id="34" name="Ink 33">
                <a:extLst>
                  <a:ext uri="{FF2B5EF4-FFF2-40B4-BE49-F238E27FC236}">
                    <a16:creationId xmlns:a16="http://schemas.microsoft.com/office/drawing/2014/main" id="{278E6537-7BA1-4AF5-2B81-117536C69219}"/>
                  </a:ext>
                </a:extLst>
              </p:cNvPr>
              <p:cNvPicPr/>
              <p:nvPr/>
            </p:nvPicPr>
            <p:blipFill>
              <a:blip r:embed="rId9"/>
              <a:stretch>
                <a:fillRect/>
              </a:stretch>
            </p:blipFill>
            <p:spPr>
              <a:xfrm>
                <a:off x="3296056" y="2986163"/>
                <a:ext cx="18000" cy="18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0">
            <p14:nvContentPartPr>
              <p14:cNvPr id="35" name="Ink 34">
                <a:extLst>
                  <a:ext uri="{FF2B5EF4-FFF2-40B4-BE49-F238E27FC236}">
                    <a16:creationId xmlns:a16="http://schemas.microsoft.com/office/drawing/2014/main" id="{BC045CBB-7721-E180-E763-47ED90A258F1}"/>
                  </a:ext>
                </a:extLst>
              </p14:cNvPr>
              <p14:cNvContentPartPr/>
              <p14:nvPr/>
            </p14:nvContentPartPr>
            <p14:xfrm>
              <a:off x="3621856" y="2381723"/>
              <a:ext cx="360" cy="360"/>
            </p14:xfrm>
          </p:contentPart>
        </mc:Choice>
        <mc:Fallback xmlns="">
          <p:pic>
            <p:nvPicPr>
              <p:cNvPr id="35" name="Ink 34">
                <a:extLst>
                  <a:ext uri="{FF2B5EF4-FFF2-40B4-BE49-F238E27FC236}">
                    <a16:creationId xmlns:a16="http://schemas.microsoft.com/office/drawing/2014/main" id="{BC045CBB-7721-E180-E763-47ED90A258F1}"/>
                  </a:ext>
                </a:extLst>
              </p:cNvPr>
              <p:cNvPicPr/>
              <p:nvPr/>
            </p:nvPicPr>
            <p:blipFill>
              <a:blip r:embed="rId11"/>
              <a:stretch>
                <a:fillRect/>
              </a:stretch>
            </p:blipFill>
            <p:spPr>
              <a:xfrm>
                <a:off x="3613216" y="2372723"/>
                <a:ext cx="18000" cy="18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2">
            <p14:nvContentPartPr>
              <p14:cNvPr id="36" name="Ink 35">
                <a:extLst>
                  <a:ext uri="{FF2B5EF4-FFF2-40B4-BE49-F238E27FC236}">
                    <a16:creationId xmlns:a16="http://schemas.microsoft.com/office/drawing/2014/main" id="{BEEFBBF6-DB2F-4100-A376-18005251A996}"/>
                  </a:ext>
                </a:extLst>
              </p14:cNvPr>
              <p14:cNvContentPartPr/>
              <p14:nvPr/>
            </p14:nvContentPartPr>
            <p14:xfrm>
              <a:off x="3846496" y="1868723"/>
              <a:ext cx="360" cy="27720"/>
            </p14:xfrm>
          </p:contentPart>
        </mc:Choice>
        <mc:Fallback xmlns="">
          <p:pic>
            <p:nvPicPr>
              <p:cNvPr id="36" name="Ink 35">
                <a:extLst>
                  <a:ext uri="{FF2B5EF4-FFF2-40B4-BE49-F238E27FC236}">
                    <a16:creationId xmlns:a16="http://schemas.microsoft.com/office/drawing/2014/main" id="{BEEFBBF6-DB2F-4100-A376-18005251A996}"/>
                  </a:ext>
                </a:extLst>
              </p:cNvPr>
              <p:cNvPicPr/>
              <p:nvPr/>
            </p:nvPicPr>
            <p:blipFill>
              <a:blip r:embed="rId13"/>
              <a:stretch>
                <a:fillRect/>
              </a:stretch>
            </p:blipFill>
            <p:spPr>
              <a:xfrm>
                <a:off x="3837496" y="1860083"/>
                <a:ext cx="18000" cy="453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4">
            <p14:nvContentPartPr>
              <p14:cNvPr id="37" name="Ink 36">
                <a:extLst>
                  <a:ext uri="{FF2B5EF4-FFF2-40B4-BE49-F238E27FC236}">
                    <a16:creationId xmlns:a16="http://schemas.microsoft.com/office/drawing/2014/main" id="{8CB74D4E-7F2C-05F8-75E9-47931C6986EF}"/>
                  </a:ext>
                </a:extLst>
              </p14:cNvPr>
              <p14:cNvContentPartPr/>
              <p14:nvPr/>
            </p14:nvContentPartPr>
            <p14:xfrm>
              <a:off x="4092376" y="1725443"/>
              <a:ext cx="3600" cy="360"/>
            </p14:xfrm>
          </p:contentPart>
        </mc:Choice>
        <mc:Fallback xmlns="">
          <p:pic>
            <p:nvPicPr>
              <p:cNvPr id="37" name="Ink 36">
                <a:extLst>
                  <a:ext uri="{FF2B5EF4-FFF2-40B4-BE49-F238E27FC236}">
                    <a16:creationId xmlns:a16="http://schemas.microsoft.com/office/drawing/2014/main" id="{8CB74D4E-7F2C-05F8-75E9-47931C6986EF}"/>
                  </a:ext>
                </a:extLst>
              </p:cNvPr>
              <p:cNvPicPr/>
              <p:nvPr/>
            </p:nvPicPr>
            <p:blipFill>
              <a:blip r:embed="rId15"/>
              <a:stretch>
                <a:fillRect/>
              </a:stretch>
            </p:blipFill>
            <p:spPr>
              <a:xfrm>
                <a:off x="4083736" y="1716443"/>
                <a:ext cx="21240" cy="18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6">
            <p14:nvContentPartPr>
              <p14:cNvPr id="40" name="Ink 39">
                <a:extLst>
                  <a:ext uri="{FF2B5EF4-FFF2-40B4-BE49-F238E27FC236}">
                    <a16:creationId xmlns:a16="http://schemas.microsoft.com/office/drawing/2014/main" id="{C1C628D3-47BC-6FBB-2A23-70F833FAE5EB}"/>
                  </a:ext>
                </a:extLst>
              </p14:cNvPr>
              <p14:cNvContentPartPr/>
              <p14:nvPr/>
            </p14:nvContentPartPr>
            <p14:xfrm>
              <a:off x="4599616" y="1476323"/>
              <a:ext cx="360" cy="360"/>
            </p14:xfrm>
          </p:contentPart>
        </mc:Choice>
        <mc:Fallback xmlns="">
          <p:pic>
            <p:nvPicPr>
              <p:cNvPr id="40" name="Ink 39">
                <a:extLst>
                  <a:ext uri="{FF2B5EF4-FFF2-40B4-BE49-F238E27FC236}">
                    <a16:creationId xmlns:a16="http://schemas.microsoft.com/office/drawing/2014/main" id="{C1C628D3-47BC-6FBB-2A23-70F833FAE5EB}"/>
                  </a:ext>
                </a:extLst>
              </p:cNvPr>
              <p:cNvPicPr/>
              <p:nvPr/>
            </p:nvPicPr>
            <p:blipFill>
              <a:blip r:embed="rId17"/>
              <a:stretch>
                <a:fillRect/>
              </a:stretch>
            </p:blipFill>
            <p:spPr>
              <a:xfrm>
                <a:off x="4590616" y="1467323"/>
                <a:ext cx="18000" cy="18000"/>
              </a:xfrm>
              <a:prstGeom prst="rect">
                <a:avLst/>
              </a:prstGeom>
            </p:spPr>
          </p:pic>
        </mc:Fallback>
      </mc:AlternateContent>
      <p:grpSp>
        <p:nvGrpSpPr>
          <p:cNvPr id="49" name="Group 48">
            <a:extLst>
              <a:ext uri="{FF2B5EF4-FFF2-40B4-BE49-F238E27FC236}">
                <a16:creationId xmlns:a16="http://schemas.microsoft.com/office/drawing/2014/main" id="{4B3618B7-FC32-E580-56D7-AC898BE8EFC2}"/>
              </a:ext>
            </a:extLst>
          </p:cNvPr>
          <p:cNvGrpSpPr/>
          <p:nvPr/>
        </p:nvGrpSpPr>
        <p:grpSpPr>
          <a:xfrm>
            <a:off x="7392856" y="2581523"/>
            <a:ext cx="2499840" cy="2004840"/>
            <a:chOff x="7392856" y="2581523"/>
            <a:chExt cx="2499840" cy="2004840"/>
          </a:xfrm>
        </p:grpSpPr>
        <mc:AlternateContent xmlns:mc="http://schemas.openxmlformats.org/markup-compatibility/2006" xmlns:p14="http://schemas.microsoft.com/office/powerpoint/2010/main" xmlns:aink="http://schemas.microsoft.com/office/drawing/2016/ink">
          <mc:Choice Requires="p14 aink">
            <p:contentPart p14:bwMode="auto" r:id="rId18">
              <p14:nvContentPartPr>
                <p14:cNvPr id="41" name="Ink 40">
                  <a:extLst>
                    <a:ext uri="{FF2B5EF4-FFF2-40B4-BE49-F238E27FC236}">
                      <a16:creationId xmlns:a16="http://schemas.microsoft.com/office/drawing/2014/main" id="{3DB9AE09-8CBB-90B8-4C36-5C4F309343FF}"/>
                    </a:ext>
                  </a:extLst>
                </p14:cNvPr>
                <p14:cNvContentPartPr/>
                <p14:nvPr/>
              </p14:nvContentPartPr>
              <p14:xfrm>
                <a:off x="7392856" y="2581523"/>
                <a:ext cx="2499840" cy="2004840"/>
              </p14:xfrm>
            </p:contentPart>
          </mc:Choice>
          <mc:Fallback xmlns="">
            <p:pic>
              <p:nvPicPr>
                <p:cNvPr id="41" name="Ink 40">
                  <a:extLst>
                    <a:ext uri="{FF2B5EF4-FFF2-40B4-BE49-F238E27FC236}">
                      <a16:creationId xmlns:a16="http://schemas.microsoft.com/office/drawing/2014/main" id="{3DB9AE09-8CBB-90B8-4C36-5C4F309343FF}"/>
                    </a:ext>
                  </a:extLst>
                </p:cNvPr>
                <p:cNvPicPr/>
                <p:nvPr/>
              </p:nvPicPr>
              <p:blipFill>
                <a:blip r:embed="rId19"/>
                <a:stretch>
                  <a:fillRect/>
                </a:stretch>
              </p:blipFill>
              <p:spPr>
                <a:xfrm>
                  <a:off x="7384216" y="2572883"/>
                  <a:ext cx="2517480" cy="20224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0">
              <p14:nvContentPartPr>
                <p14:cNvPr id="42" name="Ink 41">
                  <a:extLst>
                    <a:ext uri="{FF2B5EF4-FFF2-40B4-BE49-F238E27FC236}">
                      <a16:creationId xmlns:a16="http://schemas.microsoft.com/office/drawing/2014/main" id="{290DB31D-5E3B-8703-7FC0-58CB516453AD}"/>
                    </a:ext>
                  </a:extLst>
                </p14:cNvPr>
                <p14:cNvContentPartPr/>
                <p14:nvPr/>
              </p14:nvContentPartPr>
              <p14:xfrm>
                <a:off x="7796416" y="2838563"/>
                <a:ext cx="34920" cy="70920"/>
              </p14:xfrm>
            </p:contentPart>
          </mc:Choice>
          <mc:Fallback xmlns="">
            <p:pic>
              <p:nvPicPr>
                <p:cNvPr id="42" name="Ink 41">
                  <a:extLst>
                    <a:ext uri="{FF2B5EF4-FFF2-40B4-BE49-F238E27FC236}">
                      <a16:creationId xmlns:a16="http://schemas.microsoft.com/office/drawing/2014/main" id="{290DB31D-5E3B-8703-7FC0-58CB516453AD}"/>
                    </a:ext>
                  </a:extLst>
                </p:cNvPr>
                <p:cNvPicPr/>
                <p:nvPr/>
              </p:nvPicPr>
              <p:blipFill>
                <a:blip r:embed="rId21"/>
                <a:stretch>
                  <a:fillRect/>
                </a:stretch>
              </p:blipFill>
              <p:spPr>
                <a:xfrm>
                  <a:off x="7787776" y="2829923"/>
                  <a:ext cx="52560" cy="885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2">
              <p14:nvContentPartPr>
                <p14:cNvPr id="44" name="Ink 43">
                  <a:extLst>
                    <a:ext uri="{FF2B5EF4-FFF2-40B4-BE49-F238E27FC236}">
                      <a16:creationId xmlns:a16="http://schemas.microsoft.com/office/drawing/2014/main" id="{12591777-3CDB-BF37-5056-9F34CCAC4B53}"/>
                    </a:ext>
                  </a:extLst>
                </p14:cNvPr>
                <p14:cNvContentPartPr/>
                <p14:nvPr/>
              </p14:nvContentPartPr>
              <p14:xfrm>
                <a:off x="8140936" y="3126563"/>
                <a:ext cx="42120" cy="43560"/>
              </p14:xfrm>
            </p:contentPart>
          </mc:Choice>
          <mc:Fallback xmlns="">
            <p:pic>
              <p:nvPicPr>
                <p:cNvPr id="44" name="Ink 43">
                  <a:extLst>
                    <a:ext uri="{FF2B5EF4-FFF2-40B4-BE49-F238E27FC236}">
                      <a16:creationId xmlns:a16="http://schemas.microsoft.com/office/drawing/2014/main" id="{12591777-3CDB-BF37-5056-9F34CCAC4B53}"/>
                    </a:ext>
                  </a:extLst>
                </p:cNvPr>
                <p:cNvPicPr/>
                <p:nvPr/>
              </p:nvPicPr>
              <p:blipFill>
                <a:blip r:embed="rId23"/>
                <a:stretch>
                  <a:fillRect/>
                </a:stretch>
              </p:blipFill>
              <p:spPr>
                <a:xfrm>
                  <a:off x="8131936" y="3117923"/>
                  <a:ext cx="59760" cy="612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4">
              <p14:nvContentPartPr>
                <p14:cNvPr id="46" name="Ink 45">
                  <a:extLst>
                    <a:ext uri="{FF2B5EF4-FFF2-40B4-BE49-F238E27FC236}">
                      <a16:creationId xmlns:a16="http://schemas.microsoft.com/office/drawing/2014/main" id="{A5778912-B353-EBC1-FEA2-7698CB6DE4DF}"/>
                    </a:ext>
                  </a:extLst>
                </p14:cNvPr>
                <p14:cNvContentPartPr/>
                <p14:nvPr/>
              </p14:nvContentPartPr>
              <p14:xfrm>
                <a:off x="8609296" y="3357323"/>
                <a:ext cx="9720" cy="20520"/>
              </p14:xfrm>
            </p:contentPart>
          </mc:Choice>
          <mc:Fallback xmlns="">
            <p:pic>
              <p:nvPicPr>
                <p:cNvPr id="46" name="Ink 45">
                  <a:extLst>
                    <a:ext uri="{FF2B5EF4-FFF2-40B4-BE49-F238E27FC236}">
                      <a16:creationId xmlns:a16="http://schemas.microsoft.com/office/drawing/2014/main" id="{A5778912-B353-EBC1-FEA2-7698CB6DE4DF}"/>
                    </a:ext>
                  </a:extLst>
                </p:cNvPr>
                <p:cNvPicPr/>
                <p:nvPr/>
              </p:nvPicPr>
              <p:blipFill>
                <a:blip r:embed="rId25"/>
                <a:stretch>
                  <a:fillRect/>
                </a:stretch>
              </p:blipFill>
              <p:spPr>
                <a:xfrm>
                  <a:off x="8600656" y="3348683"/>
                  <a:ext cx="27360" cy="381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6">
              <p14:nvContentPartPr>
                <p14:cNvPr id="48" name="Ink 47">
                  <a:extLst>
                    <a:ext uri="{FF2B5EF4-FFF2-40B4-BE49-F238E27FC236}">
                      <a16:creationId xmlns:a16="http://schemas.microsoft.com/office/drawing/2014/main" id="{A4E59899-ABBA-13E2-75D5-9317A1A5B618}"/>
                    </a:ext>
                  </a:extLst>
                </p14:cNvPr>
                <p14:cNvContentPartPr/>
                <p14:nvPr/>
              </p14:nvContentPartPr>
              <p14:xfrm>
                <a:off x="9155416" y="3612203"/>
                <a:ext cx="26280" cy="28080"/>
              </p14:xfrm>
            </p:contentPart>
          </mc:Choice>
          <mc:Fallback xmlns="">
            <p:pic>
              <p:nvPicPr>
                <p:cNvPr id="48" name="Ink 47">
                  <a:extLst>
                    <a:ext uri="{FF2B5EF4-FFF2-40B4-BE49-F238E27FC236}">
                      <a16:creationId xmlns:a16="http://schemas.microsoft.com/office/drawing/2014/main" id="{A4E59899-ABBA-13E2-75D5-9317A1A5B618}"/>
                    </a:ext>
                  </a:extLst>
                </p:cNvPr>
                <p:cNvPicPr/>
                <p:nvPr/>
              </p:nvPicPr>
              <p:blipFill>
                <a:blip r:embed="rId27"/>
                <a:stretch>
                  <a:fillRect/>
                </a:stretch>
              </p:blipFill>
              <p:spPr>
                <a:xfrm>
                  <a:off x="9146776" y="3603203"/>
                  <a:ext cx="43920" cy="45720"/>
                </a:xfrm>
                <a:prstGeom prst="rect">
                  <a:avLst/>
                </a:prstGeom>
              </p:spPr>
            </p:pic>
          </mc:Fallback>
        </mc:AlternateContent>
      </p:grpSp>
      <mc:AlternateContent xmlns:mc="http://schemas.openxmlformats.org/markup-compatibility/2006" xmlns:p14="http://schemas.microsoft.com/office/powerpoint/2010/main" xmlns:aink="http://schemas.microsoft.com/office/drawing/2016/ink">
        <mc:Choice Requires="p14 aink">
          <p:contentPart p14:bwMode="auto" r:id="rId28">
            <p14:nvContentPartPr>
              <p14:cNvPr id="50" name="Ink 49">
                <a:extLst>
                  <a:ext uri="{FF2B5EF4-FFF2-40B4-BE49-F238E27FC236}">
                    <a16:creationId xmlns:a16="http://schemas.microsoft.com/office/drawing/2014/main" id="{B69F75A2-7AC0-3927-F6C1-6CE1A32CB578}"/>
                  </a:ext>
                </a:extLst>
              </p14:cNvPr>
              <p14:cNvContentPartPr/>
              <p14:nvPr/>
            </p14:nvContentPartPr>
            <p14:xfrm>
              <a:off x="9567256" y="3955283"/>
              <a:ext cx="360" cy="3600"/>
            </p14:xfrm>
          </p:contentPart>
        </mc:Choice>
        <mc:Fallback xmlns="">
          <p:pic>
            <p:nvPicPr>
              <p:cNvPr id="50" name="Ink 49">
                <a:extLst>
                  <a:ext uri="{FF2B5EF4-FFF2-40B4-BE49-F238E27FC236}">
                    <a16:creationId xmlns:a16="http://schemas.microsoft.com/office/drawing/2014/main" id="{B69F75A2-7AC0-3927-F6C1-6CE1A32CB578}"/>
                  </a:ext>
                </a:extLst>
              </p:cNvPr>
              <p:cNvPicPr/>
              <p:nvPr/>
            </p:nvPicPr>
            <p:blipFill>
              <a:blip r:embed="rId29"/>
              <a:stretch>
                <a:fillRect/>
              </a:stretch>
            </p:blipFill>
            <p:spPr>
              <a:xfrm>
                <a:off x="9558616" y="3946643"/>
                <a:ext cx="18000" cy="212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0">
            <p14:nvContentPartPr>
              <p14:cNvPr id="51" name="Ink 50">
                <a:extLst>
                  <a:ext uri="{FF2B5EF4-FFF2-40B4-BE49-F238E27FC236}">
                    <a16:creationId xmlns:a16="http://schemas.microsoft.com/office/drawing/2014/main" id="{25500BB0-5DD0-7CDD-EEC9-4ACFF8D5AF5C}"/>
                  </a:ext>
                </a:extLst>
              </p14:cNvPr>
              <p14:cNvContentPartPr/>
              <p14:nvPr/>
            </p14:nvContentPartPr>
            <p14:xfrm>
              <a:off x="9842296" y="4279643"/>
              <a:ext cx="6840" cy="13680"/>
            </p14:xfrm>
          </p:contentPart>
        </mc:Choice>
        <mc:Fallback xmlns="">
          <p:pic>
            <p:nvPicPr>
              <p:cNvPr id="51" name="Ink 50">
                <a:extLst>
                  <a:ext uri="{FF2B5EF4-FFF2-40B4-BE49-F238E27FC236}">
                    <a16:creationId xmlns:a16="http://schemas.microsoft.com/office/drawing/2014/main" id="{25500BB0-5DD0-7CDD-EEC9-4ACFF8D5AF5C}"/>
                  </a:ext>
                </a:extLst>
              </p:cNvPr>
              <p:cNvPicPr/>
              <p:nvPr/>
            </p:nvPicPr>
            <p:blipFill>
              <a:blip r:embed="rId31"/>
              <a:stretch>
                <a:fillRect/>
              </a:stretch>
            </p:blipFill>
            <p:spPr>
              <a:xfrm>
                <a:off x="9833656" y="4271003"/>
                <a:ext cx="24480" cy="31320"/>
              </a:xfrm>
              <a:prstGeom prst="rect">
                <a:avLst/>
              </a:prstGeom>
            </p:spPr>
          </p:pic>
        </mc:Fallback>
      </mc:AlternateContent>
      <p:pic>
        <p:nvPicPr>
          <p:cNvPr id="1026" name="Picture 2" descr="Waiting GIF - Waiting GIFs">
            <a:extLst>
              <a:ext uri="{FF2B5EF4-FFF2-40B4-BE49-F238E27FC236}">
                <a16:creationId xmlns:a16="http://schemas.microsoft.com/office/drawing/2014/main" id="{1DCC9F38-20B4-AF82-A524-343A793719CE}"/>
              </a:ext>
            </a:extLst>
          </p:cNvPr>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rot="1873708">
            <a:off x="7944868" y="1026455"/>
            <a:ext cx="3364347" cy="22511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156563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77C72E-D740-CA03-DD4A-44B75D4E6646}"/>
              </a:ext>
            </a:extLst>
          </p:cNvPr>
          <p:cNvSpPr>
            <a:spLocks noGrp="1"/>
          </p:cNvSpPr>
          <p:nvPr>
            <p:ph type="title"/>
          </p:nvPr>
        </p:nvSpPr>
        <p:spPr/>
        <p:txBody>
          <a:bodyPr/>
          <a:lstStyle/>
          <a:p>
            <a:r>
              <a:rPr lang="en-US" dirty="0"/>
              <a:t>Why Should We Care?</a:t>
            </a:r>
          </a:p>
        </p:txBody>
      </p:sp>
      <p:sp>
        <p:nvSpPr>
          <p:cNvPr id="3" name="Text Placeholder 2">
            <a:extLst>
              <a:ext uri="{FF2B5EF4-FFF2-40B4-BE49-F238E27FC236}">
                <a16:creationId xmlns:a16="http://schemas.microsoft.com/office/drawing/2014/main" id="{9ED707BF-ACBB-17D9-05B0-C7D93BFDCFFE}"/>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2583878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7165DAC-5198-544A-3C9B-ED7387F1F748}"/>
              </a:ext>
            </a:extLst>
          </p:cNvPr>
          <p:cNvSpPr>
            <a:spLocks noGrp="1"/>
          </p:cNvSpPr>
          <p:nvPr>
            <p:ph type="title"/>
          </p:nvPr>
        </p:nvSpPr>
        <p:spPr/>
        <p:txBody>
          <a:bodyPr/>
          <a:lstStyle/>
          <a:p>
            <a:endParaRPr lang="en-US"/>
          </a:p>
        </p:txBody>
      </p:sp>
      <p:sp>
        <p:nvSpPr>
          <p:cNvPr id="5" name="Content Placeholder 4">
            <a:extLst>
              <a:ext uri="{FF2B5EF4-FFF2-40B4-BE49-F238E27FC236}">
                <a16:creationId xmlns:a16="http://schemas.microsoft.com/office/drawing/2014/main" id="{31343665-AAD0-6723-BB3E-F6F086ABAE20}"/>
              </a:ext>
            </a:extLst>
          </p:cNvPr>
          <p:cNvSpPr>
            <a:spLocks noGrp="1"/>
          </p:cNvSpPr>
          <p:nvPr>
            <p:ph idx="1"/>
          </p:nvPr>
        </p:nvSpPr>
        <p:spPr/>
        <p:txBody>
          <a:bodyPr/>
          <a:lstStyle/>
          <a:p>
            <a:r>
              <a:rPr lang="en-US" dirty="0"/>
              <a:t>In Michel et al. (2011): </a:t>
            </a:r>
          </a:p>
        </p:txBody>
      </p:sp>
      <p:pic>
        <p:nvPicPr>
          <p:cNvPr id="2052" name="Picture 4">
            <a:extLst>
              <a:ext uri="{FF2B5EF4-FFF2-40B4-BE49-F238E27FC236}">
                <a16:creationId xmlns:a16="http://schemas.microsoft.com/office/drawing/2014/main" id="{7D63B3E5-5F89-0AFF-C6C5-031F9BA2E1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75532" y="3429000"/>
            <a:ext cx="7640935" cy="24007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435231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074" name="Picture 2">
            <a:extLst>
              <a:ext uri="{FF2B5EF4-FFF2-40B4-BE49-F238E27FC236}">
                <a16:creationId xmlns:a16="http://schemas.microsoft.com/office/drawing/2014/main" id="{3645C7B8-1D02-E09E-6023-FEB2EFB757A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392" b="2841"/>
          <a:stretch/>
        </p:blipFill>
        <p:spPr bwMode="auto">
          <a:xfrm>
            <a:off x="1598777" y="643467"/>
            <a:ext cx="8994445" cy="55710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2861819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07EF4-20A4-34E7-94FF-3C32BC1578F0}"/>
              </a:ext>
            </a:extLst>
          </p:cNvPr>
          <p:cNvSpPr>
            <a:spLocks noGrp="1"/>
          </p:cNvSpPr>
          <p:nvPr>
            <p:ph type="title"/>
          </p:nvPr>
        </p:nvSpPr>
        <p:spPr/>
        <p:txBody>
          <a:bodyPr/>
          <a:lstStyle/>
          <a:p>
            <a:r>
              <a:rPr lang="en-US" dirty="0"/>
              <a:t>Some Methodological Considerations</a:t>
            </a:r>
          </a:p>
        </p:txBody>
      </p:sp>
      <p:sp>
        <p:nvSpPr>
          <p:cNvPr id="3" name="Content Placeholder 2">
            <a:extLst>
              <a:ext uri="{FF2B5EF4-FFF2-40B4-BE49-F238E27FC236}">
                <a16:creationId xmlns:a16="http://schemas.microsoft.com/office/drawing/2014/main" id="{4E99F42F-243E-84E1-D9E4-BD3D3F729043}"/>
              </a:ext>
            </a:extLst>
          </p:cNvPr>
          <p:cNvSpPr>
            <a:spLocks noGrp="1"/>
          </p:cNvSpPr>
          <p:nvPr>
            <p:ph idx="1"/>
          </p:nvPr>
        </p:nvSpPr>
        <p:spPr/>
        <p:txBody>
          <a:bodyPr/>
          <a:lstStyle/>
          <a:p>
            <a:r>
              <a:rPr lang="en-US" dirty="0"/>
              <a:t>What is the data generating process?</a:t>
            </a:r>
          </a:p>
          <a:p>
            <a:pPr lvl="1"/>
            <a:r>
              <a:rPr lang="en-US" dirty="0"/>
              <a:t>How was the original text sampled? What are the sources?</a:t>
            </a:r>
          </a:p>
          <a:p>
            <a:r>
              <a:rPr lang="en-US" dirty="0"/>
              <a:t>Is language use constant?</a:t>
            </a:r>
          </a:p>
          <a:p>
            <a:r>
              <a:rPr lang="en-US" dirty="0"/>
              <a:t>Can a single word capture a concept?</a:t>
            </a:r>
          </a:p>
          <a:p>
            <a:r>
              <a:rPr lang="en-US" dirty="0"/>
              <a:t>To what population can we make inferences about?</a:t>
            </a:r>
          </a:p>
          <a:p>
            <a:endParaRPr lang="en-US" dirty="0"/>
          </a:p>
          <a:p>
            <a:r>
              <a:rPr lang="en-US" dirty="0"/>
              <a:t>Other considerations?</a:t>
            </a:r>
          </a:p>
        </p:txBody>
      </p:sp>
    </p:spTree>
    <p:extLst>
      <p:ext uri="{BB962C8B-B14F-4D97-AF65-F5344CB8AC3E}">
        <p14:creationId xmlns:p14="http://schemas.microsoft.com/office/powerpoint/2010/main" val="15836284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1CBCA-F5F8-F3D1-AD8B-DB6C6B9FBD3D}"/>
              </a:ext>
            </a:extLst>
          </p:cNvPr>
          <p:cNvSpPr>
            <a:spLocks noGrp="1"/>
          </p:cNvSpPr>
          <p:nvPr>
            <p:ph type="title"/>
          </p:nvPr>
        </p:nvSpPr>
        <p:spPr/>
        <p:txBody>
          <a:bodyPr/>
          <a:lstStyle/>
          <a:p>
            <a:r>
              <a:rPr lang="en-US" dirty="0"/>
              <a:t>Today’s Readings</a:t>
            </a:r>
          </a:p>
        </p:txBody>
      </p:sp>
      <p:sp>
        <p:nvSpPr>
          <p:cNvPr id="3" name="Content Placeholder 2">
            <a:extLst>
              <a:ext uri="{FF2B5EF4-FFF2-40B4-BE49-F238E27FC236}">
                <a16:creationId xmlns:a16="http://schemas.microsoft.com/office/drawing/2014/main" id="{59380D1F-C5B6-0720-769C-AF9333D0EA62}"/>
              </a:ext>
            </a:extLst>
          </p:cNvPr>
          <p:cNvSpPr>
            <a:spLocks noGrp="1"/>
          </p:cNvSpPr>
          <p:nvPr>
            <p:ph idx="1"/>
          </p:nvPr>
        </p:nvSpPr>
        <p:spPr/>
        <p:txBody>
          <a:bodyPr/>
          <a:lstStyle/>
          <a:p>
            <a:r>
              <a:rPr lang="en-US" dirty="0"/>
              <a:t>Did the paper answer the research question? </a:t>
            </a:r>
          </a:p>
          <a:p>
            <a:r>
              <a:rPr lang="en-US" dirty="0"/>
              <a:t>Was the data appropriate for answering that question? </a:t>
            </a:r>
          </a:p>
          <a:p>
            <a:r>
              <a:rPr lang="en-US" dirty="0"/>
              <a:t>Was the method appropriate for answering that question? </a:t>
            </a:r>
          </a:p>
          <a:p>
            <a:r>
              <a:rPr lang="en-US" dirty="0"/>
              <a:t>Are the conclusions arrived at by the author supported by their evidence?</a:t>
            </a:r>
          </a:p>
        </p:txBody>
      </p:sp>
    </p:spTree>
    <p:extLst>
      <p:ext uri="{BB962C8B-B14F-4D97-AF65-F5344CB8AC3E}">
        <p14:creationId xmlns:p14="http://schemas.microsoft.com/office/powerpoint/2010/main" val="3956272448"/>
      </p:ext>
    </p:extLst>
  </p:cSld>
  <p:clrMapOvr>
    <a:masterClrMapping/>
  </p:clrMapOvr>
</p:sld>
</file>

<file path=ppt/theme/theme1.xml><?xml version="1.0" encoding="utf-8"?>
<a:theme xmlns:a="http://schemas.openxmlformats.org/drawingml/2006/main" name="Badge">
  <a:themeElements>
    <a:clrScheme name="Badge">
      <a:dk1>
        <a:sysClr val="windowText" lastClr="000000"/>
      </a:dk1>
      <a:lt1>
        <a:sysClr val="window" lastClr="FFFFFF"/>
      </a:lt1>
      <a:dk2>
        <a:srgbClr val="2A1A00"/>
      </a:dk2>
      <a:lt2>
        <a:srgbClr val="F3F3F2"/>
      </a:lt2>
      <a:accent1>
        <a:srgbClr val="F8B323"/>
      </a:accent1>
      <a:accent2>
        <a:srgbClr val="656A59"/>
      </a:accent2>
      <a:accent3>
        <a:srgbClr val="46B2B5"/>
      </a:accent3>
      <a:accent4>
        <a:srgbClr val="8CAA7E"/>
      </a:accent4>
      <a:accent5>
        <a:srgbClr val="D36F68"/>
      </a:accent5>
      <a:accent6>
        <a:srgbClr val="826276"/>
      </a:accent6>
      <a:hlink>
        <a:srgbClr val="46B2B5"/>
      </a:hlink>
      <a:folHlink>
        <a:srgbClr val="A46694"/>
      </a:folHlink>
    </a:clrScheme>
    <a:fontScheme name="Badge">
      <a:majorFont>
        <a:latin typeface="Impact" panose="020B080603090205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ill Sans MT" panose="020B0502020104020203"/>
        <a:ea typeface=""/>
        <a:cs typeface=""/>
        <a:font script="Grek" typeface="Corbel"/>
        <a:font script="Cyrl" typeface="Corbel"/>
        <a:font script="Jpan" typeface="メイリオ"/>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Badg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12700" cap="flat" cmpd="sng" algn="in">
          <a:solidFill>
            <a:schemeClr val="phClr"/>
          </a:solidFill>
          <a:prstDash val="solid"/>
        </a:ln>
        <a:ln w="50800" cap="flat" cmpd="sng" algn="in">
          <a:solidFill>
            <a:schemeClr val="phClr"/>
          </a:solidFill>
          <a:prstDash val="solid"/>
        </a:ln>
      </a:lnStyleLst>
      <a:effectStyleLst>
        <a:effectStyle>
          <a:effectLst/>
        </a:effectStyle>
        <a:effectStyle>
          <a:effectLst/>
        </a:effectStyle>
        <a:effectStyle>
          <a:effectLst>
            <a:outerShdw blurRad="38100" dist="25400" dir="5400000" algn="ctr" rotWithShape="0">
              <a:srgbClr val="000000">
                <a:alpha val="2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adge" id="{71A07785-5930-41D4-9A83-E23602B48E98}" vid="{771EA782-DFA6-45B1-AEA3-661F1715B31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{0E485437-9C64-634D-9FB8-65EB535908DD}tf10001071</Template>
  <TotalTime>375</TotalTime>
  <Words>1321</Words>
  <Application>Microsoft Macintosh PowerPoint</Application>
  <PresentationFormat>Widescreen</PresentationFormat>
  <Paragraphs>162</Paragraphs>
  <Slides>30</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30</vt:i4>
      </vt:variant>
    </vt:vector>
  </HeadingPairs>
  <TitlesOfParts>
    <vt:vector size="35" baseType="lpstr">
      <vt:lpstr>Aptos</vt:lpstr>
      <vt:lpstr>Arial</vt:lpstr>
      <vt:lpstr>Gill Sans MT</vt:lpstr>
      <vt:lpstr>Impact</vt:lpstr>
      <vt:lpstr>Badge</vt:lpstr>
      <vt:lpstr>Tokenization and Word Frequency</vt:lpstr>
      <vt:lpstr>Glossary </vt:lpstr>
      <vt:lpstr>PowerPoint Presentation</vt:lpstr>
      <vt:lpstr>PowerPoint Presentation</vt:lpstr>
      <vt:lpstr>PowerPoint Presentation</vt:lpstr>
      <vt:lpstr>Bag of Words</vt:lpstr>
      <vt:lpstr>Word-Frequency Analysis</vt:lpstr>
      <vt:lpstr>PowerPoint Presentation</vt:lpstr>
      <vt:lpstr>1. The Unit of Analysis</vt:lpstr>
      <vt:lpstr>PowerPoint Presentation</vt:lpstr>
      <vt:lpstr>2. Tokenization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3. Counting Words Over Space/Time</vt:lpstr>
      <vt:lpstr>4. Denominating by Total</vt:lpstr>
      <vt:lpstr>PowerPoint Presentation</vt:lpstr>
      <vt:lpstr>PowerPoint Presentation</vt:lpstr>
      <vt:lpstr>Why Should We Care?</vt:lpstr>
      <vt:lpstr>PowerPoint Presentation</vt:lpstr>
      <vt:lpstr>PowerPoint Presentation</vt:lpstr>
      <vt:lpstr>Some Methodological Considerations</vt:lpstr>
      <vt:lpstr>Today’s Readings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Tokenization and Word Frequency</dc:title>
  <dc:creator>Sebastian Vallejo Vera</dc:creator>
  <cp:lastModifiedBy>Sebastian Vallejo Vera</cp:lastModifiedBy>
  <cp:revision>1</cp:revision>
  <dcterms:created xsi:type="dcterms:W3CDTF">2023-12-22T17:44:09Z</dcterms:created>
  <dcterms:modified xsi:type="dcterms:W3CDTF">2026-01-12T17:55:04Z</dcterms:modified>
</cp:coreProperties>
</file>
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notesSlides/notesSlide1.xml" ContentType="application/vnd.openxmlformats-officedocument.presentationml.notesSlide+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notesSlides/notesSlide2.xml" ContentType="application/vnd.openxmlformats-officedocument.presentationml.notesSlide+xml"/>
  <Override PartName="/ppt/ink/ink81.xml" ContentType="application/inkml+xml"/>
  <Override PartName="/ppt/ink/ink82.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8"/>
  </p:notesMasterIdLst>
  <p:sldIdLst>
    <p:sldId id="256" r:id="rId2"/>
    <p:sldId id="257" r:id="rId3"/>
    <p:sldId id="258" r:id="rId4"/>
    <p:sldId id="259" r:id="rId5"/>
    <p:sldId id="260" r:id="rId6"/>
    <p:sldId id="261" r:id="rId7"/>
    <p:sldId id="300" r:id="rId8"/>
    <p:sldId id="302" r:id="rId9"/>
    <p:sldId id="303" r:id="rId10"/>
    <p:sldId id="262" r:id="rId11"/>
    <p:sldId id="304" r:id="rId12"/>
    <p:sldId id="305" r:id="rId13"/>
    <p:sldId id="306" r:id="rId14"/>
    <p:sldId id="307" r:id="rId15"/>
    <p:sldId id="308" r:id="rId16"/>
    <p:sldId id="309" r:id="rId17"/>
    <p:sldId id="310" r:id="rId18"/>
    <p:sldId id="311" r:id="rId19"/>
    <p:sldId id="313" r:id="rId20"/>
    <p:sldId id="314" r:id="rId21"/>
    <p:sldId id="315" r:id="rId22"/>
    <p:sldId id="312" r:id="rId23"/>
    <p:sldId id="316" r:id="rId24"/>
    <p:sldId id="318" r:id="rId25"/>
    <p:sldId id="319" r:id="rId26"/>
    <p:sldId id="320"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BCECD09-8320-D94B-82AD-26264C2F6847}" v="1" dt="2026-01-19T03:27:26.99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74"/>
    <p:restoredTop sz="96190"/>
  </p:normalViewPr>
  <p:slideViewPr>
    <p:cSldViewPr snapToGrid="0">
      <p:cViewPr varScale="1">
        <p:scale>
          <a:sx n="123" d="100"/>
          <a:sy n="123" d="100"/>
        </p:scale>
        <p:origin x="68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bastian Vallejo Vera" userId="661f42ee-5565-49c4-8b1d-325f2d699b91" providerId="ADAL" clId="{A248EEF8-C29E-592E-8CA9-13334A969EB7}"/>
    <pc:docChg chg="modSld">
      <pc:chgData name="Sebastian Vallejo Vera" userId="661f42ee-5565-49c4-8b1d-325f2d699b91" providerId="ADAL" clId="{A248EEF8-C29E-592E-8CA9-13334A969EB7}" dt="2026-01-19T03:27:26.997" v="2" actId="20577"/>
      <pc:docMkLst>
        <pc:docMk/>
      </pc:docMkLst>
      <pc:sldChg chg="modSp mod">
        <pc:chgData name="Sebastian Vallejo Vera" userId="661f42ee-5565-49c4-8b1d-325f2d699b91" providerId="ADAL" clId="{A248EEF8-C29E-592E-8CA9-13334A969EB7}" dt="2026-01-19T03:24:36.429" v="1" actId="20577"/>
        <pc:sldMkLst>
          <pc:docMk/>
          <pc:sldMk cId="2652324177" sldId="304"/>
        </pc:sldMkLst>
        <pc:spChg chg="mod">
          <ac:chgData name="Sebastian Vallejo Vera" userId="661f42ee-5565-49c4-8b1d-325f2d699b91" providerId="ADAL" clId="{A248EEF8-C29E-592E-8CA9-13334A969EB7}" dt="2026-01-19T03:24:36.429" v="1" actId="20577"/>
          <ac:spMkLst>
            <pc:docMk/>
            <pc:sldMk cId="2652324177" sldId="304"/>
            <ac:spMk id="3" creationId="{47AB5C4A-9852-0096-2BC5-D45E5B9AD39A}"/>
          </ac:spMkLst>
        </pc:spChg>
      </pc:sldChg>
      <pc:sldChg chg="modSp modAnim">
        <pc:chgData name="Sebastian Vallejo Vera" userId="661f42ee-5565-49c4-8b1d-325f2d699b91" providerId="ADAL" clId="{A248EEF8-C29E-592E-8CA9-13334A969EB7}" dt="2026-01-19T03:27:26.997" v="2" actId="20577"/>
        <pc:sldMkLst>
          <pc:docMk/>
          <pc:sldMk cId="3704480605" sldId="318"/>
        </pc:sldMkLst>
        <pc:spChg chg="mod">
          <ac:chgData name="Sebastian Vallejo Vera" userId="661f42ee-5565-49c4-8b1d-325f2d699b91" providerId="ADAL" clId="{A248EEF8-C29E-592E-8CA9-13334A969EB7}" dt="2026-01-19T03:27:26.997" v="2" actId="20577"/>
          <ac:spMkLst>
            <pc:docMk/>
            <pc:sldMk cId="3704480605" sldId="318"/>
            <ac:spMk id="3" creationId="{BA96AA58-59E6-6D9C-D6B5-DA1059528B3D}"/>
          </ac:spMkLst>
        </pc:spChg>
      </pc:sldChg>
    </pc:docChg>
  </pc:docChgLst>
  <pc:docChgLst>
    <pc:chgData name="Sebastian Vallejo Vera" userId="661f42ee-5565-49c4-8b1d-325f2d699b91" providerId="ADAL" clId="{8C1EFA1F-0339-5164-815E-AFC004A65A72}"/>
    <pc:docChg chg="custSel modSld">
      <pc:chgData name="Sebastian Vallejo Vera" userId="661f42ee-5565-49c4-8b1d-325f2d699b91" providerId="ADAL" clId="{8C1EFA1F-0339-5164-815E-AFC004A65A72}" dt="2026-01-19T17:47:25.700" v="345" actId="20577"/>
      <pc:docMkLst>
        <pc:docMk/>
      </pc:docMkLst>
      <pc:sldChg chg="modNotesTx">
        <pc:chgData name="Sebastian Vallejo Vera" userId="661f42ee-5565-49c4-8b1d-325f2d699b91" providerId="ADAL" clId="{8C1EFA1F-0339-5164-815E-AFC004A65A72}" dt="2026-01-19T17:47:25.700" v="345" actId="20577"/>
        <pc:sldMkLst>
          <pc:docMk/>
          <pc:sldMk cId="1445764860" sldId="262"/>
        </pc:sldMkLst>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1.025"/>
    </inkml:context>
    <inkml:brush xml:id="br0">
      <inkml:brushProperty name="width" value="0.05" units="cm"/>
      <inkml:brushProperty name="height" value="0.05" units="cm"/>
      <inkml:brushProperty name="color" value="#AE198D"/>
      <inkml:brushProperty name="inkEffects" value="galaxy"/>
      <inkml:brushProperty name="anchorX" value="-43746.67578"/>
      <inkml:brushProperty name="anchorY" value="-57436.83594"/>
      <inkml:brushProperty name="scaleFactor" value="0.5"/>
    </inkml:brush>
  </inkml:definitions>
  <inkml:trace contextRef="#ctx0" brushRef="#br0">104 130 24575,'3'0'0,"-1"0"0,5-6 0,-4-3 0,-3-6 0,0-7 0,0 5 0,0-1 0,-4 3 0,0 6 0,-4-2 0,0 6 0,1 2 0,-1 3 0,-3 0 0,2 0 0,-3 0 0,1 4 0,2 0 0,-3 8 0,8-4 0,-3 4 0,6-5 0,-2 1 0,3-1 0,3-3 0,1-1 0,3-3 0,0 0 0,-1 0 0,1 0 0,0 0 0,1 0 0,-4 3 0,-1 1 0,0 0 0,1 2 0,0-2 0,2 0 0,-5 2 0,2-2 0,0 0 0,1-1 0,3-3 0,0 0 0,0 0 0,-4 0 0,0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4.989"/>
    </inkml:context>
    <inkml:brush xml:id="br0">
      <inkml:brushProperty name="width" value="0.05" units="cm"/>
      <inkml:brushProperty name="height" value="0.05" units="cm"/>
      <inkml:brushProperty name="color" value="#AE198D"/>
      <inkml:brushProperty name="inkEffects" value="galaxy"/>
      <inkml:brushProperty name="anchorX" value="-58752.04688"/>
      <inkml:brushProperty name="anchorY" value="-75823.98438"/>
      <inkml:brushProperty name="scaleFactor" value="0.5"/>
    </inkml:brush>
  </inkml:definitions>
  <inkml:trace contextRef="#ctx0" brushRef="#br0">0 5730 24575,'11'0'0,"-3"0"0,4 0 0,-5 0 0,5 0 0,0 0 0,5 0 0,-1 0 0,1 0 0,-1 0 0,5 0 0,2 0 0,-1 0 0,4 0 0,-4 0 0,5-4 0,-4 3 0,3-3 0,-9 4 0,4 0 0,-4 0 0,-1-7 0,-3 5 0,2-6 0,2 8 0,1 0 0,3 0 0,0 0 0,2 0 0,4-4 0,0 3 0,5-7 0,-3 7 0,9-8 0,-10 8 0,5-4 0,-6 5 0,0-4 0,0 3 0,-5-6 0,4 2 0,-4 0 0,1-3 0,3-1 0,-4-1 0,5-7 0,6 2 0,-5-4 0,18-12 0,5-11 0,23-8-524,-29 18 0,2 0 524,0 4 0,0 2 0,6-4 0,0 0 0,-7 3 0,1 1 0,4 3 0,1 0 0,-3 0 0,0 1-89,0 2 0,-1 2 89,31-9 0,-28 9 0,-2 0 0,6 4 0,-6 0 0,0-2 0,2-1 0,23-6 0,-25 6 0,3-3 0,-13 5 1038,1-5-1038,-18 3 0,22-20 0,-2-11-507,-5 10 1,5-3 506,6-4 0,2-2 0,3-3 0,2 0-805,6 2 1,2 0 804,-4 0 0,1 1 0,3 2 0,-2 2 0,-18 11 0,-2 1-249,9-6 0,-3 2 249,15-14 0,17-2 0,-13 0 0,-10 16 0,-7-3 1070,-13 12-1070,-2 6 1661,-19 5-1661,2-21 0,11-11 0,13-32-421,-6 32 1,4-1 420,2-4 0,2-2 0,6-9 0,1-1 0,1 3 0,1 2 0,0-1 0,-1 2 0,-12 12 0,-1 3-406,3 0 1,0 2 405,23-28-323,0 0 323,-5 9 0,-15 15 0,-6 4 0,-8 10 0,-6-3 1333,-6 11-1333,-8 6 856,-3-9-856,-2-5 363,10-16-363,16-23 0,20-13-611,-21 32 0,2-1 611,1 1 0,2 0 0,-1-5 0,0 3-332,17-19 332,-20 28 0,0 1 0,12-17 0,4-4 0,-8 6 0,-7 11 0,-6 11 1201,-2 2-1201,-10 11 353,-1-3-353,-2 12 0,-1-11 0,2 15 0,-4-10 0,0 7 0,4-3 0,-2-6 0,1 9 0,-6-9 0,-2-2 0,7-13 0,16-27 0,12-16-542,-10 34 0,2-1 542,0-7 0,1 2 0,26-27-298,-28 34 0,0 2 298,24-24 0,-6 8 0,0-3 0,-6 23 0,-8-7 0,-3 20 1050,-7-2-1050,-6 11 630,-1 4-630,-3-2 0,-2 6 0,1-3 0,-3 4 0,6 0 0,-3-4 0,1 3 0,7-3 0,-6 8 0,7 0 0,-12 1 0,6-6 0,-1-3 0,15-12 0,0 4 0,6-9 0,-3 9 0,-7-3 0,7 4 0,-15 6 0,9-4 0,-8 8 0,-1-4 0,-2 5 0,-6 0 0,2 1 0,-3 2 0,-1-1 0,0 5 0,-3-6 0,2 7 0,-2-4 0,0 4 0,-1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7.326"/>
    </inkml:context>
    <inkml:brush xml:id="br0">
      <inkml:brushProperty name="width" value="0.05" units="cm"/>
      <inkml:brushProperty name="height" value="0.05" units="cm"/>
      <inkml:brushProperty name="color" value="#AE198D"/>
      <inkml:brushProperty name="inkEffects" value="galaxy"/>
      <inkml:brushProperty name="anchorX" value="-80565.0625"/>
      <inkml:brushProperty name="anchorY" value="-88481.47656"/>
      <inkml:brushProperty name="scaleFactor" value="0.5"/>
    </inkml:brush>
  </inkml:definitions>
  <inkml:trace contextRef="#ctx0" brushRef="#br0">66 115 24575,'0'7'0,"3"-4"0,5 4 0,-4-3 0,10 0 0,-5 3 0,4-6 0,-2 3 0,-4-4 0,1 0 0,-1 0 0,0 0 0,0 0 0,-2-4 0,-2-4 0,-3 0 0,0-4 0,0 4 0,0-3 0,0 2 0,0-6 0,0 6 0,0-2 0,0-1 0,0 4 0,-4-8 0,0 11 0,-8-6 0,3 10 0,-2-3 0,-1 4 0,4 0 0,-8 0 0,3 0 0,1 0 0,0 7 0,0 3 0,7 6 0,-6 0 0,6 6 0,-4-5 0,4 9 0,-2-8 0,6 8 0,-3-13 0,4 7 0,0-11 0,0-1 0,0-5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9.819"/>
    </inkml:context>
    <inkml:brush xml:id="br0">
      <inkml:brushProperty name="width" value="0.05" units="cm"/>
      <inkml:brushProperty name="height" value="0.05" units="cm"/>
      <inkml:brushProperty name="color" value="#AE198D"/>
      <inkml:brushProperty name="inkEffects" value="galaxy"/>
      <inkml:brushProperty name="anchorX" value="-99108.375"/>
      <inkml:brushProperty name="anchorY" value="-99163.72656"/>
      <inkml:brushProperty name="scaleFactor" value="0.5"/>
    </inkml:brush>
  </inkml:definitions>
  <inkml:trace contextRef="#ctx0" brushRef="#br0">64 30 24575,'0'7'0,"0"0"0,0 0 0,0 1 0,0-1 0,0 1 0,0-1 0,3-3 0,1-1 0,7-3 0,-3 0 0,0-4 0,-1 3 0,-3-2 0,4 3 0,-1 0 0,-3-7 0,-1 3 0,-3-7 0,0 4 0,0 0 0,-7 2 0,2-1 0,-7 5 0,1-2 0,2 3 0,-2 0 0,3 0 0,0 0 0,1 0 0,0 0 0,-1 0 0,4 3 0,-2 1 0,5 4 0,-6 3 0,6-2 0,-6 2 0,6-4 0,-2 1 0,3-1 0,-4-3 0,4 2 0,-4-2 0,4-3 0,0-2 0,0-6 0,0-5 0,0 4 0,0-4 0,0 5 0,0-1 0,0 1 0,0 0 0,0 0 0,0 0 0,0 0 0,0 0 0,3 3 0,-2-3 0,5 6 0,-2-2 0,3 3 0,0 0 0,0 0 0,-3 0 0,-1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1.736"/>
    </inkml:context>
    <inkml:brush xml:id="br0">
      <inkml:brushProperty name="width" value="0.05" units="cm"/>
      <inkml:brushProperty name="height" value="0.05" units="cm"/>
      <inkml:brushProperty name="color" value="#AE198D"/>
      <inkml:brushProperty name="inkEffects" value="galaxy"/>
      <inkml:brushProperty name="anchorX" value="-112687.14063"/>
      <inkml:brushProperty name="anchorY" value="-114780.75781"/>
      <inkml:brushProperty name="scaleFactor" value="0.5"/>
    </inkml:brush>
  </inkml:definitions>
  <inkml:trace contextRef="#ctx0" brushRef="#br0">8 101 24575,'0'3'0,"3"-5"0,0 9 0,1-14 0,-1 2 0,-3-10 0,0 7 0,0-4 0,0 0 0,0 4 0,0-4 0,0 5 0,0-1 0,0 1 0,-3 2 0,-1 2 0,-3 3 0,3 3 0,1 1 0,3 3 0,0 1 0,0-1 0,0 0 0,0 1 0,0-1 0,0 1 0,0-1 0,3-3 0,1 0 0,0-1 0,3-2 0,-3 2 0,0 0 0,2-2 0,-5 5 0,5-5 0,-5 5 0,5-5 0,-2 2 0,3-3 0,0 0 0,0 0 0,0 0 0,0 7 0,-3-2 0,-1 5 0,-3-2 0,0-1 0,0 1 0,0-1 0,0 1 0,0-1 0,-4 0 0,3 1 0,-5-4 0,2-1 0,-3-3 0,3 0 0,1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3.522"/>
    </inkml:context>
    <inkml:brush xml:id="br0">
      <inkml:brushProperty name="width" value="0.05" units="cm"/>
      <inkml:brushProperty name="height" value="0.05" units="cm"/>
      <inkml:brushProperty name="color" value="#AE198D"/>
      <inkml:brushProperty name="inkEffects" value="galaxy"/>
      <inkml:brushProperty name="anchorX" value="-129774.07813"/>
      <inkml:brushProperty name="anchorY" value="-132602.14063"/>
      <inkml:brushProperty name="scaleFactor" value="0.5"/>
    </inkml:brush>
  </inkml:definitions>
  <inkml:trace contextRef="#ctx0" brushRef="#br0">0 137 24575,'11'0'0,"1"0"0,0 0 0,3 0 0,-7 0 0,4-7 0,-5 5 0,1-6 0,0 8 0,-4-3 0,2 2 0,-5-5 0,3 2 0,-1-4 0,-2 1 0,2-1 0,-3 0 0,0 1 0,0-1 0,0 1 0,0-1 0,0 1 0,0-1 0,0 1 0,0-1 0,0 1 0,-3 3 0,-1 0 0,-4 4 0,0 0 0,1 0 0,-1 0 0,1 0 0,-1 0 0,1 0 0,3 4 0,1 0 0,-1 7 0,3 6 0,-3 1 0,4 3 0,0 0 0,0-3 0,0 3 0,0-8 0,0 2 0,0-7 0,0 4 0,0-5 0,0 1 0,0-4 0,0-1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5.423"/>
    </inkml:context>
    <inkml:brush xml:id="br0">
      <inkml:brushProperty name="width" value="0.05" units="cm"/>
      <inkml:brushProperty name="height" value="0.05" units="cm"/>
      <inkml:brushProperty name="color" value="#AE198D"/>
      <inkml:brushProperty name="inkEffects" value="galaxy"/>
      <inkml:brushProperty name="anchorX" value="-147817.45313"/>
      <inkml:brushProperty name="anchorY" value="-149785.92188"/>
      <inkml:brushProperty name="scaleFactor" value="0.5"/>
    </inkml:brush>
  </inkml:definitions>
  <inkml:trace contextRef="#ctx0" brushRef="#br0">56 145 23741,'-11'0'0,"4"0"413,0-9-413,4-1 139,3-8-139,0-4 70,3 5-70,2-5 212,3 10-212,0 0 0,-1 5 0,1-1 0,-1 4 0,0 1 0,1 3 0,-1 0 0,0 0 0,1 0 0,-1 0 0,0 3 0,-3 1 0,-1 3 0,-3 0 0,0 1 0,0-1 0,0 0 0,0 1 0,0-1 0,0 0 0,-4 0 0,0-3 0,-7 3 0,2-3 0,-10 1 0,10 1 0,-6-5 0,7 3 0,1-4 0,-1 0 0,0 0 0,1 0 0,-1 0 0,1 0 0,3-3 0,1-6 0,3 1 0,0-3 0,0 3 0,0 1 0,0 3 0,0 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7.413"/>
    </inkml:context>
    <inkml:brush xml:id="br0">
      <inkml:brushProperty name="width" value="0.05" units="cm"/>
      <inkml:brushProperty name="height" value="0.05" units="cm"/>
      <inkml:brushProperty name="color" value="#AE198D"/>
      <inkml:brushProperty name="inkEffects" value="galaxy"/>
      <inkml:brushProperty name="anchorX" value="-164132.17188"/>
      <inkml:brushProperty name="anchorY" value="-163658.73438"/>
      <inkml:brushProperty name="scaleFactor" value="0.5"/>
    </inkml:brush>
  </inkml:definitions>
  <inkml:trace contextRef="#ctx0" brushRef="#br0">63 83 24575,'-7'0'0,"0"0"0,0 0 0,-1 0 0,4 3 0,1 1 0,6 3 0,1-3 0,3-1 0,-1-3 0,1 0 0,0 0 0,-3-3 0,-1-2 0,0-2 0,-2-1 0,3 1 0,-1 3 0,-2-3 0,2 3 0,-3-4 0,0 1 0,0 0 0,0-1 0,0 1 0,0-1 0,0 1 0,-3 3 0,-1 1 0,-3 3 0,-5 0 0,4 0 0,-4 0 0,5 0 0,-1 0 0,1 0 0,3 3 0,-3 1 0,7 3 0,-4 5 0,4 0 0,0 1 0,0-2 0,0 1 0,0-4 0,0 4 0,0-5 0,0 0 0,0-3 0,0-1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9.022"/>
    </inkml:context>
    <inkml:brush xml:id="br0">
      <inkml:brushProperty name="width" value="0.05" units="cm"/>
      <inkml:brushProperty name="height" value="0.05" units="cm"/>
      <inkml:brushProperty name="color" value="#AE198D"/>
      <inkml:brushProperty name="inkEffects" value="galaxy"/>
      <inkml:brushProperty name="anchorX" value="-181471.32813"/>
      <inkml:brushProperty name="anchorY" value="-176377.10938"/>
      <inkml:brushProperty name="scaleFactor" value="0.5"/>
    </inkml:brush>
  </inkml:definitions>
  <inkml:trace contextRef="#ctx0" brushRef="#br0">41 104 24575,'6'-4'0,"-2"-2"0,2 2 0,-5-4 0,2 1 0,0 0 0,-2-1 0,2 1 0,-3-1 0,0 1 0,0-1 0,0 1 0,0 0 0,0-1 0,-7 4 0,2 1 0,-5 3 0,2 0 0,0 0 0,1 0 0,-1 0 0,1 0 0,3 3 0,1 1 0,3 4 0,0-1 0,0 0 0,3-3 0,5-1 0,-3-3 0,2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1"/>
    </inkml:context>
    <inkml:brush xml:id="br0">
      <inkml:brushProperty name="width" value="0.05" units="cm"/>
      <inkml:brushProperty name="height" value="0.05" units="cm"/>
      <inkml:brushProperty name="color" value="#AE198D"/>
      <inkml:brushProperty name="inkEffects" value="galaxy"/>
      <inkml:brushProperty name="anchorX" value="-43746.67578"/>
      <inkml:brushProperty name="anchorY" value="-57436.83594"/>
      <inkml:brushProperty name="scaleFactor" value="0.5"/>
    </inkml:brush>
  </inkml:definitions>
  <inkml:trace contextRef="#ctx0" brushRef="#br0">104 130 24575,'3'0'0,"-1"0"0,5-6 0,-4-3 0,-3-6 0,0-7 0,0 5 0,0-1 0,-4 3 0,0 6 0,-4-2 0,0 6 0,1 2 0,-1 3 0,-3 0 0,2 0 0,-3 0 0,1 4 0,2 0 0,-3 8 0,8-4 0,-3 4 0,6-5 0,-2 1 0,3-1 0,3-3 0,1-1 0,3-3 0,0 0 0,-1 0 0,1 0 0,0 0 0,1 0 0,-4 3 0,-1 1 0,0 0 0,1 2 0,0-2 0,2 0 0,-5 2 0,2-2 0,0 0 0,1-1 0,3-3 0,0 0 0,0 0 0,-4 0 0,0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2"/>
    </inkml:context>
    <inkml:brush xml:id="br0">
      <inkml:brushProperty name="width" value="0.05" units="cm"/>
      <inkml:brushProperty name="height" value="0.05" units="cm"/>
      <inkml:brushProperty name="color" value="#AE198D"/>
      <inkml:brushProperty name="inkEffects" value="galaxy"/>
      <inkml:brushProperty name="anchorX" value="-58752.04688"/>
      <inkml:brushProperty name="anchorY" value="-75823.98438"/>
      <inkml:brushProperty name="scaleFactor" value="0.5"/>
    </inkml:brush>
  </inkml:definitions>
  <inkml:trace contextRef="#ctx0" brushRef="#br0">0 5730 24575,'11'0'0,"-3"0"0,4 0 0,-5 0 0,5 0 0,0 0 0,5 0 0,-1 0 0,1 0 0,-1 0 0,5 0 0,2 0 0,-1 0 0,4 0 0,-4 0 0,5-4 0,-4 3 0,3-3 0,-9 4 0,4 0 0,-4 0 0,-1-7 0,-3 5 0,2-6 0,2 8 0,1 0 0,3 0 0,0 0 0,2 0 0,4-4 0,0 3 0,5-7 0,-3 7 0,9-8 0,-10 8 0,5-4 0,-6 5 0,0-4 0,0 3 0,-5-6 0,4 2 0,-4 0 0,1-3 0,3-1 0,-4-1 0,5-7 0,6 2 0,-5-4 0,18-12 0,5-11 0,23-8-524,-29 18 0,2 0 524,0 4 0,0 2 0,6-4 0,0 0 0,-7 3 0,1 1 0,4 3 0,1 0 0,-3 0 0,0 1-89,0 2 0,-1 2 89,31-9 0,-28 9 0,-2 0 0,6 4 0,-6 0 0,0-2 0,2-1 0,23-6 0,-25 6 0,3-3 0,-13 5 1038,1-5-1038,-18 3 0,22-20 0,-2-11-507,-5 10 1,5-3 506,6-4 0,2-2 0,3-3 0,2 0-805,6 2 1,2 0 804,-4 0 0,1 1 0,3 2 0,-2 2 0,-18 11 0,-2 1-249,9-6 0,-3 2 249,15-14 0,17-2 0,-13 0 0,-10 16 0,-7-3 1070,-13 12-1070,-2 6 1661,-19 5-1661,2-21 0,11-11 0,13-32-421,-6 32 1,4-1 420,2-4 0,2-2 0,6-9 0,1-1 0,1 3 0,1 2 0,0-1 0,-1 2 0,-12 12 0,-1 3-406,3 0 1,0 2 405,23-28-323,0 0 323,-5 9 0,-15 15 0,-6 4 0,-8 10 0,-6-3 1333,-6 11-1333,-8 6 856,-3-9-856,-2-5 363,10-16-363,16-23 0,20-13-611,-21 32 0,2-1 611,1 1 0,2 0 0,-1-5 0,0 3-332,17-19 332,-20 28 0,0 1 0,12-17 0,4-4 0,-8 6 0,-7 11 0,-6 11 1201,-2 2-1201,-10 11 353,-1-3-353,-2 12 0,-1-11 0,2 15 0,-4-10 0,0 7 0,4-3 0,-2-6 0,1 9 0,-6-9 0,-2-2 0,7-13 0,16-27 0,12-16-542,-10 34 0,2-1 542,0-7 0,1 2 0,26-27-298,-28 34 0,0 2 298,24-24 0,-6 8 0,0-3 0,-6 23 0,-8-7 0,-3 20 1050,-7-2-1050,-6 11 630,-1 4-630,-3-2 0,-2 6 0,1-3 0,-3 4 0,6 0 0,-3-4 0,1 3 0,7-3 0,-6 8 0,7 0 0,-12 1 0,6-6 0,-1-3 0,15-12 0,0 4 0,6-9 0,-3 9 0,-7-3 0,7 4 0,-15 6 0,9-4 0,-8 8 0,-1-4 0,-2 5 0,-6 0 0,2 1 0,-3 2 0,-1-1 0,0 5 0,-3-6 0,2 7 0,-2-4 0,0 4 0,-1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3"/>
    </inkml:context>
    <inkml:brush xml:id="br0">
      <inkml:brushProperty name="width" value="0.05" units="cm"/>
      <inkml:brushProperty name="height" value="0.05" units="cm"/>
      <inkml:brushProperty name="color" value="#AE198D"/>
      <inkml:brushProperty name="inkEffects" value="galaxy"/>
      <inkml:brushProperty name="anchorX" value="-80565.0625"/>
      <inkml:brushProperty name="anchorY" value="-88481.47656"/>
      <inkml:brushProperty name="scaleFactor" value="0.5"/>
    </inkml:brush>
  </inkml:definitions>
  <inkml:trace contextRef="#ctx0" brushRef="#br0">66 115 24575,'0'7'0,"3"-4"0,5 4 0,-4-3 0,10 0 0,-5 3 0,4-6 0,-2 3 0,-4-4 0,1 0 0,-1 0 0,0 0 0,0 0 0,-2-4 0,-2-4 0,-3 0 0,0-4 0,0 4 0,0-3 0,0 2 0,0-6 0,0 6 0,0-2 0,0-1 0,0 4 0,-4-8 0,0 11 0,-8-6 0,3 10 0,-2-3 0,-1 4 0,4 0 0,-8 0 0,3 0 0,1 0 0,0 7 0,0 3 0,7 6 0,-6 0 0,6 6 0,-4-5 0,4 9 0,-2-8 0,6 8 0,-3-13 0,4 7 0,0-11 0,0-1 0,0-5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4"/>
    </inkml:context>
    <inkml:brush xml:id="br0">
      <inkml:brushProperty name="width" value="0.05" units="cm"/>
      <inkml:brushProperty name="height" value="0.05" units="cm"/>
      <inkml:brushProperty name="color" value="#AE198D"/>
      <inkml:brushProperty name="inkEffects" value="galaxy"/>
      <inkml:brushProperty name="anchorX" value="-99108.375"/>
      <inkml:brushProperty name="anchorY" value="-99163.72656"/>
      <inkml:brushProperty name="scaleFactor" value="0.5"/>
    </inkml:brush>
  </inkml:definitions>
  <inkml:trace contextRef="#ctx0" brushRef="#br0">64 30 24575,'0'7'0,"0"0"0,0 0 0,0 1 0,0-1 0,0 1 0,0-1 0,3-3 0,1-1 0,7-3 0,-3 0 0,0-4 0,-1 3 0,-3-2 0,4 3 0,-1 0 0,-3-7 0,-1 3 0,-3-7 0,0 4 0,0 0 0,-7 2 0,2-1 0,-7 5 0,1-2 0,2 3 0,-2 0 0,3 0 0,0 0 0,1 0 0,0 0 0,-1 0 0,4 3 0,-2 1 0,5 4 0,-6 3 0,6-2 0,-6 2 0,6-4 0,-2 1 0,3-1 0,-4-3 0,4 2 0,-4-2 0,4-3 0,0-2 0,0-6 0,0-5 0,0 4 0,0-4 0,0 5 0,0-1 0,0 1 0,0 0 0,0 0 0,0 0 0,0 0 0,0 0 0,3 3 0,-2-3 0,5 6 0,-2-2 0,3 3 0,0 0 0,0 0 0,-3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5"/>
    </inkml:context>
    <inkml:brush xml:id="br0">
      <inkml:brushProperty name="width" value="0.05" units="cm"/>
      <inkml:brushProperty name="height" value="0.05" units="cm"/>
      <inkml:brushProperty name="color" value="#AE198D"/>
      <inkml:brushProperty name="inkEffects" value="galaxy"/>
      <inkml:brushProperty name="anchorX" value="-112687.14063"/>
      <inkml:brushProperty name="anchorY" value="-114780.75781"/>
      <inkml:brushProperty name="scaleFactor" value="0.5"/>
    </inkml:brush>
  </inkml:definitions>
  <inkml:trace contextRef="#ctx0" brushRef="#br0">8 101 24575,'0'3'0,"3"-5"0,0 9 0,1-14 0,-1 2 0,-3-10 0,0 7 0,0-4 0,0 0 0,0 4 0,0-4 0,0 5 0,0-1 0,0 1 0,-3 2 0,-1 2 0,-3 3 0,3 3 0,1 1 0,3 3 0,0 1 0,0-1 0,0 0 0,0 1 0,0-1 0,0 1 0,0-1 0,3-3 0,1 0 0,0-1 0,3-2 0,-3 2 0,0 0 0,2-2 0,-5 5 0,5-5 0,-5 5 0,5-5 0,-2 2 0,3-3 0,0 0 0,0 0 0,0 0 0,0 7 0,-3-2 0,-1 5 0,-3-2 0,0-1 0,0 1 0,0-1 0,0 1 0,0-1 0,-4 0 0,3 1 0,-5-4 0,2-1 0,-3-3 0,3 0 0,1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6"/>
    </inkml:context>
    <inkml:brush xml:id="br0">
      <inkml:brushProperty name="width" value="0.05" units="cm"/>
      <inkml:brushProperty name="height" value="0.05" units="cm"/>
      <inkml:brushProperty name="color" value="#AE198D"/>
      <inkml:brushProperty name="inkEffects" value="galaxy"/>
      <inkml:brushProperty name="anchorX" value="-129774.07813"/>
      <inkml:brushProperty name="anchorY" value="-132602.14063"/>
      <inkml:brushProperty name="scaleFactor" value="0.5"/>
    </inkml:brush>
  </inkml:definitions>
  <inkml:trace contextRef="#ctx0" brushRef="#br0">0 137 24575,'11'0'0,"1"0"0,0 0 0,3 0 0,-7 0 0,4-7 0,-5 5 0,1-6 0,0 8 0,-4-3 0,2 2 0,-5-5 0,3 2 0,-1-4 0,-2 1 0,2-1 0,-3 0 0,0 1 0,0-1 0,0 1 0,0-1 0,0 1 0,0-1 0,0 1 0,0-1 0,0 1 0,-3 3 0,-1 0 0,-4 4 0,0 0 0,1 0 0,-1 0 0,1 0 0,-1 0 0,1 0 0,3 4 0,1 0 0,-1 7 0,3 6 0,-3 1 0,4 3 0,0 0 0,0-3 0,0 3 0,0-8 0,0 2 0,0-7 0,0 4 0,0-5 0,0 1 0,0-4 0,0-1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7"/>
    </inkml:context>
    <inkml:brush xml:id="br0">
      <inkml:brushProperty name="width" value="0.05" units="cm"/>
      <inkml:brushProperty name="height" value="0.05" units="cm"/>
      <inkml:brushProperty name="color" value="#AE198D"/>
      <inkml:brushProperty name="inkEffects" value="galaxy"/>
      <inkml:brushProperty name="anchorX" value="-147817.45313"/>
      <inkml:brushProperty name="anchorY" value="-149785.92188"/>
      <inkml:brushProperty name="scaleFactor" value="0.5"/>
    </inkml:brush>
  </inkml:definitions>
  <inkml:trace contextRef="#ctx0" brushRef="#br0">56 145 23741,'-11'0'0,"4"0"413,0-9-413,4-1 139,3-8-139,0-4 70,3 5-70,2-5 212,3 10-212,0 0 0,-1 5 0,1-1 0,-1 4 0,0 1 0,1 3 0,-1 0 0,0 0 0,1 0 0,-1 0 0,0 3 0,-3 1 0,-1 3 0,-3 0 0,0 1 0,0-1 0,0 0 0,0 1 0,0-1 0,0 0 0,-4 0 0,0-3 0,-7 3 0,2-3 0,-10 1 0,10 1 0,-6-5 0,7 3 0,1-4 0,-1 0 0,0 0 0,1 0 0,-1 0 0,1 0 0,3-3 0,1-6 0,3 1 0,0-3 0,0 3 0,0 1 0,0 3 0,0 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8"/>
    </inkml:context>
    <inkml:brush xml:id="br0">
      <inkml:brushProperty name="width" value="0.05" units="cm"/>
      <inkml:brushProperty name="height" value="0.05" units="cm"/>
      <inkml:brushProperty name="color" value="#AE198D"/>
      <inkml:brushProperty name="inkEffects" value="galaxy"/>
      <inkml:brushProperty name="anchorX" value="-164132.17188"/>
      <inkml:brushProperty name="anchorY" value="-163658.73438"/>
      <inkml:brushProperty name="scaleFactor" value="0.5"/>
    </inkml:brush>
  </inkml:definitions>
  <inkml:trace contextRef="#ctx0" brushRef="#br0">63 83 24575,'-7'0'0,"0"0"0,0 0 0,-1 0 0,4 3 0,1 1 0,6 3 0,1-3 0,3-1 0,-1-3 0,1 0 0,0 0 0,-3-3 0,-1-2 0,0-2 0,-2-1 0,3 1 0,-1 3 0,-2-3 0,2 3 0,-3-4 0,0 1 0,0 0 0,0-1 0,0 1 0,0-1 0,0 1 0,-3 3 0,-1 1 0,-3 3 0,-5 0 0,4 0 0,-4 0 0,5 0 0,-1 0 0,1 0 0,3 3 0,-3 1 0,7 3 0,-4 5 0,4 0 0,0 1 0,0-2 0,0 1 0,0-4 0,0 4 0,0-5 0,0 0 0,0-3 0,0-1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9"/>
    </inkml:context>
    <inkml:brush xml:id="br0">
      <inkml:brushProperty name="width" value="0.05" units="cm"/>
      <inkml:brushProperty name="height" value="0.05" units="cm"/>
      <inkml:brushProperty name="color" value="#AE198D"/>
      <inkml:brushProperty name="inkEffects" value="galaxy"/>
      <inkml:brushProperty name="anchorX" value="-181471.32813"/>
      <inkml:brushProperty name="anchorY" value="-176377.10938"/>
      <inkml:brushProperty name="scaleFactor" value="0.5"/>
    </inkml:brush>
  </inkml:definitions>
  <inkml:trace contextRef="#ctx0" brushRef="#br0">41 104 24575,'6'-4'0,"-2"-2"0,2 2 0,-5-4 0,2 1 0,0 0 0,-2-1 0,2 1 0,-3-1 0,0 1 0,0-1 0,0 1 0,0 0 0,0-1 0,-7 4 0,2 1 0,-5 3 0,2 0 0,0 0 0,1 0 0,-1 0 0,1 0 0,3 3 0,1 1 0,3 4 0,0-1 0,0 0 0,3-3 0,5-1 0,-3-3 0,2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2.143"/>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0 397 24575,'10'-9'0,"-3"-6"0,18-2 0,-7 5 0,15-9 0,-10 9 0,10-5 0,-11 1 0,5 5 0,-6 0 0,0 1 0,-5 4 0,-1 1 0,-1 0 0,-3 4 0,9-4 0,-4 5 0,0-4 0,9 3 0,-7-3 0,9 4 0,-6-5 0,0 4 0,6-4 0,-5 0 0,11 4 0,-10-3 0,10 4 0,-5 0 0,14 0 0,-6 0 0,12 0 0,-4 0 0,6 0 0,0 0 0,-7 0 0,6 0 0,-6 0 0,0 0 0,5 5 0,-4 2 0,-1 5 0,5 1 0,-4-7 0,6 0 0,0-6 0,-7 0 0,6 0 0,-21 0 0,26 0 0,0 0 0,16-6 0,16-2 0,-7-7 0,8 1 0,-8 5 0,-2 3 0,-17 0 0,-2 5 0,-15-5 0,-8 6 0,-8 0 0,-6-4 0,-5 2 0,-1-2 0,-6 4 0,1 0 0,-1-5 0,1 4 0,-1-3 0,0 4 0,0 0 0,0 0 0,0 0 0,1 0 0,-1 0 0,1 0 0,-1 0 0,1 0 0,-1 0 0,1 0 0,4 0 0,2 0 0,11 0 0,2 0 0,20 6 0,4 2 0,7 5 0,6 0 0,-6 0 0,0-5 0,-2 3 0,-8-9 0,-3 3 0,10-17 0,-8 3 0,26-17 0,-13 5 0,15-1 0,-9-4 0,-8 11 0,-2-4 0,-15 12 0,-7-4 0,-9 6 0,-6-1 0,-6 1 0,0 5 0,-5 0 0,-1 0 0,0 0 0,1 0 0,-1 0 0,0 0 0,0 0 0,1 0 0,-1 0 0,1 0 0,4 0 0,-3 0 0,15 0 0,-9 0 0,10 0 0,0 0 0,2 0 0,12 0 0,-5 0 0,13 0 0,-6 0 0,15 0 0,-13 0 0,11 0 0,-20-5 0,6 3 0,26-3 0,18-10-736,-26 13 1,3 1 735,9-7 0,1 1 0,0 6 0,1 2 0,7-1 0,-2 0 0,-20 0 0,0 0-295,11 0 1,-2 0 294,25 0 0,-37 5 0,-1 3 0,33 7 0,-11 13 0,-9-1 0,-8-6 0,-9-2 0,-10-8 1425,-10-4-1425,-4-2 635,9-5-635,-6 0 0,12 5 0,-8 2 0,8 4 0,-12 1 0,10-1 0,-17 0 0,10 0 0,-11 0 0,11 0 0,-10 0 0,4 0 0,-6-1 0,0 1 0,-6-5 0,5-2 0,-9-4 0,3 0 0,-4 5 0,-1-4 0,1 3 0,-1-4 0,0 0 0,1 0 0,-1 0 0,0 0 0,1 0 0,-1 0 0,0 0 0,1 0 0,-1 0 0,1 0 0,-1 0 0,0 0 0,1 0 0,-1 0 0,0 0 0,1-4 0,-1 3 0,0-8 0,1 8 0,-1-8 0,1 8 0,4-8 0,-3 4 0,4-1 0,-1-3 0,-3 8 0,4-4 0,-6 5 0,1 0 0,-1 0 0,1 0 0,-1 0 0,0 0 0,1 0 0,-1 0 0,1 0 0,-1 0 0,1 0 0,-1 0 0,1 0 0,4 0 0,2 0 0,5 0 0,-5 0 0,4 0 0,-9 0 0,8-4 0,-8 2 0,4-2 0,-1 4 0,-3 0 0,9 0 0,-4 0 0,-1 0 0,5 0 0,-9 0 0,4 0 0,-6 0 0,0 0 0,1 0 0,-1 0 0,1 0 0,-1 0 0,-4 0 0,-1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3.753"/>
    </inkml:context>
    <inkml:brush xml:id="br0">
      <inkml:brushProperty name="width" value="0.05" units="cm"/>
      <inkml:brushProperty name="height" value="0.05" units="cm"/>
      <inkml:brushProperty name="color" value="#AE198D"/>
      <inkml:brushProperty name="inkEffects" value="galaxy"/>
      <inkml:brushProperty name="anchorX" value="-29571.21484"/>
      <inkml:brushProperty name="anchorY" value="-15059.68164"/>
      <inkml:brushProperty name="scaleFactor" value="0.5"/>
    </inkml:brush>
  </inkml:definitions>
  <inkml:trace contextRef="#ctx0" brushRef="#br0">7 97 24575,'4'9'0,"7"-1"0,4-8 0,6 0 0,-5 0 0,4 0 0,-9 0 0,3 0 0,-4-4 0,0-7 0,-5-5 0,0 0 0,-5-4 0,0 10 0,-9-1 0,-2-3 0,-9 12 0,4-7 0,-4 9 0,9 0 0,-4 0 0,5 0 0,1 4 0,-1 1 0,5 4 0,-3 0 0,7-7 0,-3 1 0,4-7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5.176"/>
    </inkml:context>
    <inkml:brush xml:id="br0">
      <inkml:brushProperty name="width" value="0.05" units="cm"/>
      <inkml:brushProperty name="height" value="0.05" units="cm"/>
      <inkml:brushProperty name="color" value="#AE198D"/>
      <inkml:brushProperty name="inkEffects" value="galaxy"/>
      <inkml:brushProperty name="anchorX" value="-49541.21875"/>
      <inkml:brushProperty name="anchorY" value="-27580.51367"/>
      <inkml:brushProperty name="scaleFactor" value="0.5"/>
    </inkml:brush>
  </inkml:definitions>
  <inkml:trace contextRef="#ctx0" brushRef="#br0">1 1 20228,'8'5'0,"9"-1"2044,4-4-2044,6 0 737,0 0-737,1 0 380,1 0-380,-8 0 1186,-1 0-1186,-9 0 0,3 0 0,-4 0 0,-5-4 0,-5 3 0,-5-3 0,-4 4 0,-1 0 0,0 0 0,1 0 0,0 0 0,4 0 0,1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6.284"/>
    </inkml:context>
    <inkml:brush xml:id="br0">
      <inkml:brushProperty name="width" value="0.05" units="cm"/>
      <inkml:brushProperty name="height" value="0.05" units="cm"/>
      <inkml:brushProperty name="color" value="#AE198D"/>
      <inkml:brushProperty name="inkEffects" value="galaxy"/>
      <inkml:brushProperty name="anchorX" value="-73144.92969"/>
      <inkml:brushProperty name="anchorY" value="-42687.50391"/>
      <inkml:brushProperty name="scaleFactor" value="0.5"/>
    </inkml:brush>
  </inkml:definitions>
  <inkml:trace contextRef="#ctx0" brushRef="#br0">0 44 9075,'5'-1'0,"-1"2"5119,-4 13-5119,0-4 2684,0 5-2684,4-6 1598,6-4-1598,6-1 6099,10-4-6099,-4 0 0,5 0 0,-11 0 0,-1 0 0,-6 0 0,1 0 0,-5-4 0,-1-1 0,-4-10 0,0 4 0,-9-9 0,2 10 0,-13-6 0,9 7 0,-3 3 0,4 1 0,1 5 0,3 8 0,2 4 0,4 13 0,0-12 0,0 3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7.739"/>
    </inkml:context>
    <inkml:brush xml:id="br0">
      <inkml:brushProperty name="width" value="0.05" units="cm"/>
      <inkml:brushProperty name="height" value="0.05" units="cm"/>
      <inkml:brushProperty name="color" value="#AE198D"/>
      <inkml:brushProperty name="inkEffects" value="galaxy"/>
      <inkml:brushProperty name="anchorX" value="-97669.21875"/>
      <inkml:brushProperty name="anchorY" value="-57747.1875"/>
      <inkml:brushProperty name="scaleFactor" value="0.5"/>
    </inkml:brush>
  </inkml:definitions>
  <inkml:trace contextRef="#ctx0" brushRef="#br0">14 1 24575,'13'0'0,"-2"0"0,2 0 0,-3 0 0,-5 4 0,3 1 0,-2 5 0,4 4 0,-5 2 0,0 5 0,-5-5 0,0-1 0,0-6 0,-4-3 0,-7-2 0,1-4 0,-10 0 0,9 0 0,-4-5 0,5 0 0,5-5 0,-3-3 0,6 6 0,-2-1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9.066"/>
    </inkml:context>
    <inkml:brush xml:id="br0">
      <inkml:brushProperty name="width" value="0.05" units="cm"/>
      <inkml:brushProperty name="height" value="0.05" units="cm"/>
      <inkml:brushProperty name="color" value="#AE198D"/>
      <inkml:brushProperty name="inkEffects" value="galaxy"/>
      <inkml:brushProperty name="anchorX" value="-121108.42969"/>
      <inkml:brushProperty name="anchorY" value="-70294.76563"/>
      <inkml:brushProperty name="scaleFactor" value="0.5"/>
    </inkml:brush>
  </inkml:definitions>
  <inkml:trace contextRef="#ctx0" brushRef="#br0">20 75 24575,'5'-7'0,"-1"-4"0,-4-3 0,0 0 0,0 4 0,0 1 0,-5 4 0,0 1 0,-4 4 0,4 0 0,1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40.207"/>
    </inkml:context>
    <inkml:brush xml:id="br0">
      <inkml:brushProperty name="width" value="0.05" units="cm"/>
      <inkml:brushProperty name="height" value="0.05" units="cm"/>
      <inkml:brushProperty name="color" value="#AE198D"/>
      <inkml:brushProperty name="inkEffects" value="galaxy"/>
      <inkml:brushProperty name="anchorX" value="-145891.40625"/>
      <inkml:brushProperty name="anchorY" value="-82594.4375"/>
      <inkml:brushProperty name="scaleFactor" value="0.5"/>
    </inkml:brush>
  </inkml:definitions>
  <inkml:trace contextRef="#ctx0" brushRef="#br0">0 2 24575,'4'5'0,"1"-2"0,9-3 0,-3 0 0,9 0 0,-9-4 0,3 3 0,-5-3 0,-3 4 0,-2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0.640"/>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1 8554 24575,'52'-10'0,"-9"2"0,30-10 0,-13-1 0,8 4 0,0-11 0,-8 11 0,-2 1 0,-8 3 0,-7 10 0,-1-5 0,-8 1 0,1 4 0,-1-5 0,1 1 0,-1-1 0,1-6 0,-1-5 0,-5 0 0,4-6 0,-5 6 0,1-4 0,-1-2 0,-7 1 0,1-5 0,-1 5 0,0 1 0,0 0 0,0 0 0,0 0 0,0 4 0,6-3 0,-5 3 0,5-1 0,0-2 0,-4 8 0,-1-4 0,-3 5 0,-3-4 0,5 4 0,0-5 0,0 1 0,0 3 0,0-8 0,0 9 0,0-5 0,0 6 0,6-7 0,-4 5 0,10-4 0,-11 0 0,11-2 0,-10 2 0,4-5 0,-6 9 0,-10-10 0,13-40 0,4-13 0,-9 24 0,2-2-724,6-12 0,4-9 0,1 6 724,6-3 0,2 4 0,4-4 0,1 0-779,0-1 1,-2 3 778,-9 14 0,-1 1-531,8-9 0,-1 3 531,13-16-223,-22 31 0,0 0 223,18-25 1798,-9 8-1798,-6 3 1583,-3 14-1583,-8 9 1261,0 3-1261,-7 11 582,1-6-582,-7 7 13,1 0-13,-1 0 0,0 5 0,0-4 0,0 9 0,0-9 0,0-5 0,1 2 0,-5-8 0,3 4 0,-7-2 0,3-5 0,1-16 0,-5 12 0,11-26 0,-4 10 0,-1-14 0,5 0 0,-5 8 0,1 2 0,3 8 0,-4-1 0,0 8 0,4 1 0,-5 8 0,5-1 0,1 6 0,-6 4 0,-2-9 0,-4-18 0,0-19 0,21-26-661,-9 42 0,4-1 661,10-1 0,4-1 0,-1-8 0,1 0 0,3 2 0,0 2 0,-8 13 0,-1 2-251,6-8 0,0 3 251,7-20 0,-7 26 0,1-1 0,13-33 0,0 9 0,-6 11 0,-12 16 0,0 1 0,-5 19 1286,-14 3-1286,2-7 538,-3-11-538,2-21 0,13-27-651,-6 37 1,2-1 650,6-10 0,3-1 0,9-14 0,1 3 0,-11 22 0,1 1 0,11-18 0,0 4-425,8-4 425,-18 23 0,0 0 0,14-18 0,-10 12 0,-8 16 0,-6 12 0,-2 9 1271,-6 8-1271,1-2 455,-5 3-455,3-5 0,-2-4 0,0 3 0,3-15 0,-3 9 0,5-10 0,0-1 0,0 0 0,0-1 0,1-4 0,4 4 0,2-5 0,-1 5 0,4 2 0,-10 6 0,5 0 0,-1 0 0,-4 5 0,4-4 0,-5 4 0,0 0 0,0-4 0,1 4 0,-6-5 0,5 0 0,-5 0 0,6-1 0,0-5 0,-1 5 0,2-11 0,-1 4 0,0 0 0,5-4 0,-4 16 0,-1-7 0,-1-13 0,18-10 0,19-27 0,-15 33 0,5-1-410,12-4 1,1 0 409,-15 10 0,2 0 0,27-20 0,0 2 0,1 3 0,-13 7 0,1 0 0,11-7-190,1 0 190,-5 10 0,-14 10 0,-11 12 0,-8 3 0,-6 5 811,0 1-811,-5 0 198,-2-1-198,-4 6 0,-1-3 0,1 2 0,-1-3 0,1-1 0,-1 0 0,1-4 0,0 3 0,5-5 0,-4 7 0,3-1 0,1 0 0,1-1 0,5 5 0,-5-3 0,3 4 0,-3-10 0,5 3 0,0-3 0,-5 9 0,24-5 0,13-18 0,-9 9 0,4-3-697,8-8 0,1-2 697,3-1 0,-2 1 0,-10 9 0,-1 0-248,6-3 0,0 1 248,20-10 0,15-2 0,-11 3 0,-17 14 0,-2 8 0,-15 7 0,-1 6 0,-8 0 1357,1 0-1357,-7 0 533,-1 0-533,-6 0 0,-5 0 0,4 0 0,-9 0 0,3 0 0,-4 0 0,-1 0 0,1 0 0,-1 0 0,1 0 0,-1 0 0,1 0 0,4 0 0,2 0 0,5 0 0,0 0 0,6 5 0,2-3 0,-1 7 0,5-2 0,-10 3 0,-1 1 0,-8-5 0,-4-2 0,-1 0 0,1-3 0,-1 3 0,0-4 0,0 0 0,0 0 0,-4 0 0,-2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1.910"/>
    </inkml:context>
    <inkml:brush xml:id="br0">
      <inkml:brushProperty name="width" value="0.05" units="cm"/>
      <inkml:brushProperty name="height" value="0.05" units="cm"/>
      <inkml:brushProperty name="color" value="#AE198D"/>
      <inkml:brushProperty name="inkEffects" value="galaxy"/>
      <inkml:brushProperty name="anchorX" value="-15640.4707"/>
      <inkml:brushProperty name="anchorY" value="-8884.24805"/>
      <inkml:brushProperty name="scaleFactor" value="0.5"/>
    </inkml:brush>
  </inkml:definitions>
  <inkml:trace contextRef="#ctx0" brushRef="#br0">0 1 24575,'19'0'0,"6"0"0,4 0 0,-1 0 0,-1 0 0,-11 0 0,-1 0 0,-14 0 0,-13 0 0,0 0 0,-14 0 0,15 0 0,-9 0 0,13 0 0,-2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3.123"/>
    </inkml:context>
    <inkml:brush xml:id="br0">
      <inkml:brushProperty name="width" value="0.05" units="cm"/>
      <inkml:brushProperty name="height" value="0.05" units="cm"/>
      <inkml:brushProperty name="color" value="#AE198D"/>
      <inkml:brushProperty name="inkEffects" value="galaxy"/>
      <inkml:brushProperty name="anchorX" value="-25815.57031"/>
      <inkml:brushProperty name="anchorY" value="-25024.12109"/>
      <inkml:brushProperty name="scaleFactor" value="0.5"/>
    </inkml:brush>
  </inkml:definitions>
  <inkml:trace contextRef="#ctx0" brushRef="#br0">1 302 24575,'0'-30'0,"0"-1"0,0-10 0,0-3 0,0 7 0,0-3 0,0 17 0,0 1 0,0 8 0,0 4 0,4 5 0,-3 0 0,3 5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4.005"/>
    </inkml:context>
    <inkml:brush xml:id="br0">
      <inkml:brushProperty name="width" value="0.05" units="cm"/>
      <inkml:brushProperty name="height" value="0.05" units="cm"/>
      <inkml:brushProperty name="color" value="#AE198D"/>
      <inkml:brushProperty name="inkEffects" value="galaxy"/>
      <inkml:brushProperty name="anchorX" value="-36737.6875"/>
      <inkml:brushProperty name="anchorY" value="-39603.38281"/>
      <inkml:brushProperty name="scaleFactor" value="0.5"/>
    </inkml:brush>
  </inkml:definitions>
  <inkml:trace contextRef="#ctx0" brushRef="#br0">1 1 24575,'0'0'0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5.056"/>
    </inkml:context>
    <inkml:brush xml:id="br0">
      <inkml:brushProperty name="width" value="0.05" units="cm"/>
      <inkml:brushProperty name="height" value="0.05" units="cm"/>
      <inkml:brushProperty name="color" value="#AE198D"/>
      <inkml:brushProperty name="inkEffects" value="galaxy"/>
      <inkml:brushProperty name="anchorX" value="-48108.30078"/>
      <inkml:brushProperty name="anchorY" value="-52690.33594"/>
      <inkml:brushProperty name="scaleFactor" value="0.5"/>
    </inkml:brush>
  </inkml:definitions>
  <inkml:trace contextRef="#ctx0" brushRef="#br0">1 0 24575,'0'0'0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5.800"/>
    </inkml:context>
    <inkml:brush xml:id="br0">
      <inkml:brushProperty name="width" value="0.05" units="cm"/>
      <inkml:brushProperty name="height" value="0.05" units="cm"/>
      <inkml:brushProperty name="color" value="#AE198D"/>
      <inkml:brushProperty name="inkEffects" value="galaxy"/>
      <inkml:brushProperty name="anchorX" value="-60359.94531"/>
      <inkml:brushProperty name="anchorY" value="-64073.46094"/>
      <inkml:brushProperty name="scaleFactor" value="0.5"/>
    </inkml:brush>
  </inkml:definitions>
  <inkml:trace contextRef="#ctx0" brushRef="#br0">0 1 24575,'0'9'0,"0"0"0,0 5 0,0-3 0,0 3 0,0-4 0,0-5 0,0-1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6.731"/>
    </inkml:context>
    <inkml:brush xml:id="br0">
      <inkml:brushProperty name="width" value="0.05" units="cm"/>
      <inkml:brushProperty name="height" value="0.05" units="cm"/>
      <inkml:brushProperty name="color" value="#AE198D"/>
      <inkml:brushProperty name="inkEffects" value="galaxy"/>
      <inkml:brushProperty name="anchorX" value="-73235.23438"/>
      <inkml:brushProperty name="anchorY" value="-74108.5"/>
      <inkml:brushProperty name="scaleFactor" value="0.5"/>
    </inkml:brush>
  </inkml:definitions>
  <inkml:trace contextRef="#ctx0" brushRef="#br0">1 0 14847,'5'0'0,"-1"0"0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8.968"/>
    </inkml:context>
    <inkml:brush xml:id="br0">
      <inkml:brushProperty name="width" value="0.05" units="cm"/>
      <inkml:brushProperty name="height" value="0.05" units="cm"/>
      <inkml:brushProperty name="color" value="#AE198D"/>
      <inkml:brushProperty name="inkEffects" value="galaxy"/>
      <inkml:brushProperty name="anchorX" value="-101770.40625"/>
      <inkml:brushProperty name="anchorY" value="-92537.16406"/>
      <inkml:brushProperty name="scaleFactor" value="0.5"/>
    </inkml:brush>
  </inkml:definitions>
  <inkml:trace contextRef="#ctx0" brushRef="#br0">0 0 24575,'0'0'0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1.767"/>
    </inkml:context>
    <inkml:brush xml:id="br0">
      <inkml:brushProperty name="width" value="0.05" units="cm"/>
      <inkml:brushProperty name="height" value="0.05" units="cm"/>
      <inkml:brushProperty name="color" value="#AE198D"/>
      <inkml:brushProperty name="inkEffects" value="galaxy"/>
      <inkml:brushProperty name="anchorX" value="-116737.77344"/>
      <inkml:brushProperty name="anchorY" value="-101405.59375"/>
      <inkml:brushProperty name="scaleFactor" value="0.5"/>
    </inkml:brush>
  </inkml:definitions>
  <inkml:trace contextRef="#ctx0" brushRef="#br0">1 37 24575,'0'14'0,"0"-3"0,0 3 0,4-5 0,-3 1 0,8-1 0,-4-4 0,0 4 0,4-8 0,-4 3 0,4-4 0,-4-4 0,-2-2 0,-3-8 0,0 3 0,0-4 0,0 5 0,0 1 0,0-1 0,-4 5 0,-1 1 0,1 8 0,-5 1 0,8 4 0,-3 0 0,12-3 0,3-7 0,4-9 0,5-2 0,-9-3 0,3 5 0,-4 5 0,-1-4 0,0 8 0,0-3 0,0 4 0,0 0 0,1 0 0,4 0 0,2 4 0,11 3 0,-4 3 0,10 2 0,-5 4 0,7 2 0,-1 5 0,2 6 0,0 2 0,-5 0 0,4 4 0,-12-12 0,6 12 0,-7-13 0,-5 5 0,4 0 0,-10-9 0,5 7 0,-6-9 0,1 5 0,-1-5 0,0 4 0,-1-10 0,2 10 0,-2-9 0,2 9 0,-2-10 0,6 5 0,-4-5 0,9 0 0,-4 0 0,5 1 0,0 4 0,6-3 0,-5 3 0,11-3 0,-4 4 0,5 2 0,1 0 0,6 4 0,3-3 0,6 6 0,0-5 0,0 4 0,0-11 0,-10 0 0,-6-7 0,4 11 0,1 12 0,15 13 0,1 11 0,-1-5 0,0 7 0,1-7 0,7 7 0,12 4 0,-15-14 0,10 10 0,-15-14 0,-5 0 0,5 6 0,-18-16 0,0-1 0,-13-8 0,3-5 0,-14 3 0,8-9 0,-9 4 0,4 0 0,-5-4 0,0 3 0,-1-4 0,0-1 0,1 6 0,0-4 0,0 3 0,0 1 0,-1-4 0,6 8 0,1-3 0,11 6 0,2 0 0,12 2 0,2 0 0,8 1 0,15 8 0,-11-5 0,19 0 0,-14-4 0,8-8 0,0 3 0,-26-11 0,19-2 0,-20 6 0,21 9 0,-13 5 0,1 4-846,32 25 846,-24-17 0,-1-2 0,17 10 0,-30-17 0,1 1 0,3-1 0,0-1 0,31 15 0,-25-11 0,0-4 0,16-4 0,18 11 0,-1-12 0,0 4 0,1-11-211,-9 5 211,-3-7 0,-16-1 0,-2 0 0,-7 0 0,-1-7 837,-15 15-837,5-7 0,13 39 0,14-6-132,-25-13 0,1-1 132,29 13 0,-2 8 0,3-8 0,0 5 0,0-1 0,-13-9 0,-7-8 0,-8-1 0,-10-9 0,-8-6 0,-6 3 0,0-9 484,0 4-484,0 1 0,0 0 0,-4 5 0,2-5 0,-1 10 0,3-8 0,-4 15 0,4-5 0,-2 14 0,4-6 0,8 7 0,-7-8 0,6 0 0,-1 1 0,-5-11 0,10 3 0,-21-10 0,13 11 0,-7 3 0,13 4 0,5 2 0,-1-7 0,2 5 0,-8-7 0,-2 1 0,-6-3 0,6 2 0,-5-6 0,6 5 0,-8-7 0,0-5 0,0 4 0,-5-9 0,-1 9 0,-6-9 0,1 4 0,0-6 0,-1 0 0,1 1 0,-5-1 0,4 6 0,-8 1 0,4 5 0,-5 0 0,0 0 0,0-5 0,0 4 0,0-10 0,0 5 0,0-1 0,4-4 0,-3 3 0,7-3 0,-7-1 0,7 1 0,-2 4 0,-1-3 0,5 9 0,-4-4 0,4 5 0,0 0 0,1 0 0,-1 0 0,1-6 0,-1 5 0,5-4 0,2 11 0,-1-4 0,6 10 0,-5-11 0,5 11 0,-5-4 0,5 5 0,-9 1 0,3-1 0,-4 1 0,-1-7 0,0 5 0,0-10 0,-5 10 0,-1-11 0,-5 11 0,0-10 0,0 4 0,0-6 0,0 0 0,0 0 0,0 0 0,0-6 0,0 5 0,0-9 0,0 9 0,0-10 0,0 5 0,0 0 0,0-5 0,0 5 0,0-5 0,0-1 0,0-4 0,0-1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3.360"/>
    </inkml:context>
    <inkml:brush xml:id="br0">
      <inkml:brushProperty name="width" value="0.05" units="cm"/>
      <inkml:brushProperty name="height" value="0.05" units="cm"/>
      <inkml:brushProperty name="color" value="#AE198D"/>
      <inkml:brushProperty name="inkEffects" value="galaxy"/>
      <inkml:brushProperty name="anchorX" value="-146407.78125"/>
      <inkml:brushProperty name="anchorY" value="-118912.53125"/>
      <inkml:brushProperty name="scaleFactor" value="0.5"/>
    </inkml:brush>
  </inkml:definitions>
  <inkml:trace contextRef="#ctx0" brushRef="#br0">1 192 24575,'9'0'0,"0"0"0,0 0 0,1 0 0,-1-9 0,-3-2 0,-2-5 0,-4-3 0,0 8 0,0-3 0,0 4 0,0 1 0,-4 3 0,7 3 0,-2 3 0,9-10 0,0-2 0,-4-9 0,3 5 0,-8 1 0,3 6 0,-4 11 0,0 18 0,0 9 0,-5 12 0,-2-6 0,1-1 0,1-15 0,5-3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4.565"/>
    </inkml:context>
    <inkml:brush xml:id="br0">
      <inkml:brushProperty name="width" value="0.05" units="cm"/>
      <inkml:brushProperty name="height" value="0.05" units="cm"/>
      <inkml:brushProperty name="color" value="#AE198D"/>
      <inkml:brushProperty name="inkEffects" value="galaxy"/>
      <inkml:brushProperty name="anchorX" value="-170328.42188"/>
      <inkml:brushProperty name="anchorY" value="-131761.35938"/>
      <inkml:brushProperty name="scaleFactor" value="0.5"/>
    </inkml:brush>
  </inkml:definitions>
  <inkml:trace contextRef="#ctx0" brushRef="#br0">0 24 24575,'0'19'0,"0"-5"0,0 0 0,0-16 0,0-5 0,0-8 0,0-5 0,0 10 0,0-5 0,0 14 0,5 7 0,1 9 0,4 1 0,0 4 0,0-9 0,0 3 0,-1-4 0,1-1 0,-1 1 0,1-5 0,-1-1 0,0-4 0,-4 0 0,-1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5.607"/>
    </inkml:context>
    <inkml:brush xml:id="br0">
      <inkml:brushProperty name="width" value="0.05" units="cm"/>
      <inkml:brushProperty name="height" value="0.05" units="cm"/>
      <inkml:brushProperty name="color" value="#AE198D"/>
      <inkml:brushProperty name="inkEffects" value="galaxy"/>
      <inkml:brushProperty name="anchorX" value="-195248.85938"/>
      <inkml:brushProperty name="anchorY" value="-145334.48438"/>
      <inkml:brushProperty name="scaleFactor" value="0.5"/>
    </inkml:brush>
  </inkml:definitions>
  <inkml:trace contextRef="#ctx0" brushRef="#br0">1 56 14895,'9'0'0,"-1"0"4072,-3-8-4072,-1 2 1674,-4-7-1674,0 3 226,0 1 1,0 4-1,0 1 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6.800"/>
    </inkml:context>
    <inkml:brush xml:id="br0">
      <inkml:brushProperty name="width" value="0.05" units="cm"/>
      <inkml:brushProperty name="height" value="0.05" units="cm"/>
      <inkml:brushProperty name="color" value="#AE198D"/>
      <inkml:brushProperty name="inkEffects" value="galaxy"/>
      <inkml:brushProperty name="anchorX" value="-221381.0625"/>
      <inkml:brushProperty name="anchorY" value="-159428"/>
      <inkml:brushProperty name="scaleFactor" value="0.5"/>
    </inkml:brush>
  </inkml:definitions>
  <inkml:trace contextRef="#ctx0" brushRef="#br0">15 0 24575,'-5'4'0,"-3"1"0,7 10 0,1-5 0,5 5 0,4-6 0,1 1 0,-1-5 0,1-1 0,-1-4 0,1 0 0,-5-4 0,-1-1 0,-4-4 0,0-1 0,0 1 0,0-1 0,-4 1 0,-1-1 0,0 5 0,1 1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7.800"/>
    </inkml:context>
    <inkml:brush xml:id="br0">
      <inkml:brushProperty name="width" value="0.05" units="cm"/>
      <inkml:brushProperty name="height" value="0.05" units="cm"/>
      <inkml:brushProperty name="color" value="#AE198D"/>
      <inkml:brushProperty name="inkEffects" value="galaxy"/>
      <inkml:brushProperty name="anchorX" value="-249056.625"/>
      <inkml:brushProperty name="anchorY" value="-174230.85938"/>
      <inkml:brushProperty name="scaleFactor" value="0.5"/>
    </inkml:brush>
  </inkml:definitions>
  <inkml:trace contextRef="#ctx0" brushRef="#br0">1 1 14983,'0'9'0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8.763"/>
    </inkml:context>
    <inkml:brush xml:id="br0">
      <inkml:brushProperty name="width" value="0.05" units="cm"/>
      <inkml:brushProperty name="height" value="0.05" units="cm"/>
      <inkml:brushProperty name="color" value="#AE198D"/>
      <inkml:brushProperty name="inkEffects" value="galaxy"/>
      <inkml:brushProperty name="anchorX" value="-277823.4375"/>
      <inkml:brushProperty name="anchorY" value="-189994.42188"/>
      <inkml:brushProperty name="scaleFactor" value="0.5"/>
    </inkml:brush>
  </inkml:definitions>
  <inkml:trace contextRef="#ctx0" brushRef="#br0">18 1 13195,'-9'0'0,"5"4"4552,0 1-4552,4 4 494,0 0 0,0-3 0,0-2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1.025"/>
    </inkml:context>
    <inkml:brush xml:id="br0">
      <inkml:brushProperty name="width" value="0.05" units="cm"/>
      <inkml:brushProperty name="height" value="0.05" units="cm"/>
      <inkml:brushProperty name="color" value="#AE198D"/>
      <inkml:brushProperty name="inkEffects" value="galaxy"/>
      <inkml:brushProperty name="anchorX" value="-43746.67578"/>
      <inkml:brushProperty name="anchorY" value="-57436.83594"/>
      <inkml:brushProperty name="scaleFactor" value="0.5"/>
    </inkml:brush>
  </inkml:definitions>
  <inkml:trace contextRef="#ctx0" brushRef="#br0">104 130 24575,'3'0'0,"-1"0"0,5-6 0,-4-3 0,-3-6 0,0-7 0,0 5 0,0-1 0,-4 3 0,0 6 0,-4-2 0,0 6 0,1 2 0,-1 3 0,-3 0 0,2 0 0,-3 0 0,1 4 0,2 0 0,-3 8 0,8-4 0,-3 4 0,6-5 0,-2 1 0,3-1 0,3-3 0,1-1 0,3-3 0,0 0 0,-1 0 0,1 0 0,0 0 0,1 0 0,-4 3 0,-1 1 0,0 0 0,1 2 0,0-2 0,2 0 0,-5 2 0,2-2 0,0 0 0,1-1 0,3-3 0,0 0 0,0 0 0,-4 0 0,0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4.989"/>
    </inkml:context>
    <inkml:brush xml:id="br0">
      <inkml:brushProperty name="width" value="0.05" units="cm"/>
      <inkml:brushProperty name="height" value="0.05" units="cm"/>
      <inkml:brushProperty name="color" value="#AE198D"/>
      <inkml:brushProperty name="inkEffects" value="galaxy"/>
      <inkml:brushProperty name="anchorX" value="-58752.04688"/>
      <inkml:brushProperty name="anchorY" value="-75823.98438"/>
      <inkml:brushProperty name="scaleFactor" value="0.5"/>
    </inkml:brush>
  </inkml:definitions>
  <inkml:trace contextRef="#ctx0" brushRef="#br0">0 5730 24575,'11'0'0,"-3"0"0,4 0 0,-5 0 0,5 0 0,0 0 0,5 0 0,-1 0 0,1 0 0,-1 0 0,5 0 0,2 0 0,-1 0 0,4 0 0,-4 0 0,5-4 0,-4 3 0,3-3 0,-9 4 0,4 0 0,-4 0 0,-1-7 0,-3 5 0,2-6 0,2 8 0,1 0 0,3 0 0,0 0 0,2 0 0,4-4 0,0 3 0,5-7 0,-3 7 0,9-8 0,-10 8 0,5-4 0,-6 5 0,0-4 0,0 3 0,-5-6 0,4 2 0,-4 0 0,1-3 0,3-1 0,-4-1 0,5-7 0,6 2 0,-5-4 0,18-12 0,5-11 0,23-8-524,-29 18 0,2 0 524,0 4 0,0 2 0,6-4 0,0 0 0,-7 3 0,1 1 0,4 3 0,1 0 0,-3 0 0,0 1-89,0 2 0,-1 2 89,31-9 0,-28 9 0,-2 0 0,6 4 0,-6 0 0,0-2 0,2-1 0,23-6 0,-25 6 0,3-3 0,-13 5 1038,1-5-1038,-18 3 0,22-20 0,-2-11-507,-5 10 1,5-3 506,6-4 0,2-2 0,3-3 0,2 0-805,6 2 1,2 0 804,-4 0 0,1 1 0,3 2 0,-2 2 0,-18 11 0,-2 1-249,9-6 0,-3 2 249,15-14 0,17-2 0,-13 0 0,-10 16 0,-7-3 1070,-13 12-1070,-2 6 1661,-19 5-1661,2-21 0,11-11 0,13-32-421,-6 32 1,4-1 420,2-4 0,2-2 0,6-9 0,1-1 0,1 3 0,1 2 0,0-1 0,-1 2 0,-12 12 0,-1 3-406,3 0 1,0 2 405,23-28-323,0 0 323,-5 9 0,-15 15 0,-6 4 0,-8 10 0,-6-3 1333,-6 11-1333,-8 6 856,-3-9-856,-2-5 363,10-16-363,16-23 0,20-13-611,-21 32 0,2-1 611,1 1 0,2 0 0,-1-5 0,0 3-332,17-19 332,-20 28 0,0 1 0,12-17 0,4-4 0,-8 6 0,-7 11 0,-6 11 1201,-2 2-1201,-10 11 353,-1-3-353,-2 12 0,-1-11 0,2 15 0,-4-10 0,0 7 0,4-3 0,-2-6 0,1 9 0,-6-9 0,-2-2 0,7-13 0,16-27 0,12-16-542,-10 34 0,2-1 542,0-7 0,1 2 0,26-27-298,-28 34 0,0 2 298,24-24 0,-6 8 0,0-3 0,-6 23 0,-8-7 0,-3 20 1050,-7-2-1050,-6 11 630,-1 4-630,-3-2 0,-2 6 0,1-3 0,-3 4 0,6 0 0,-3-4 0,1 3 0,7-3 0,-6 8 0,7 0 0,-12 1 0,6-6 0,-1-3 0,15-12 0,0 4 0,6-9 0,-3 9 0,-7-3 0,7 4 0,-15 6 0,9-4 0,-8 8 0,-1-4 0,-2 5 0,-6 0 0,2 1 0,-3 2 0,-1-1 0,0 5 0,-3-6 0,2 7 0,-2-4 0,0 4 0,-1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7.326"/>
    </inkml:context>
    <inkml:brush xml:id="br0">
      <inkml:brushProperty name="width" value="0.05" units="cm"/>
      <inkml:brushProperty name="height" value="0.05" units="cm"/>
      <inkml:brushProperty name="color" value="#AE198D"/>
      <inkml:brushProperty name="inkEffects" value="galaxy"/>
      <inkml:brushProperty name="anchorX" value="-80565.0625"/>
      <inkml:brushProperty name="anchorY" value="-88481.47656"/>
      <inkml:brushProperty name="scaleFactor" value="0.5"/>
    </inkml:brush>
  </inkml:definitions>
  <inkml:trace contextRef="#ctx0" brushRef="#br0">66 115 24575,'0'7'0,"3"-4"0,5 4 0,-4-3 0,10 0 0,-5 3 0,4-6 0,-2 3 0,-4-4 0,1 0 0,-1 0 0,0 0 0,0 0 0,-2-4 0,-2-4 0,-3 0 0,0-4 0,0 4 0,0-3 0,0 2 0,0-6 0,0 6 0,0-2 0,0-1 0,0 4 0,-4-8 0,0 11 0,-8-6 0,3 10 0,-2-3 0,-1 4 0,4 0 0,-8 0 0,3 0 0,1 0 0,0 7 0,0 3 0,7 6 0,-6 0 0,6 6 0,-4-5 0,4 9 0,-2-8 0,6 8 0,-3-13 0,4 7 0,0-11 0,0-1 0,0-5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19.819"/>
    </inkml:context>
    <inkml:brush xml:id="br0">
      <inkml:brushProperty name="width" value="0.05" units="cm"/>
      <inkml:brushProperty name="height" value="0.05" units="cm"/>
      <inkml:brushProperty name="color" value="#AE198D"/>
      <inkml:brushProperty name="inkEffects" value="galaxy"/>
      <inkml:brushProperty name="anchorX" value="-99108.375"/>
      <inkml:brushProperty name="anchorY" value="-99163.72656"/>
      <inkml:brushProperty name="scaleFactor" value="0.5"/>
    </inkml:brush>
  </inkml:definitions>
  <inkml:trace contextRef="#ctx0" brushRef="#br0">64 30 24575,'0'7'0,"0"0"0,0 0 0,0 1 0,0-1 0,0 1 0,0-1 0,3-3 0,1-1 0,7-3 0,-3 0 0,0-4 0,-1 3 0,-3-2 0,4 3 0,-1 0 0,-3-7 0,-1 3 0,-3-7 0,0 4 0,0 0 0,-7 2 0,2-1 0,-7 5 0,1-2 0,2 3 0,-2 0 0,3 0 0,0 0 0,1 0 0,0 0 0,-1 0 0,4 3 0,-2 1 0,5 4 0,-6 3 0,6-2 0,-6 2 0,6-4 0,-2 1 0,3-1 0,-4-3 0,4 2 0,-4-2 0,4-3 0,0-2 0,0-6 0,0-5 0,0 4 0,0-4 0,0 5 0,0-1 0,0 1 0,0 0 0,0 0 0,0 0 0,0 0 0,0 0 0,3 3 0,-2-3 0,5 6 0,-2-2 0,3 3 0,0 0 0,0 0 0,-3 0 0,-1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1.736"/>
    </inkml:context>
    <inkml:brush xml:id="br0">
      <inkml:brushProperty name="width" value="0.05" units="cm"/>
      <inkml:brushProperty name="height" value="0.05" units="cm"/>
      <inkml:brushProperty name="color" value="#AE198D"/>
      <inkml:brushProperty name="inkEffects" value="galaxy"/>
      <inkml:brushProperty name="anchorX" value="-112687.14063"/>
      <inkml:brushProperty name="anchorY" value="-114780.75781"/>
      <inkml:brushProperty name="scaleFactor" value="0.5"/>
    </inkml:brush>
  </inkml:definitions>
  <inkml:trace contextRef="#ctx0" brushRef="#br0">8 101 24575,'0'3'0,"3"-5"0,0 9 0,1-14 0,-1 2 0,-3-10 0,0 7 0,0-4 0,0 0 0,0 4 0,0-4 0,0 5 0,0-1 0,0 1 0,-3 2 0,-1 2 0,-3 3 0,3 3 0,1 1 0,3 3 0,0 1 0,0-1 0,0 0 0,0 1 0,0-1 0,0 1 0,0-1 0,3-3 0,1 0 0,0-1 0,3-2 0,-3 2 0,0 0 0,2-2 0,-5 5 0,5-5 0,-5 5 0,5-5 0,-2 2 0,3-3 0,0 0 0,0 0 0,0 0 0,0 7 0,-3-2 0,-1 5 0,-3-2 0,0-1 0,0 1 0,0-1 0,0 1 0,0-1 0,-4 0 0,3 1 0,-5-4 0,2-1 0,-3-3 0,3 0 0,1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3.522"/>
    </inkml:context>
    <inkml:brush xml:id="br0">
      <inkml:brushProperty name="width" value="0.05" units="cm"/>
      <inkml:brushProperty name="height" value="0.05" units="cm"/>
      <inkml:brushProperty name="color" value="#AE198D"/>
      <inkml:brushProperty name="inkEffects" value="galaxy"/>
      <inkml:brushProperty name="anchorX" value="-129774.07813"/>
      <inkml:brushProperty name="anchorY" value="-132602.14063"/>
      <inkml:brushProperty name="scaleFactor" value="0.5"/>
    </inkml:brush>
  </inkml:definitions>
  <inkml:trace contextRef="#ctx0" brushRef="#br0">0 137 24575,'11'0'0,"1"0"0,0 0 0,3 0 0,-7 0 0,4-7 0,-5 5 0,1-6 0,0 8 0,-4-3 0,2 2 0,-5-5 0,3 2 0,-1-4 0,-2 1 0,2-1 0,-3 0 0,0 1 0,0-1 0,0 1 0,0-1 0,0 1 0,0-1 0,0 1 0,0-1 0,0 1 0,-3 3 0,-1 0 0,-4 4 0,0 0 0,1 0 0,-1 0 0,1 0 0,-1 0 0,1 0 0,3 4 0,1 0 0,-1 7 0,3 6 0,-3 1 0,4 3 0,0 0 0,0-3 0,0 3 0,0-8 0,0 2 0,0-7 0,0 4 0,0-5 0,0 1 0,0-4 0,0-1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5.423"/>
    </inkml:context>
    <inkml:brush xml:id="br0">
      <inkml:brushProperty name="width" value="0.05" units="cm"/>
      <inkml:brushProperty name="height" value="0.05" units="cm"/>
      <inkml:brushProperty name="color" value="#AE198D"/>
      <inkml:brushProperty name="inkEffects" value="galaxy"/>
      <inkml:brushProperty name="anchorX" value="-147817.45313"/>
      <inkml:brushProperty name="anchorY" value="-149785.92188"/>
      <inkml:brushProperty name="scaleFactor" value="0.5"/>
    </inkml:brush>
  </inkml:definitions>
  <inkml:trace contextRef="#ctx0" brushRef="#br0">56 145 23741,'-11'0'0,"4"0"413,0-9-413,4-1 139,3-8-139,0-4 70,3 5-70,2-5 212,3 10-212,0 0 0,-1 5 0,1-1 0,-1 4 0,0 1 0,1 3 0,-1 0 0,0 0 0,1 0 0,-1 0 0,0 3 0,-3 1 0,-1 3 0,-3 0 0,0 1 0,0-1 0,0 0 0,0 1 0,0-1 0,0 0 0,-4 0 0,0-3 0,-7 3 0,2-3 0,-10 1 0,10 1 0,-6-5 0,7 3 0,1-4 0,-1 0 0,0 0 0,1 0 0,-1 0 0,1 0 0,3-3 0,1-6 0,3 1 0,0-3 0,0 3 0,0 1 0,0 3 0,0 1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7.413"/>
    </inkml:context>
    <inkml:brush xml:id="br0">
      <inkml:brushProperty name="width" value="0.05" units="cm"/>
      <inkml:brushProperty name="height" value="0.05" units="cm"/>
      <inkml:brushProperty name="color" value="#AE198D"/>
      <inkml:brushProperty name="inkEffects" value="galaxy"/>
      <inkml:brushProperty name="anchorX" value="-164132.17188"/>
      <inkml:brushProperty name="anchorY" value="-163658.73438"/>
      <inkml:brushProperty name="scaleFactor" value="0.5"/>
    </inkml:brush>
  </inkml:definitions>
  <inkml:trace contextRef="#ctx0" brushRef="#br0">63 83 24575,'-7'0'0,"0"0"0,0 0 0,-1 0 0,4 3 0,1 1 0,6 3 0,1-3 0,3-1 0,-1-3 0,1 0 0,0 0 0,-3-3 0,-1-2 0,0-2 0,-2-1 0,3 1 0,-1 3 0,-2-3 0,2 3 0,-3-4 0,0 1 0,0 0 0,0-1 0,0 1 0,0-1 0,0 1 0,-3 3 0,-1 1 0,-3 3 0,-5 0 0,4 0 0,-4 0 0,5 0 0,-1 0 0,1 0 0,3 3 0,-3 1 0,7 3 0,-4 5 0,4 0 0,0 1 0,0-2 0,0 1 0,0-4 0,0 4 0,0-5 0,0 0 0,0-3 0,0-1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02:29.022"/>
    </inkml:context>
    <inkml:brush xml:id="br0">
      <inkml:brushProperty name="width" value="0.05" units="cm"/>
      <inkml:brushProperty name="height" value="0.05" units="cm"/>
      <inkml:brushProperty name="color" value="#AE198D"/>
      <inkml:brushProperty name="inkEffects" value="galaxy"/>
      <inkml:brushProperty name="anchorX" value="-181471.32813"/>
      <inkml:brushProperty name="anchorY" value="-176377.10938"/>
      <inkml:brushProperty name="scaleFactor" value="0.5"/>
    </inkml:brush>
  </inkml:definitions>
  <inkml:trace contextRef="#ctx0" brushRef="#br0">41 104 24575,'6'-4'0,"-2"-2"0,2 2 0,-5-4 0,2 1 0,0 0 0,-2-1 0,2 1 0,-3-1 0,0 1 0,0-1 0,0 1 0,0 0 0,0-1 0,-7 4 0,2 1 0,-5 3 0,2 0 0,0 0 0,1 0 0,-1 0 0,1 0 0,3 3 0,1 1 0,3 4 0,0-1 0,0 0 0,3-3 0,5-1 0,-3-3 0,2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1"/>
    </inkml:context>
    <inkml:brush xml:id="br0">
      <inkml:brushProperty name="width" value="0.05" units="cm"/>
      <inkml:brushProperty name="height" value="0.05" units="cm"/>
      <inkml:brushProperty name="color" value="#AE198D"/>
      <inkml:brushProperty name="inkEffects" value="galaxy"/>
      <inkml:brushProperty name="anchorX" value="-43746.67578"/>
      <inkml:brushProperty name="anchorY" value="-57436.83594"/>
      <inkml:brushProperty name="scaleFactor" value="0.5"/>
    </inkml:brush>
  </inkml:definitions>
  <inkml:trace contextRef="#ctx0" brushRef="#br0">104 130 24575,'3'0'0,"-1"0"0,5-6 0,-4-3 0,-3-6 0,0-7 0,0 5 0,0-1 0,-4 3 0,0 6 0,-4-2 0,0 6 0,1 2 0,-1 3 0,-3 0 0,2 0 0,-3 0 0,1 4 0,2 0 0,-3 8 0,8-4 0,-3 4 0,6-5 0,-2 1 0,3-1 0,3-3 0,1-1 0,3-3 0,0 0 0,-1 0 0,1 0 0,0 0 0,1 0 0,-4 3 0,-1 1 0,0 0 0,1 2 0,0-2 0,2 0 0,-5 2 0,2-2 0,0 0 0,1-1 0,3-3 0,0 0 0,0 0 0,-4 0 0,0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2"/>
    </inkml:context>
    <inkml:brush xml:id="br0">
      <inkml:brushProperty name="width" value="0.05" units="cm"/>
      <inkml:brushProperty name="height" value="0.05" units="cm"/>
      <inkml:brushProperty name="color" value="#AE198D"/>
      <inkml:brushProperty name="inkEffects" value="galaxy"/>
      <inkml:brushProperty name="anchorX" value="-58752.04688"/>
      <inkml:brushProperty name="anchorY" value="-75823.98438"/>
      <inkml:brushProperty name="scaleFactor" value="0.5"/>
    </inkml:brush>
  </inkml:definitions>
  <inkml:trace contextRef="#ctx0" brushRef="#br0">0 5730 24575,'11'0'0,"-3"0"0,4 0 0,-5 0 0,5 0 0,0 0 0,5 0 0,-1 0 0,1 0 0,-1 0 0,5 0 0,2 0 0,-1 0 0,4 0 0,-4 0 0,5-4 0,-4 3 0,3-3 0,-9 4 0,4 0 0,-4 0 0,-1-7 0,-3 5 0,2-6 0,2 8 0,1 0 0,3 0 0,0 0 0,2 0 0,4-4 0,0 3 0,5-7 0,-3 7 0,9-8 0,-10 8 0,5-4 0,-6 5 0,0-4 0,0 3 0,-5-6 0,4 2 0,-4 0 0,1-3 0,3-1 0,-4-1 0,5-7 0,6 2 0,-5-4 0,18-12 0,5-11 0,23-8-524,-29 18 0,2 0 524,0 4 0,0 2 0,6-4 0,0 0 0,-7 3 0,1 1 0,4 3 0,1 0 0,-3 0 0,0 1-89,0 2 0,-1 2 89,31-9 0,-28 9 0,-2 0 0,6 4 0,-6 0 0,0-2 0,2-1 0,23-6 0,-25 6 0,3-3 0,-13 5 1038,1-5-1038,-18 3 0,22-20 0,-2-11-507,-5 10 1,5-3 506,6-4 0,2-2 0,3-3 0,2 0-805,6 2 1,2 0 804,-4 0 0,1 1 0,3 2 0,-2 2 0,-18 11 0,-2 1-249,9-6 0,-3 2 249,15-14 0,17-2 0,-13 0 0,-10 16 0,-7-3 1070,-13 12-1070,-2 6 1661,-19 5-1661,2-21 0,11-11 0,13-32-421,-6 32 1,4-1 420,2-4 0,2-2 0,6-9 0,1-1 0,1 3 0,1 2 0,0-1 0,-1 2 0,-12 12 0,-1 3-406,3 0 1,0 2 405,23-28-323,0 0 323,-5 9 0,-15 15 0,-6 4 0,-8 10 0,-6-3 1333,-6 11-1333,-8 6 856,-3-9-856,-2-5 363,10-16-363,16-23 0,20-13-611,-21 32 0,2-1 611,1 1 0,2 0 0,-1-5 0,0 3-332,17-19 332,-20 28 0,0 1 0,12-17 0,4-4 0,-8 6 0,-7 11 0,-6 11 1201,-2 2-1201,-10 11 353,-1-3-353,-2 12 0,-1-11 0,2 15 0,-4-10 0,0 7 0,4-3 0,-2-6 0,1 9 0,-6-9 0,-2-2 0,7-13 0,16-27 0,12-16-542,-10 34 0,2-1 542,0-7 0,1 2 0,26-27-298,-28 34 0,0 2 298,24-24 0,-6 8 0,0-3 0,-6 23 0,-8-7 0,-3 20 1050,-7-2-1050,-6 11 630,-1 4-630,-3-2 0,-2 6 0,1-3 0,-3 4 0,6 0 0,-3-4 0,1 3 0,7-3 0,-6 8 0,7 0 0,-12 1 0,6-6 0,-1-3 0,15-12 0,0 4 0,6-9 0,-3 9 0,-7-3 0,7 4 0,-15 6 0,9-4 0,-8 8 0,-1-4 0,-2 5 0,-6 0 0,2 1 0,-3 2 0,-1-1 0,0 5 0,-3-6 0,2 7 0,-2-4 0,0 4 0,-1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3"/>
    </inkml:context>
    <inkml:brush xml:id="br0">
      <inkml:brushProperty name="width" value="0.05" units="cm"/>
      <inkml:brushProperty name="height" value="0.05" units="cm"/>
      <inkml:brushProperty name="color" value="#AE198D"/>
      <inkml:brushProperty name="inkEffects" value="galaxy"/>
      <inkml:brushProperty name="anchorX" value="-80565.0625"/>
      <inkml:brushProperty name="anchorY" value="-88481.47656"/>
      <inkml:brushProperty name="scaleFactor" value="0.5"/>
    </inkml:brush>
  </inkml:definitions>
  <inkml:trace contextRef="#ctx0" brushRef="#br0">66 115 24575,'0'7'0,"3"-4"0,5 4 0,-4-3 0,10 0 0,-5 3 0,4-6 0,-2 3 0,-4-4 0,1 0 0,-1 0 0,0 0 0,0 0 0,-2-4 0,-2-4 0,-3 0 0,0-4 0,0 4 0,0-3 0,0 2 0,0-6 0,0 6 0,0-2 0,0-1 0,0 4 0,-4-8 0,0 11 0,-8-6 0,3 10 0,-2-3 0,-1 4 0,4 0 0,-8 0 0,3 0 0,1 0 0,0 7 0,0 3 0,7 6 0,-6 0 0,6 6 0,-4-5 0,4 9 0,-2-8 0,6 8 0,-3-13 0,4 7 0,0-11 0,0-1 0,0-5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4"/>
    </inkml:context>
    <inkml:brush xml:id="br0">
      <inkml:brushProperty name="width" value="0.05" units="cm"/>
      <inkml:brushProperty name="height" value="0.05" units="cm"/>
      <inkml:brushProperty name="color" value="#AE198D"/>
      <inkml:brushProperty name="inkEffects" value="galaxy"/>
      <inkml:brushProperty name="anchorX" value="-99108.375"/>
      <inkml:brushProperty name="anchorY" value="-99163.72656"/>
      <inkml:brushProperty name="scaleFactor" value="0.5"/>
    </inkml:brush>
  </inkml:definitions>
  <inkml:trace contextRef="#ctx0" brushRef="#br0">64 30 24575,'0'7'0,"0"0"0,0 0 0,0 1 0,0-1 0,0 1 0,0-1 0,3-3 0,1-1 0,7-3 0,-3 0 0,0-4 0,-1 3 0,-3-2 0,4 3 0,-1 0 0,-3-7 0,-1 3 0,-3-7 0,0 4 0,0 0 0,-7 2 0,2-1 0,-7 5 0,1-2 0,2 3 0,-2 0 0,3 0 0,0 0 0,1 0 0,0 0 0,-1 0 0,4 3 0,-2 1 0,5 4 0,-6 3 0,6-2 0,-6 2 0,6-4 0,-2 1 0,3-1 0,-4-3 0,4 2 0,-4-2 0,4-3 0,0-2 0,0-6 0,0-5 0,0 4 0,0-4 0,0 5 0,0-1 0,0 1 0,0 0 0,0 0 0,0 0 0,0 0 0,0 0 0,3 3 0,-2-3 0,5 6 0,-2-2 0,3 3 0,0 0 0,0 0 0,-3 0 0,-1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5"/>
    </inkml:context>
    <inkml:brush xml:id="br0">
      <inkml:brushProperty name="width" value="0.05" units="cm"/>
      <inkml:brushProperty name="height" value="0.05" units="cm"/>
      <inkml:brushProperty name="color" value="#AE198D"/>
      <inkml:brushProperty name="inkEffects" value="galaxy"/>
      <inkml:brushProperty name="anchorX" value="-112687.14063"/>
      <inkml:brushProperty name="anchorY" value="-114780.75781"/>
      <inkml:brushProperty name="scaleFactor" value="0.5"/>
    </inkml:brush>
  </inkml:definitions>
  <inkml:trace contextRef="#ctx0" brushRef="#br0">8 101 24575,'0'3'0,"3"-5"0,0 9 0,1-14 0,-1 2 0,-3-10 0,0 7 0,0-4 0,0 0 0,0 4 0,0-4 0,0 5 0,0-1 0,0 1 0,-3 2 0,-1 2 0,-3 3 0,3 3 0,1 1 0,3 3 0,0 1 0,0-1 0,0 0 0,0 1 0,0-1 0,0 1 0,0-1 0,3-3 0,1 0 0,0-1 0,3-2 0,-3 2 0,0 0 0,2-2 0,-5 5 0,5-5 0,-5 5 0,5-5 0,-2 2 0,3-3 0,0 0 0,0 0 0,0 0 0,0 7 0,-3-2 0,-1 5 0,-3-2 0,0-1 0,0 1 0,0-1 0,0 1 0,0-1 0,-4 0 0,3 1 0,-5-4 0,2-1 0,-3-3 0,3 0 0,1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6"/>
    </inkml:context>
    <inkml:brush xml:id="br0">
      <inkml:brushProperty name="width" value="0.05" units="cm"/>
      <inkml:brushProperty name="height" value="0.05" units="cm"/>
      <inkml:brushProperty name="color" value="#AE198D"/>
      <inkml:brushProperty name="inkEffects" value="galaxy"/>
      <inkml:brushProperty name="anchorX" value="-129774.07813"/>
      <inkml:brushProperty name="anchorY" value="-132602.14063"/>
      <inkml:brushProperty name="scaleFactor" value="0.5"/>
    </inkml:brush>
  </inkml:definitions>
  <inkml:trace contextRef="#ctx0" brushRef="#br0">0 137 24575,'11'0'0,"1"0"0,0 0 0,3 0 0,-7 0 0,4-7 0,-5 5 0,1-6 0,0 8 0,-4-3 0,2 2 0,-5-5 0,3 2 0,-1-4 0,-2 1 0,2-1 0,-3 0 0,0 1 0,0-1 0,0 1 0,0-1 0,0 1 0,0-1 0,0 1 0,0-1 0,0 1 0,-3 3 0,-1 0 0,-4 4 0,0 0 0,1 0 0,-1 0 0,1 0 0,-1 0 0,1 0 0,3 4 0,1 0 0,-1 7 0,3 6 0,-3 1 0,4 3 0,0 0 0,0-3 0,0 3 0,0-8 0,0 2 0,0-7 0,0 4 0,0-5 0,0 1 0,0-4 0,0-1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7"/>
    </inkml:context>
    <inkml:brush xml:id="br0">
      <inkml:brushProperty name="width" value="0.05" units="cm"/>
      <inkml:brushProperty name="height" value="0.05" units="cm"/>
      <inkml:brushProperty name="color" value="#AE198D"/>
      <inkml:brushProperty name="inkEffects" value="galaxy"/>
      <inkml:brushProperty name="anchorX" value="-147817.45313"/>
      <inkml:brushProperty name="anchorY" value="-149785.92188"/>
      <inkml:brushProperty name="scaleFactor" value="0.5"/>
    </inkml:brush>
  </inkml:definitions>
  <inkml:trace contextRef="#ctx0" brushRef="#br0">56 145 23741,'-11'0'0,"4"0"413,0-9-413,4-1 139,3-8-139,0-4 70,3 5-70,2-5 212,3 10-212,0 0 0,-1 5 0,1-1 0,-1 4 0,0 1 0,1 3 0,-1 0 0,0 0 0,1 0 0,-1 0 0,0 3 0,-3 1 0,-1 3 0,-3 0 0,0 1 0,0-1 0,0 0 0,0 1 0,0-1 0,0 0 0,-4 0 0,0-3 0,-7 3 0,2-3 0,-10 1 0,10 1 0,-6-5 0,7 3 0,1-4 0,-1 0 0,0 0 0,1 0 0,-1 0 0,1 0 0,3-3 0,1-6 0,3 1 0,0-3 0,0 3 0,0 1 0,0 3 0,0 1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8"/>
    </inkml:context>
    <inkml:brush xml:id="br0">
      <inkml:brushProperty name="width" value="0.05" units="cm"/>
      <inkml:brushProperty name="height" value="0.05" units="cm"/>
      <inkml:brushProperty name="color" value="#AE198D"/>
      <inkml:brushProperty name="inkEffects" value="galaxy"/>
      <inkml:brushProperty name="anchorX" value="-164132.17188"/>
      <inkml:brushProperty name="anchorY" value="-163658.73438"/>
      <inkml:brushProperty name="scaleFactor" value="0.5"/>
    </inkml:brush>
  </inkml:definitions>
  <inkml:trace contextRef="#ctx0" brushRef="#br0">63 83 24575,'-7'0'0,"0"0"0,0 0 0,-1 0 0,4 3 0,1 1 0,6 3 0,1-3 0,3-1 0,-1-3 0,1 0 0,0 0 0,-3-3 0,-1-2 0,0-2 0,-2-1 0,3 1 0,-1 3 0,-2-3 0,2 3 0,-3-4 0,0 1 0,0 0 0,0-1 0,0 1 0,0-1 0,0 1 0,-3 3 0,-1 1 0,-3 3 0,-5 0 0,4 0 0,-4 0 0,5 0 0,-1 0 0,1 0 0,3 3 0,-3 1 0,7 3 0,-4 5 0,4 0 0,0 1 0,0-2 0,0 1 0,0-4 0,0 4 0,0-5 0,0 0 0,0-3 0,0-1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0:18.229"/>
    </inkml:context>
    <inkml:brush xml:id="br0">
      <inkml:brushProperty name="width" value="0.05" units="cm"/>
      <inkml:brushProperty name="height" value="0.05" units="cm"/>
      <inkml:brushProperty name="color" value="#AE198D"/>
      <inkml:brushProperty name="inkEffects" value="galaxy"/>
      <inkml:brushProperty name="anchorX" value="-181471.32813"/>
      <inkml:brushProperty name="anchorY" value="-176377.10938"/>
      <inkml:brushProperty name="scaleFactor" value="0.5"/>
    </inkml:brush>
  </inkml:definitions>
  <inkml:trace contextRef="#ctx0" brushRef="#br0">41 104 24575,'6'-4'0,"-2"-2"0,2 2 0,-5-4 0,2 1 0,0 0 0,-2-1 0,2 1 0,-3-1 0,0 1 0,0-1 0,0 1 0,0 0 0,0-1 0,-7 4 0,2 1 0,-5 3 0,2 0 0,0 0 0,1 0 0,-1 0 0,1 0 0,3 3 0,1 1 0,3 4 0,0-1 0,0 0 0,3-3 0,5-1 0,-3-3 0,2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2.143"/>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0 397 24575,'10'-9'0,"-3"-6"0,18-2 0,-7 5 0,15-9 0,-10 9 0,10-5 0,-11 1 0,5 5 0,-6 0 0,0 1 0,-5 4 0,-1 1 0,-1 0 0,-3 4 0,9-4 0,-4 5 0,0-4 0,9 3 0,-7-3 0,9 4 0,-6-5 0,0 4 0,6-4 0,-5 0 0,11 4 0,-10-3 0,10 4 0,-5 0 0,14 0 0,-6 0 0,12 0 0,-4 0 0,6 0 0,0 0 0,-7 0 0,6 0 0,-6 0 0,0 0 0,5 5 0,-4 2 0,-1 5 0,5 1 0,-4-7 0,6 0 0,0-6 0,-7 0 0,6 0 0,-21 0 0,26 0 0,0 0 0,16-6 0,16-2 0,-7-7 0,8 1 0,-8 5 0,-2 3 0,-17 0 0,-2 5 0,-15-5 0,-8 6 0,-8 0 0,-6-4 0,-5 2 0,-1-2 0,-6 4 0,1 0 0,-1-5 0,1 4 0,-1-3 0,0 4 0,0 0 0,0 0 0,0 0 0,1 0 0,-1 0 0,1 0 0,-1 0 0,1 0 0,-1 0 0,1 0 0,4 0 0,2 0 0,11 0 0,2 0 0,20 6 0,4 2 0,7 5 0,6 0 0,-6 0 0,0-5 0,-2 3 0,-8-9 0,-3 3 0,10-17 0,-8 3 0,26-17 0,-13 5 0,15-1 0,-9-4 0,-8 11 0,-2-4 0,-15 12 0,-7-4 0,-9 6 0,-6-1 0,-6 1 0,0 5 0,-5 0 0,-1 0 0,0 0 0,1 0 0,-1 0 0,0 0 0,0 0 0,1 0 0,-1 0 0,1 0 0,4 0 0,-3 0 0,15 0 0,-9 0 0,10 0 0,0 0 0,2 0 0,12 0 0,-5 0 0,13 0 0,-6 0 0,15 0 0,-13 0 0,11 0 0,-20-5 0,6 3 0,26-3 0,18-10-736,-26 13 1,3 1 735,9-7 0,1 1 0,0 6 0,1 2 0,7-1 0,-2 0 0,-20 0 0,0 0-295,11 0 1,-2 0 294,25 0 0,-37 5 0,-1 3 0,33 7 0,-11 13 0,-9-1 0,-8-6 0,-9-2 0,-10-8 1425,-10-4-1425,-4-2 635,9-5-635,-6 0 0,12 5 0,-8 2 0,8 4 0,-12 1 0,10-1 0,-17 0 0,10 0 0,-11 0 0,11 0 0,-10 0 0,4 0 0,-6-1 0,0 1 0,-6-5 0,5-2 0,-9-4 0,3 0 0,-4 5 0,-1-4 0,1 3 0,-1-4 0,0 0 0,1 0 0,-1 0 0,0 0 0,1 0 0,-1 0 0,0 0 0,1 0 0,-1 0 0,1 0 0,-1 0 0,0 0 0,1 0 0,-1 0 0,0 0 0,1-4 0,-1 3 0,0-8 0,1 8 0,-1-8 0,1 8 0,4-8 0,-3 4 0,4-1 0,-1-3 0,-3 8 0,4-4 0,-6 5 0,1 0 0,-1 0 0,1 0 0,-1 0 0,0 0 0,1 0 0,-1 0 0,1 0 0,-1 0 0,1 0 0,-1 0 0,1 0 0,4 0 0,2 0 0,5 0 0,-5 0 0,4 0 0,-9 0 0,8-4 0,-8 2 0,4-2 0,-1 4 0,-3 0 0,9 0 0,-4 0 0,-1 0 0,5 0 0,-9 0 0,4 0 0,-6 0 0,0 0 0,1 0 0,-1 0 0,1 0 0,-1 0 0,-4 0 0,-1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3.753"/>
    </inkml:context>
    <inkml:brush xml:id="br0">
      <inkml:brushProperty name="width" value="0.05" units="cm"/>
      <inkml:brushProperty name="height" value="0.05" units="cm"/>
      <inkml:brushProperty name="color" value="#AE198D"/>
      <inkml:brushProperty name="inkEffects" value="galaxy"/>
      <inkml:brushProperty name="anchorX" value="-29571.21484"/>
      <inkml:brushProperty name="anchorY" value="-15059.68164"/>
      <inkml:brushProperty name="scaleFactor" value="0.5"/>
    </inkml:brush>
  </inkml:definitions>
  <inkml:trace contextRef="#ctx0" brushRef="#br0">7 97 24575,'4'9'0,"7"-1"0,4-8 0,6 0 0,-5 0 0,4 0 0,-9 0 0,3 0 0,-4-4 0,0-7 0,-5-5 0,0 0 0,-5-4 0,0 10 0,-9-1 0,-2-3 0,-9 12 0,4-7 0,-4 9 0,9 0 0,-4 0 0,5 0 0,1 4 0,-1 1 0,5 4 0,-3 0 0,7-7 0,-3 1 0,4-7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5.176"/>
    </inkml:context>
    <inkml:brush xml:id="br0">
      <inkml:brushProperty name="width" value="0.05" units="cm"/>
      <inkml:brushProperty name="height" value="0.05" units="cm"/>
      <inkml:brushProperty name="color" value="#AE198D"/>
      <inkml:brushProperty name="inkEffects" value="galaxy"/>
      <inkml:brushProperty name="anchorX" value="-49541.21875"/>
      <inkml:brushProperty name="anchorY" value="-27580.51367"/>
      <inkml:brushProperty name="scaleFactor" value="0.5"/>
    </inkml:brush>
  </inkml:definitions>
  <inkml:trace contextRef="#ctx0" brushRef="#br0">1 1 20228,'8'5'0,"9"-1"2044,4-4-2044,6 0 737,0 0-737,1 0 380,1 0-380,-8 0 1186,-1 0-1186,-9 0 0,3 0 0,-4 0 0,-5-4 0,-5 3 0,-5-3 0,-4 4 0,-1 0 0,0 0 0,1 0 0,0 0 0,4 0 0,1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6.284"/>
    </inkml:context>
    <inkml:brush xml:id="br0">
      <inkml:brushProperty name="width" value="0.05" units="cm"/>
      <inkml:brushProperty name="height" value="0.05" units="cm"/>
      <inkml:brushProperty name="color" value="#AE198D"/>
      <inkml:brushProperty name="inkEffects" value="galaxy"/>
      <inkml:brushProperty name="anchorX" value="-73144.92969"/>
      <inkml:brushProperty name="anchorY" value="-42687.50391"/>
      <inkml:brushProperty name="scaleFactor" value="0.5"/>
    </inkml:brush>
  </inkml:definitions>
  <inkml:trace contextRef="#ctx0" brushRef="#br0">0 44 9075,'5'-1'0,"-1"2"5119,-4 13-5119,0-4 2684,0 5-2684,4-6 1598,6-4-1598,6-1 6099,10-4-6099,-4 0 0,5 0 0,-11 0 0,-1 0 0,-6 0 0,1 0 0,-5-4 0,-1-1 0,-4-10 0,0 4 0,-9-9 0,2 10 0,-13-6 0,9 7 0,-3 3 0,4 1 0,1 5 0,3 8 0,2 4 0,4 13 0,0-12 0,0 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7.739"/>
    </inkml:context>
    <inkml:brush xml:id="br0">
      <inkml:brushProperty name="width" value="0.05" units="cm"/>
      <inkml:brushProperty name="height" value="0.05" units="cm"/>
      <inkml:brushProperty name="color" value="#AE198D"/>
      <inkml:brushProperty name="inkEffects" value="galaxy"/>
      <inkml:brushProperty name="anchorX" value="-97669.21875"/>
      <inkml:brushProperty name="anchorY" value="-57747.1875"/>
      <inkml:brushProperty name="scaleFactor" value="0.5"/>
    </inkml:brush>
  </inkml:definitions>
  <inkml:trace contextRef="#ctx0" brushRef="#br0">14 1 24575,'13'0'0,"-2"0"0,2 0 0,-3 0 0,-5 4 0,3 1 0,-2 5 0,4 4 0,-5 2 0,0 5 0,-5-5 0,0-1 0,0-6 0,-4-3 0,-7-2 0,1-4 0,-10 0 0,9 0 0,-4-5 0,5 0 0,5-5 0,-3-3 0,6 6 0,-2-1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39.066"/>
    </inkml:context>
    <inkml:brush xml:id="br0">
      <inkml:brushProperty name="width" value="0.05" units="cm"/>
      <inkml:brushProperty name="height" value="0.05" units="cm"/>
      <inkml:brushProperty name="color" value="#AE198D"/>
      <inkml:brushProperty name="inkEffects" value="galaxy"/>
      <inkml:brushProperty name="anchorX" value="-121108.42969"/>
      <inkml:brushProperty name="anchorY" value="-70294.76563"/>
      <inkml:brushProperty name="scaleFactor" value="0.5"/>
    </inkml:brush>
  </inkml:definitions>
  <inkml:trace contextRef="#ctx0" brushRef="#br0">20 75 24575,'5'-7'0,"-1"-4"0,-4-3 0,0 0 0,0 4 0,0 1 0,-5 4 0,0 1 0,-4 4 0,4 0 0,1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1:40.207"/>
    </inkml:context>
    <inkml:brush xml:id="br0">
      <inkml:brushProperty name="width" value="0.05" units="cm"/>
      <inkml:brushProperty name="height" value="0.05" units="cm"/>
      <inkml:brushProperty name="color" value="#AE198D"/>
      <inkml:brushProperty name="inkEffects" value="galaxy"/>
      <inkml:brushProperty name="anchorX" value="-145891.40625"/>
      <inkml:brushProperty name="anchorY" value="-82594.4375"/>
      <inkml:brushProperty name="scaleFactor" value="0.5"/>
    </inkml:brush>
  </inkml:definitions>
  <inkml:trace contextRef="#ctx0" brushRef="#br0">0 2 24575,'4'5'0,"1"-2"0,9-3 0,-3 0 0,9 0 0,-9-4 0,3 3 0,-5-3 0,-3 4 0,-2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0.640"/>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1 8554 24575,'52'-10'0,"-9"2"0,30-10 0,-13-1 0,8 4 0,0-11 0,-8 11 0,-2 1 0,-8 3 0,-7 10 0,-1-5 0,-8 1 0,1 4 0,-1-5 0,1 1 0,-1-1 0,1-6 0,-1-5 0,-5 0 0,4-6 0,-5 6 0,1-4 0,-1-2 0,-7 1 0,1-5 0,-1 5 0,0 1 0,0 0 0,0 0 0,0 0 0,0 4 0,6-3 0,-5 3 0,5-1 0,0-2 0,-4 8 0,-1-4 0,-3 5 0,-3-4 0,5 4 0,0-5 0,0 1 0,0 3 0,0-8 0,0 9 0,0-5 0,0 6 0,6-7 0,-4 5 0,10-4 0,-11 0 0,11-2 0,-10 2 0,4-5 0,-6 9 0,-10-10 0,13-40 0,4-13 0,-9 24 0,2-2-724,6-12 0,4-9 0,1 6 724,6-3 0,2 4 0,4-4 0,1 0-779,0-1 1,-2 3 778,-9 14 0,-1 1-531,8-9 0,-1 3 531,13-16-223,-22 31 0,0 0 223,18-25 1798,-9 8-1798,-6 3 1583,-3 14-1583,-8 9 1261,0 3-1261,-7 11 582,1-6-582,-7 7 13,1 0-13,-1 0 0,0 5 0,0-4 0,0 9 0,0-9 0,0-5 0,1 2 0,-5-8 0,3 4 0,-7-2 0,3-5 0,1-16 0,-5 12 0,11-26 0,-4 10 0,-1-14 0,5 0 0,-5 8 0,1 2 0,3 8 0,-4-1 0,0 8 0,4 1 0,-5 8 0,5-1 0,1 6 0,-6 4 0,-2-9 0,-4-18 0,0-19 0,21-26-661,-9 42 0,4-1 661,10-1 0,4-1 0,-1-8 0,1 0 0,3 2 0,0 2 0,-8 13 0,-1 2-251,6-8 0,0 3 251,7-20 0,-7 26 0,1-1 0,13-33 0,0 9 0,-6 11 0,-12 16 0,0 1 0,-5 19 1286,-14 3-1286,2-7 538,-3-11-538,2-21 0,13-27-651,-6 37 1,2-1 650,6-10 0,3-1 0,9-14 0,1 3 0,-11 22 0,1 1 0,11-18 0,0 4-425,8-4 425,-18 23 0,0 0 0,14-18 0,-10 12 0,-8 16 0,-6 12 0,-2 9 1271,-6 8-1271,1-2 455,-5 3-455,3-5 0,-2-4 0,0 3 0,3-15 0,-3 9 0,5-10 0,0-1 0,0 0 0,0-1 0,1-4 0,4 4 0,2-5 0,-1 5 0,4 2 0,-10 6 0,5 0 0,-1 0 0,-4 5 0,4-4 0,-5 4 0,0 0 0,0-4 0,1 4 0,-6-5 0,5 0 0,-5 0 0,6-1 0,0-5 0,-1 5 0,2-11 0,-1 4 0,0 0 0,5-4 0,-4 16 0,-1-7 0,-1-13 0,18-10 0,19-27 0,-15 33 0,5-1-410,12-4 1,1 0 409,-15 10 0,2 0 0,27-20 0,0 2 0,1 3 0,-13 7 0,1 0 0,11-7-190,1 0 190,-5 10 0,-14 10 0,-11 12 0,-8 3 0,-6 5 811,0 1-811,-5 0 198,-2-1-198,-4 6 0,-1-3 0,1 2 0,-1-3 0,1-1 0,-1 0 0,1-4 0,0 3 0,5-5 0,-4 7 0,3-1 0,1 0 0,1-1 0,5 5 0,-5-3 0,3 4 0,-3-10 0,5 3 0,0-3 0,-5 9 0,24-5 0,13-18 0,-9 9 0,4-3-697,8-8 0,1-2 697,3-1 0,-2 1 0,-10 9 0,-1 0-248,6-3 0,0 1 248,20-10 0,15-2 0,-11 3 0,-17 14 0,-2 8 0,-15 7 0,-1 6 0,-8 0 1357,1 0-1357,-7 0 533,-1 0-533,-6 0 0,-5 0 0,4 0 0,-9 0 0,3 0 0,-4 0 0,-1 0 0,1 0 0,-1 0 0,1 0 0,-1 0 0,1 0 0,4 0 0,2 0 0,5 0 0,0 0 0,6 5 0,2-3 0,-1 7 0,5-2 0,-10 3 0,-1 1 0,-8-5 0,-4-2 0,-1 0 0,1-3 0,-1 3 0,0-4 0,0 0 0,0 0 0,-4 0 0,-2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1.910"/>
    </inkml:context>
    <inkml:brush xml:id="br0">
      <inkml:brushProperty name="width" value="0.05" units="cm"/>
      <inkml:brushProperty name="height" value="0.05" units="cm"/>
      <inkml:brushProperty name="color" value="#AE198D"/>
      <inkml:brushProperty name="inkEffects" value="galaxy"/>
      <inkml:brushProperty name="anchorX" value="-15640.4707"/>
      <inkml:brushProperty name="anchorY" value="-8884.24805"/>
      <inkml:brushProperty name="scaleFactor" value="0.5"/>
    </inkml:brush>
  </inkml:definitions>
  <inkml:trace contextRef="#ctx0" brushRef="#br0">0 1 24575,'19'0'0,"6"0"0,4 0 0,-1 0 0,-1 0 0,-11 0 0,-1 0 0,-14 0 0,-13 0 0,0 0 0,-14 0 0,15 0 0,-9 0 0,13 0 0,-2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3.123"/>
    </inkml:context>
    <inkml:brush xml:id="br0">
      <inkml:brushProperty name="width" value="0.05" units="cm"/>
      <inkml:brushProperty name="height" value="0.05" units="cm"/>
      <inkml:brushProperty name="color" value="#AE198D"/>
      <inkml:brushProperty name="inkEffects" value="galaxy"/>
      <inkml:brushProperty name="anchorX" value="-25815.57031"/>
      <inkml:brushProperty name="anchorY" value="-25024.12109"/>
      <inkml:brushProperty name="scaleFactor" value="0.5"/>
    </inkml:brush>
  </inkml:definitions>
  <inkml:trace contextRef="#ctx0" brushRef="#br0">1 302 24575,'0'-30'0,"0"-1"0,0-10 0,0-3 0,0 7 0,0-3 0,0 17 0,0 1 0,0 8 0,0 4 0,4 5 0,-3 0 0,3 5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4.005"/>
    </inkml:context>
    <inkml:brush xml:id="br0">
      <inkml:brushProperty name="width" value="0.05" units="cm"/>
      <inkml:brushProperty name="height" value="0.05" units="cm"/>
      <inkml:brushProperty name="color" value="#AE198D"/>
      <inkml:brushProperty name="inkEffects" value="galaxy"/>
      <inkml:brushProperty name="anchorX" value="-36737.6875"/>
      <inkml:brushProperty name="anchorY" value="-39603.38281"/>
      <inkml:brushProperty name="scaleFactor" value="0.5"/>
    </inkml:brush>
  </inkml:definitions>
  <inkml:trace contextRef="#ctx0" brushRef="#br0">1 1 24575,'0'0'0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5.056"/>
    </inkml:context>
    <inkml:brush xml:id="br0">
      <inkml:brushProperty name="width" value="0.05" units="cm"/>
      <inkml:brushProperty name="height" value="0.05" units="cm"/>
      <inkml:brushProperty name="color" value="#AE198D"/>
      <inkml:brushProperty name="inkEffects" value="galaxy"/>
      <inkml:brushProperty name="anchorX" value="-48108.30078"/>
      <inkml:brushProperty name="anchorY" value="-52690.33594"/>
      <inkml:brushProperty name="scaleFactor" value="0.5"/>
    </inkml:brush>
  </inkml:definitions>
  <inkml:trace contextRef="#ctx0" brushRef="#br0">1 0 24575,'0'0'0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5.800"/>
    </inkml:context>
    <inkml:brush xml:id="br0">
      <inkml:brushProperty name="width" value="0.05" units="cm"/>
      <inkml:brushProperty name="height" value="0.05" units="cm"/>
      <inkml:brushProperty name="color" value="#AE198D"/>
      <inkml:brushProperty name="inkEffects" value="galaxy"/>
      <inkml:brushProperty name="anchorX" value="-60359.94531"/>
      <inkml:brushProperty name="anchorY" value="-64073.46094"/>
      <inkml:brushProperty name="scaleFactor" value="0.5"/>
    </inkml:brush>
  </inkml:definitions>
  <inkml:trace contextRef="#ctx0" brushRef="#br0">0 1 24575,'0'9'0,"0"0"0,0 5 0,0-3 0,0 3 0,0-4 0,0-5 0,0-1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6.731"/>
    </inkml:context>
    <inkml:brush xml:id="br0">
      <inkml:brushProperty name="width" value="0.05" units="cm"/>
      <inkml:brushProperty name="height" value="0.05" units="cm"/>
      <inkml:brushProperty name="color" value="#AE198D"/>
      <inkml:brushProperty name="inkEffects" value="galaxy"/>
      <inkml:brushProperty name="anchorX" value="-73235.23438"/>
      <inkml:brushProperty name="anchorY" value="-74108.5"/>
      <inkml:brushProperty name="scaleFactor" value="0.5"/>
    </inkml:brush>
  </inkml:definitions>
  <inkml:trace contextRef="#ctx0" brushRef="#br0">1 0 14847,'5'0'0,"-1"0"0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38.968"/>
    </inkml:context>
    <inkml:brush xml:id="br0">
      <inkml:brushProperty name="width" value="0.05" units="cm"/>
      <inkml:brushProperty name="height" value="0.05" units="cm"/>
      <inkml:brushProperty name="color" value="#AE198D"/>
      <inkml:brushProperty name="inkEffects" value="galaxy"/>
      <inkml:brushProperty name="anchorX" value="-101770.40625"/>
      <inkml:brushProperty name="anchorY" value="-92537.16406"/>
      <inkml:brushProperty name="scaleFactor" value="0.5"/>
    </inkml:brush>
  </inkml:definitions>
  <inkml:trace contextRef="#ctx0" brushRef="#br0">0 0 24575,'0'0'0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1.767"/>
    </inkml:context>
    <inkml:brush xml:id="br0">
      <inkml:brushProperty name="width" value="0.05" units="cm"/>
      <inkml:brushProperty name="height" value="0.05" units="cm"/>
      <inkml:brushProperty name="color" value="#AE198D"/>
      <inkml:brushProperty name="inkEffects" value="galaxy"/>
      <inkml:brushProperty name="anchorX" value="-116737.77344"/>
      <inkml:brushProperty name="anchorY" value="-101405.59375"/>
      <inkml:brushProperty name="scaleFactor" value="0.5"/>
    </inkml:brush>
  </inkml:definitions>
  <inkml:trace contextRef="#ctx0" brushRef="#br0">1 37 24575,'0'14'0,"0"-3"0,0 3 0,4-5 0,-3 1 0,8-1 0,-4-4 0,0 4 0,4-8 0,-4 3 0,4-4 0,-4-4 0,-2-2 0,-3-8 0,0 3 0,0-4 0,0 5 0,0 1 0,0-1 0,-4 5 0,-1 1 0,1 8 0,-5 1 0,8 4 0,-3 0 0,12-3 0,3-7 0,4-9 0,5-2 0,-9-3 0,3 5 0,-4 5 0,-1-4 0,0 8 0,0-3 0,0 4 0,0 0 0,1 0 0,4 0 0,2 4 0,11 3 0,-4 3 0,10 2 0,-5 4 0,7 2 0,-1 5 0,2 6 0,0 2 0,-5 0 0,4 4 0,-12-12 0,6 12 0,-7-13 0,-5 5 0,4 0 0,-10-9 0,5 7 0,-6-9 0,1 5 0,-1-5 0,0 4 0,-1-10 0,2 10 0,-2-9 0,2 9 0,-2-10 0,6 5 0,-4-5 0,9 0 0,-4 0 0,5 1 0,0 4 0,6-3 0,-5 3 0,11-3 0,-4 4 0,5 2 0,1 0 0,6 4 0,3-3 0,6 6 0,0-5 0,0 4 0,0-11 0,-10 0 0,-6-7 0,4 11 0,1 12 0,15 13 0,1 11 0,-1-5 0,0 7 0,1-7 0,7 7 0,12 4 0,-15-14 0,10 10 0,-15-14 0,-5 0 0,5 6 0,-18-16 0,0-1 0,-13-8 0,3-5 0,-14 3 0,8-9 0,-9 4 0,4 0 0,-5-4 0,0 3 0,-1-4 0,0-1 0,1 6 0,0-4 0,0 3 0,0 1 0,-1-4 0,6 8 0,1-3 0,11 6 0,2 0 0,12 2 0,2 0 0,8 1 0,15 8 0,-11-5 0,19 0 0,-14-4 0,8-8 0,0 3 0,-26-11 0,19-2 0,-20 6 0,21 9 0,-13 5 0,1 4-846,32 25 846,-24-17 0,-1-2 0,17 10 0,-30-17 0,1 1 0,3-1 0,0-1 0,31 15 0,-25-11 0,0-4 0,16-4 0,18 11 0,-1-12 0,0 4 0,1-11-211,-9 5 211,-3-7 0,-16-1 0,-2 0 0,-7 0 0,-1-7 837,-15 15-837,5-7 0,13 39 0,14-6-132,-25-13 0,1-1 132,29 13 0,-2 8 0,3-8 0,0 5 0,0-1 0,-13-9 0,-7-8 0,-8-1 0,-10-9 0,-8-6 0,-6 3 0,0-9 484,0 4-484,0 1 0,0 0 0,-4 5 0,2-5 0,-1 10 0,3-8 0,-4 15 0,4-5 0,-2 14 0,4-6 0,8 7 0,-7-8 0,6 0 0,-1 1 0,-5-11 0,10 3 0,-21-10 0,13 11 0,-7 3 0,13 4 0,5 2 0,-1-7 0,2 5 0,-8-7 0,-2 1 0,-6-3 0,6 2 0,-5-6 0,6 5 0,-8-7 0,0-5 0,0 4 0,-5-9 0,-1 9 0,-6-9 0,1 4 0,0-6 0,-1 0 0,1 1 0,-5-1 0,4 6 0,-8 1 0,4 5 0,-5 0 0,0 0 0,0-5 0,0 4 0,0-10 0,0 5 0,0-1 0,4-4 0,-3 3 0,7-3 0,-7-1 0,7 1 0,-2 4 0,-1-3 0,5 9 0,-4-4 0,4 5 0,0 0 0,1 0 0,-1 0 0,1-6 0,-1 5 0,5-4 0,2 11 0,-1-4 0,6 10 0,-5-11 0,5 11 0,-5-4 0,5 5 0,-9 1 0,3-1 0,-4 1 0,-1-7 0,0 5 0,0-10 0,-5 10 0,-1-11 0,-5 11 0,0-10 0,0 4 0,0-6 0,0 0 0,0 0 0,0 0 0,0-6 0,0 5 0,0-9 0,0 9 0,0-10 0,0 5 0,0 0 0,0-5 0,0 5 0,0-5 0,0-1 0,0-4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3.360"/>
    </inkml:context>
    <inkml:brush xml:id="br0">
      <inkml:brushProperty name="width" value="0.05" units="cm"/>
      <inkml:brushProperty name="height" value="0.05" units="cm"/>
      <inkml:brushProperty name="color" value="#AE198D"/>
      <inkml:brushProperty name="inkEffects" value="galaxy"/>
      <inkml:brushProperty name="anchorX" value="-146407.78125"/>
      <inkml:brushProperty name="anchorY" value="-118912.53125"/>
      <inkml:brushProperty name="scaleFactor" value="0.5"/>
    </inkml:brush>
  </inkml:definitions>
  <inkml:trace contextRef="#ctx0" brushRef="#br0">1 192 24575,'9'0'0,"0"0"0,0 0 0,1 0 0,-1-9 0,-3-2 0,-2-5 0,-4-3 0,0 8 0,0-3 0,0 4 0,0 1 0,-4 3 0,7 3 0,-2 3 0,9-10 0,0-2 0,-4-9 0,3 5 0,-8 1 0,3 6 0,-4 11 0,0 18 0,0 9 0,-5 12 0,-2-6 0,1-1 0,1-15 0,5-3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4.565"/>
    </inkml:context>
    <inkml:brush xml:id="br0">
      <inkml:brushProperty name="width" value="0.05" units="cm"/>
      <inkml:brushProperty name="height" value="0.05" units="cm"/>
      <inkml:brushProperty name="color" value="#AE198D"/>
      <inkml:brushProperty name="inkEffects" value="galaxy"/>
      <inkml:brushProperty name="anchorX" value="-170328.42188"/>
      <inkml:brushProperty name="anchorY" value="-131761.35938"/>
      <inkml:brushProperty name="scaleFactor" value="0.5"/>
    </inkml:brush>
  </inkml:definitions>
  <inkml:trace contextRef="#ctx0" brushRef="#br0">0 24 24575,'0'19'0,"0"-5"0,0 0 0,0-16 0,0-5 0,0-8 0,0-5 0,0 10 0,0-5 0,0 14 0,5 7 0,1 9 0,4 1 0,0 4 0,0-9 0,0 3 0,-1-4 0,1-1 0,-1 1 0,1-5 0,-1-1 0,0-4 0,-4 0 0,-1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5.607"/>
    </inkml:context>
    <inkml:brush xml:id="br0">
      <inkml:brushProperty name="width" value="0.05" units="cm"/>
      <inkml:brushProperty name="height" value="0.05" units="cm"/>
      <inkml:brushProperty name="color" value="#AE198D"/>
      <inkml:brushProperty name="inkEffects" value="galaxy"/>
      <inkml:brushProperty name="anchorX" value="-195248.85938"/>
      <inkml:brushProperty name="anchorY" value="-145334.48438"/>
      <inkml:brushProperty name="scaleFactor" value="0.5"/>
    </inkml:brush>
  </inkml:definitions>
  <inkml:trace contextRef="#ctx0" brushRef="#br0">1 56 14895,'9'0'0,"-1"0"4072,-3-8-4072,-1 2 1674,-4-7-1674,0 3 226,0 1 1,0 4-1,0 1 1</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6.800"/>
    </inkml:context>
    <inkml:brush xml:id="br0">
      <inkml:brushProperty name="width" value="0.05" units="cm"/>
      <inkml:brushProperty name="height" value="0.05" units="cm"/>
      <inkml:brushProperty name="color" value="#AE198D"/>
      <inkml:brushProperty name="inkEffects" value="galaxy"/>
      <inkml:brushProperty name="anchorX" value="-221381.0625"/>
      <inkml:brushProperty name="anchorY" value="-159428"/>
      <inkml:brushProperty name="scaleFactor" value="0.5"/>
    </inkml:brush>
  </inkml:definitions>
  <inkml:trace contextRef="#ctx0" brushRef="#br0">15 0 24575,'-5'4'0,"-3"1"0,7 10 0,1-5 0,5 5 0,4-6 0,1 1 0,-1-5 0,1-1 0,-1-4 0,1 0 0,-5-4 0,-1-1 0,-4-4 0,0-1 0,0 1 0,0-1 0,-4 1 0,-1-1 0,0 5 0,1 1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7.800"/>
    </inkml:context>
    <inkml:brush xml:id="br0">
      <inkml:brushProperty name="width" value="0.05" units="cm"/>
      <inkml:brushProperty name="height" value="0.05" units="cm"/>
      <inkml:brushProperty name="color" value="#AE198D"/>
      <inkml:brushProperty name="inkEffects" value="galaxy"/>
      <inkml:brushProperty name="anchorX" value="-249056.625"/>
      <inkml:brushProperty name="anchorY" value="-174230.85938"/>
      <inkml:brushProperty name="scaleFactor" value="0.5"/>
    </inkml:brush>
  </inkml:definitions>
  <inkml:trace contextRef="#ctx0" brushRef="#br0">1 1 14983,'0'9'0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2T22:12:58.763"/>
    </inkml:context>
    <inkml:brush xml:id="br0">
      <inkml:brushProperty name="width" value="0.05" units="cm"/>
      <inkml:brushProperty name="height" value="0.05" units="cm"/>
      <inkml:brushProperty name="color" value="#AE198D"/>
      <inkml:brushProperty name="inkEffects" value="galaxy"/>
      <inkml:brushProperty name="anchorX" value="-277823.4375"/>
      <inkml:brushProperty name="anchorY" value="-189994.42188"/>
      <inkml:brushProperty name="scaleFactor" value="0.5"/>
    </inkml:brush>
  </inkml:definitions>
  <inkml:trace contextRef="#ctx0" brushRef="#br0">18 1 13195,'-9'0'0,"5"4"4552,0 1-4552,4 4 494,0 0 0,0-3 0,0-2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9T23:07:17.465"/>
    </inkml:context>
    <inkml:brush xml:id="br0">
      <inkml:brushProperty name="width" value="0.05" units="cm"/>
      <inkml:brushProperty name="height" value="0.05" units="cm"/>
      <inkml:brushProperty name="color" value="#AE198D"/>
      <inkml:brushProperty name="inkEffects" value="galaxy"/>
      <inkml:brushProperty name="anchorX" value="0"/>
      <inkml:brushProperty name="anchorY" value="0"/>
      <inkml:brushProperty name="scaleFactor" value="0.5"/>
    </inkml:brush>
  </inkml:definitions>
  <inkml:trace contextRef="#ctx0" brushRef="#br0">1 1 24575,'0'75'0,"0"0"0,0 34 0,0-23 0,0-18 0,0-8 0,0 8 0,0-10 0,0 1 0,0-1 0,0-7 0,0-3 0,0-8 0,4 9 0,1-7 0,5 6 0,-1-7 0,0-1 0,0 0 0,0 0 0,0 0 0,0 1 0,0 7 0,0-6 0,5 15 0,1-15 0,4 14 0,-1-13 0,2 13 0,-1-5 0,6 9 0,-4-1 0,4 2 0,-1-9 0,-3 5 0,2-13 0,2 14 0,1-5 0,4 2 0,7 6 0,-5-6 0,5 8 0,-1 1 0,2-1 0,-1-8 0,4 6 0,-4-13 0,4-2 0,-5-2 0,3-13 0,-10 3 0,4-6 0,-1-6 0,-8-3 0,7 0 0,-13-5 0,3 5 0,-8-7 0,2-6 0,-6-1 0,2-5 0,-4 5 0,5-4 0,-4 4 0,4-5 0,-5 0 0,1 0 0,-1 0 0,0 0 0,1 0 0,-1 0 0,0 0 0,0 0 0,1 0 0,-1 0 0,5 0 0,-4 0 0,8 0 0,-8 0 0,4 5 0,-5-4 0,0 4 0,1-5 0,-1 0 0,0 0 0,0 0 0,0 0 0,0 0 0,0 0 0,0 0 0,0 0 0,0 0 0,1 0 0,-1 0 0,1 5 0,-1-4 0,0 4 0,1-5 0,-1 5 0,1-3 0,-1 2 0,-3-4 0,-1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2-29T23:07:19.316"/>
    </inkml:context>
    <inkml:brush xml:id="br0">
      <inkml:brushProperty name="width" value="0.05" units="cm"/>
      <inkml:brushProperty name="height" value="0.05" units="cm"/>
      <inkml:brushProperty name="color" value="#AE198D"/>
      <inkml:brushProperty name="inkEffects" value="galaxy"/>
      <inkml:brushProperty name="anchorX" value="-9229.9375"/>
      <inkml:brushProperty name="anchorY" value="-8552.65625"/>
      <inkml:brushProperty name="scaleFactor" value="0.5"/>
    </inkml:brush>
  </inkml:definitions>
  <inkml:trace contextRef="#ctx0" brushRef="#br0">122 1 24575,'7'5'0,"0"7"0,10 8 0,-7 12 0,7-5 0,-4 11 0,0-17 0,0 9 0,-1-17 0,-4-1 0,-4-2 0,2-4 0,-1 6 0,2-1 0,0-5 0,1 4 0,-1-4 0,1 5 0,3 0 0,-2 1 0,2-1 0,-3-5 0,-1-1 0,0-5 0,1 5 0,-1-4 0,0 4 0,-5 0 0,-8 1 0,-6 11 0,-16 8 0,3 2 0,-5 4 0,4-5 0,4-6 0,-5 5 0,4-10 0,2 9 0,5-11 0,-1 5 0,0-6 0,5 0 0,0 0 0,5-1 0,-1 0 0,1 0 0,-1-1 0,1 1 0,0-5 0,3 3 0,-3-7 0,6 7 0,-2-2 0,-1-1 0,4 3 0,-7-8 0,6 4 0,-2-5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D92C0-1DAB-5F4B-95A3-7BB1A97E9C19}" type="datetimeFigureOut">
              <a:rPr lang="en-US" smtClean="0"/>
              <a:t>1/19/26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0E6390-AEA6-BB49-8F9C-D9B150C5C81B}" type="slidenum">
              <a:rPr lang="en-US" smtClean="0"/>
              <a:t>‹#›</a:t>
            </a:fld>
            <a:endParaRPr lang="en-US"/>
          </a:p>
        </p:txBody>
      </p:sp>
    </p:spTree>
    <p:extLst>
      <p:ext uri="{BB962C8B-B14F-4D97-AF65-F5344CB8AC3E}">
        <p14:creationId xmlns:p14="http://schemas.microsoft.com/office/powerpoint/2010/main" val="1963140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Young and Soroka (2012), they show that there is little overlap across dictionaries that claim to capture the same concept (e.g., positive and negative emotion). What does this tell us about dictionaries? Remember, even with these ‘simply’ approaches, validation is paramount. </a:t>
            </a:r>
          </a:p>
        </p:txBody>
      </p:sp>
      <p:sp>
        <p:nvSpPr>
          <p:cNvPr id="4" name="Slide Number Placeholder 3"/>
          <p:cNvSpPr>
            <a:spLocks noGrp="1"/>
          </p:cNvSpPr>
          <p:nvPr>
            <p:ph type="sldNum" sz="quarter" idx="5"/>
          </p:nvPr>
        </p:nvSpPr>
        <p:spPr/>
        <p:txBody>
          <a:bodyPr/>
          <a:lstStyle/>
          <a:p>
            <a:fld id="{100E6390-AEA6-BB49-8F9C-D9B150C5C81B}" type="slidenum">
              <a:rPr lang="en-US" smtClean="0"/>
              <a:t>10</a:t>
            </a:fld>
            <a:endParaRPr lang="en-US"/>
          </a:p>
        </p:txBody>
      </p:sp>
    </p:spTree>
    <p:extLst>
      <p:ext uri="{BB962C8B-B14F-4D97-AF65-F5344CB8AC3E}">
        <p14:creationId xmlns:p14="http://schemas.microsoft.com/office/powerpoint/2010/main" val="35376618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00E6390-AEA6-BB49-8F9C-D9B150C5C81B}" type="slidenum">
              <a:rPr lang="en-US" smtClean="0"/>
              <a:t>25</a:t>
            </a:fld>
            <a:endParaRPr lang="en-US"/>
          </a:p>
        </p:txBody>
      </p:sp>
    </p:spTree>
    <p:extLst>
      <p:ext uri="{BB962C8B-B14F-4D97-AF65-F5344CB8AC3E}">
        <p14:creationId xmlns:p14="http://schemas.microsoft.com/office/powerpoint/2010/main" val="1386816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txBody>
          <a:bodyPr/>
          <a:lstStyle/>
          <a:p>
            <a:endParaRPr lang="en-US"/>
          </a:p>
        </p:txBody>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US"/>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E53CB8A1-6DCF-8A4A-B6E9-215719BD0320}" type="datetimeFigureOut">
              <a:rPr lang="en-US" smtClean="0"/>
              <a:t>1/19/26</a:t>
            </a:fld>
            <a:endParaRPr lang="en-US"/>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FAD8CB67-896B-314C-8A58-C345C2603ECC}" type="slidenum">
              <a:rPr lang="en-US" smtClean="0"/>
              <a:t>‹#›</a:t>
            </a:fld>
            <a:endParaRPr lang="en-US"/>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0139322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53CB8A1-6DCF-8A4A-B6E9-215719BD0320}" type="datetimeFigureOut">
              <a:rPr lang="en-US" smtClean="0"/>
              <a:t>1/19/26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5564822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E53CB8A1-6DCF-8A4A-B6E9-215719BD0320}" type="datetimeFigureOut">
              <a:rPr lang="en-US" smtClean="0"/>
              <a:t>1/19/26</a:t>
            </a:fld>
            <a:endParaRPr lang="en-US"/>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FAD8CB67-896B-314C-8A58-C345C2603ECC}" type="slidenum">
              <a:rPr lang="en-US" smtClean="0"/>
              <a:t>‹#›</a:t>
            </a:fld>
            <a:endParaRPr lang="en-US"/>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extLst>
      <p:ext uri="{BB962C8B-B14F-4D97-AF65-F5344CB8AC3E}">
        <p14:creationId xmlns:p14="http://schemas.microsoft.com/office/powerpoint/2010/main" val="1777168407"/>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53CB8A1-6DCF-8A4A-B6E9-215719BD0320}" type="datetimeFigureOut">
              <a:rPr lang="en-US" smtClean="0"/>
              <a:t>1/19/26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992509803"/>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53CB8A1-6DCF-8A4A-B6E9-215719BD0320}" type="datetimeFigureOut">
              <a:rPr lang="en-US" smtClean="0"/>
              <a:t>1/19/26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2962134083"/>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53CB8A1-6DCF-8A4A-B6E9-215719BD0320}" type="datetimeFigureOut">
              <a:rPr lang="en-US" smtClean="0"/>
              <a:t>1/19/26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33459045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3CB8A1-6DCF-8A4A-B6E9-215719BD0320}" type="datetimeFigureOut">
              <a:rPr lang="en-US" smtClean="0"/>
              <a:t>1/19/26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14893098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US"/>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E53CB8A1-6DCF-8A4A-B6E9-215719BD0320}" type="datetimeFigureOut">
              <a:rPr lang="en-US" smtClean="0"/>
              <a:t>1/19/26</a:t>
            </a:fld>
            <a:endParaRPr lang="en-US"/>
          </a:p>
        </p:txBody>
      </p:sp>
      <p:sp>
        <p:nvSpPr>
          <p:cNvPr id="6" name="Footer Placeholder 5"/>
          <p:cNvSpPr>
            <a:spLocks noGrp="1"/>
          </p:cNvSpPr>
          <p:nvPr>
            <p:ph type="ftr" sz="quarter" idx="11"/>
          </p:nvPr>
        </p:nvSpPr>
        <p:spPr>
          <a:xfrm>
            <a:off x="2103620" y="6375679"/>
            <a:ext cx="3482179" cy="345796"/>
          </a:xfrm>
        </p:spPr>
        <p:txBody>
          <a:bodyPr/>
          <a:lstStyle/>
          <a:p>
            <a:endParaRPr lang="en-US"/>
          </a:p>
        </p:txBody>
      </p:sp>
      <p:sp>
        <p:nvSpPr>
          <p:cNvPr id="7" name="Slide Number Placeholder 6"/>
          <p:cNvSpPr>
            <a:spLocks noGrp="1"/>
          </p:cNvSpPr>
          <p:nvPr>
            <p:ph type="sldNum" sz="quarter" idx="12"/>
          </p:nvPr>
        </p:nvSpPr>
        <p:spPr>
          <a:xfrm>
            <a:off x="5691014" y="6375679"/>
            <a:ext cx="1232456" cy="345796"/>
          </a:xfrm>
        </p:spPr>
        <p:txBody>
          <a:bodyPr/>
          <a:lstStyle/>
          <a:p>
            <a:fld id="{FAD8CB67-896B-314C-8A58-C345C2603ECC}" type="slidenum">
              <a:rPr lang="en-US" smtClean="0"/>
              <a:t>‹#›</a:t>
            </a:fld>
            <a:endParaRPr lang="en-US"/>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452035421"/>
      </p:ext>
    </p:extLst>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US"/>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E53CB8A1-6DCF-8A4A-B6E9-215719BD0320}" type="datetimeFigureOut">
              <a:rPr lang="en-US" smtClean="0"/>
              <a:t>1/19/26</a:t>
            </a:fld>
            <a:endParaRPr lang="en-US"/>
          </a:p>
        </p:txBody>
      </p:sp>
      <p:sp>
        <p:nvSpPr>
          <p:cNvPr id="6" name="Footer Placeholder 5"/>
          <p:cNvSpPr>
            <a:spLocks noGrp="1"/>
          </p:cNvSpPr>
          <p:nvPr>
            <p:ph type="ftr" sz="quarter" idx="11"/>
          </p:nvPr>
        </p:nvSpPr>
        <p:spPr>
          <a:xfrm>
            <a:off x="2103621" y="6375679"/>
            <a:ext cx="3482178" cy="345796"/>
          </a:xfrm>
        </p:spPr>
        <p:txBody>
          <a:bodyPr/>
          <a:lstStyle/>
          <a:p>
            <a:endParaRPr lang="en-US"/>
          </a:p>
        </p:txBody>
      </p:sp>
      <p:sp>
        <p:nvSpPr>
          <p:cNvPr id="7" name="Slide Number Placeholder 6"/>
          <p:cNvSpPr>
            <a:spLocks noGrp="1"/>
          </p:cNvSpPr>
          <p:nvPr>
            <p:ph type="sldNum" sz="quarter" idx="12"/>
          </p:nvPr>
        </p:nvSpPr>
        <p:spPr>
          <a:xfrm>
            <a:off x="5687568" y="6375679"/>
            <a:ext cx="1234440" cy="345796"/>
          </a:xfrm>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16502224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53CB8A1-6DCF-8A4A-B6E9-215719BD0320}" type="datetimeFigureOut">
              <a:rPr lang="en-US" smtClean="0"/>
              <a:t>1/19/26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11722928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53CB8A1-6DCF-8A4A-B6E9-215719BD0320}" type="datetimeFigureOut">
              <a:rPr lang="en-US" smtClean="0"/>
              <a:t>1/19/26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AD8CB67-896B-314C-8A58-C345C2603ECC}" type="slidenum">
              <a:rPr lang="en-US" smtClean="0"/>
              <a:t>‹#›</a:t>
            </a:fld>
            <a:endParaRPr lang="en-US"/>
          </a:p>
        </p:txBody>
      </p:sp>
    </p:spTree>
    <p:extLst>
      <p:ext uri="{BB962C8B-B14F-4D97-AF65-F5344CB8AC3E}">
        <p14:creationId xmlns:p14="http://schemas.microsoft.com/office/powerpoint/2010/main" val="41348496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E53CB8A1-6DCF-8A4A-B6E9-215719BD0320}" type="datetimeFigureOut">
              <a:rPr lang="en-US" smtClean="0"/>
              <a:t>1/19/26</a:t>
            </a:fld>
            <a:endParaRPr lang="en-US"/>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FAD8CB67-896B-314C-8A58-C345C2603ECC}" type="slidenum">
              <a:rPr lang="en-US" smtClean="0"/>
              <a:t>‹#›</a:t>
            </a:fld>
            <a:endParaRPr lang="en-US"/>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txBody>
          <a:bodyPr/>
          <a:lstStyle/>
          <a:p>
            <a:endParaRPr lang="en-US"/>
          </a:p>
        </p:txBody>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947251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customXml" Target="../ink/ink4.xml"/><Relationship Id="rId13" Type="http://schemas.openxmlformats.org/officeDocument/2006/relationships/image" Target="../media/image6.png"/><Relationship Id="rId18" Type="http://schemas.openxmlformats.org/officeDocument/2006/relationships/customXml" Target="../ink/ink9.xml"/><Relationship Id="rId3" Type="http://schemas.openxmlformats.org/officeDocument/2006/relationships/image" Target="../media/image1.png"/><Relationship Id="rId7" Type="http://schemas.openxmlformats.org/officeDocument/2006/relationships/image" Target="../media/image3.png"/><Relationship Id="rId12" Type="http://schemas.openxmlformats.org/officeDocument/2006/relationships/customXml" Target="../ink/ink6.xml"/><Relationship Id="rId17" Type="http://schemas.openxmlformats.org/officeDocument/2006/relationships/image" Target="../media/image8.png"/><Relationship Id="rId2" Type="http://schemas.openxmlformats.org/officeDocument/2006/relationships/customXml" Target="../ink/ink1.xml"/><Relationship Id="rId16" Type="http://schemas.openxmlformats.org/officeDocument/2006/relationships/customXml" Target="../ink/ink8.xml"/><Relationship Id="rId1" Type="http://schemas.openxmlformats.org/officeDocument/2006/relationships/slideLayout" Target="../slideLayouts/slideLayout2.xml"/><Relationship Id="rId6" Type="http://schemas.openxmlformats.org/officeDocument/2006/relationships/customXml" Target="../ink/ink3.xml"/><Relationship Id="rId11" Type="http://schemas.openxmlformats.org/officeDocument/2006/relationships/image" Target="../media/image5.png"/><Relationship Id="rId5" Type="http://schemas.openxmlformats.org/officeDocument/2006/relationships/image" Target="../media/image2.png"/><Relationship Id="rId15" Type="http://schemas.openxmlformats.org/officeDocument/2006/relationships/image" Target="../media/image7.png"/><Relationship Id="rId10" Type="http://schemas.openxmlformats.org/officeDocument/2006/relationships/customXml" Target="../ink/ink5.xml"/><Relationship Id="rId19" Type="http://schemas.openxmlformats.org/officeDocument/2006/relationships/image" Target="../media/image9.png"/><Relationship Id="rId4" Type="http://schemas.openxmlformats.org/officeDocument/2006/relationships/customXml" Target="../ink/ink2.xml"/><Relationship Id="rId9" Type="http://schemas.openxmlformats.org/officeDocument/2006/relationships/image" Target="../media/image4.png"/><Relationship Id="rId14" Type="http://schemas.openxmlformats.org/officeDocument/2006/relationships/customXml" Target="../ink/ink7.xml"/></Relationships>
</file>

<file path=ppt/slides/_rels/slide8.xml.rels><?xml version="1.0" encoding="UTF-8" standalone="yes"?>
<Relationships xmlns="http://schemas.openxmlformats.org/package/2006/relationships"><Relationship Id="rId13" Type="http://schemas.openxmlformats.org/officeDocument/2006/relationships/image" Target="../media/image15.png"/><Relationship Id="rId18" Type="http://schemas.openxmlformats.org/officeDocument/2006/relationships/customXml" Target="../ink/ink18.xml"/><Relationship Id="rId26" Type="http://schemas.openxmlformats.org/officeDocument/2006/relationships/customXml" Target="../ink/ink22.xml"/><Relationship Id="rId3" Type="http://schemas.openxmlformats.org/officeDocument/2006/relationships/image" Target="../media/image10.png"/><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15.xml"/><Relationship Id="rId17" Type="http://schemas.openxmlformats.org/officeDocument/2006/relationships/image" Target="../media/image17.png"/><Relationship Id="rId25" Type="http://schemas.openxmlformats.org/officeDocument/2006/relationships/image" Target="../media/image21.png"/><Relationship Id="rId33" Type="http://schemas.openxmlformats.org/officeDocument/2006/relationships/image" Target="../media/image25.png"/><Relationship Id="rId2" Type="http://schemas.openxmlformats.org/officeDocument/2006/relationships/customXml" Target="../ink/ink10.xml"/><Relationship Id="rId16" Type="http://schemas.openxmlformats.org/officeDocument/2006/relationships/customXml" Target="../ink/ink17.xml"/><Relationship Id="rId20" Type="http://schemas.openxmlformats.org/officeDocument/2006/relationships/customXml" Target="../ink/ink19.xml"/><Relationship Id="rId29"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customXml" Target="../ink/ink12.xml"/><Relationship Id="rId11" Type="http://schemas.openxmlformats.org/officeDocument/2006/relationships/image" Target="../media/image14.png"/><Relationship Id="rId24" Type="http://schemas.openxmlformats.org/officeDocument/2006/relationships/customXml" Target="../ink/ink21.xml"/><Relationship Id="rId32" Type="http://schemas.openxmlformats.org/officeDocument/2006/relationships/customXml" Target="../ink/ink25.xml"/><Relationship Id="rId5" Type="http://schemas.openxmlformats.org/officeDocument/2006/relationships/image" Target="../media/image11.png"/><Relationship Id="rId15" Type="http://schemas.openxmlformats.org/officeDocument/2006/relationships/image" Target="../media/image16.png"/><Relationship Id="rId23" Type="http://schemas.openxmlformats.org/officeDocument/2006/relationships/image" Target="../media/image20.png"/><Relationship Id="rId28" Type="http://schemas.openxmlformats.org/officeDocument/2006/relationships/customXml" Target="../ink/ink23.xml"/><Relationship Id="rId10" Type="http://schemas.openxmlformats.org/officeDocument/2006/relationships/customXml" Target="../ink/ink14.xml"/><Relationship Id="rId19" Type="http://schemas.openxmlformats.org/officeDocument/2006/relationships/image" Target="../media/image18.png"/><Relationship Id="rId31" Type="http://schemas.openxmlformats.org/officeDocument/2006/relationships/image" Target="../media/image24.png"/><Relationship Id="rId4" Type="http://schemas.openxmlformats.org/officeDocument/2006/relationships/customXml" Target="../ink/ink11.xml"/><Relationship Id="rId9" Type="http://schemas.openxmlformats.org/officeDocument/2006/relationships/image" Target="../media/image13.png"/><Relationship Id="rId14" Type="http://schemas.openxmlformats.org/officeDocument/2006/relationships/customXml" Target="../ink/ink16.xml"/><Relationship Id="rId22" Type="http://schemas.openxmlformats.org/officeDocument/2006/relationships/customXml" Target="../ink/ink20.xml"/><Relationship Id="rId27" Type="http://schemas.openxmlformats.org/officeDocument/2006/relationships/image" Target="../media/image22.png"/><Relationship Id="rId30" Type="http://schemas.openxmlformats.org/officeDocument/2006/relationships/customXml" Target="../ink/ink24.xml"/><Relationship Id="rId8" Type="http://schemas.openxmlformats.org/officeDocument/2006/relationships/customXml" Target="../ink/ink13.xml"/></Relationships>
</file>

<file path=ppt/slides/_rels/slide9.xml.rels><?xml version="1.0" encoding="UTF-8" standalone="yes"?>
<Relationships xmlns="http://schemas.openxmlformats.org/package/2006/relationships"><Relationship Id="rId8" Type="http://schemas.openxmlformats.org/officeDocument/2006/relationships/customXml" Target="../ink/ink29.xml"/><Relationship Id="rId13" Type="http://schemas.openxmlformats.org/officeDocument/2006/relationships/image" Target="../media/image31.png"/><Relationship Id="rId18" Type="http://schemas.openxmlformats.org/officeDocument/2006/relationships/customXml" Target="../ink/ink34.xml"/><Relationship Id="rId26" Type="http://schemas.openxmlformats.org/officeDocument/2006/relationships/customXml" Target="../ink/ink38.xml"/><Relationship Id="rId3" Type="http://schemas.openxmlformats.org/officeDocument/2006/relationships/image" Target="../media/image26.png"/><Relationship Id="rId21" Type="http://schemas.openxmlformats.org/officeDocument/2006/relationships/image" Target="../media/image35.png"/><Relationship Id="rId7" Type="http://schemas.openxmlformats.org/officeDocument/2006/relationships/image" Target="../media/image28.png"/><Relationship Id="rId12" Type="http://schemas.openxmlformats.org/officeDocument/2006/relationships/customXml" Target="../ink/ink31.xml"/><Relationship Id="rId17" Type="http://schemas.openxmlformats.org/officeDocument/2006/relationships/image" Target="../media/image33.png"/><Relationship Id="rId25" Type="http://schemas.openxmlformats.org/officeDocument/2006/relationships/image" Target="../media/image37.png"/><Relationship Id="rId2" Type="http://schemas.openxmlformats.org/officeDocument/2006/relationships/customXml" Target="../ink/ink26.xml"/><Relationship Id="rId16" Type="http://schemas.openxmlformats.org/officeDocument/2006/relationships/customXml" Target="../ink/ink33.xml"/><Relationship Id="rId20" Type="http://schemas.openxmlformats.org/officeDocument/2006/relationships/customXml" Target="../ink/ink35.xml"/><Relationship Id="rId29"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customXml" Target="../ink/ink28.xml"/><Relationship Id="rId11" Type="http://schemas.openxmlformats.org/officeDocument/2006/relationships/image" Target="../media/image30.png"/><Relationship Id="rId24" Type="http://schemas.openxmlformats.org/officeDocument/2006/relationships/customXml" Target="../ink/ink37.xml"/><Relationship Id="rId32" Type="http://schemas.openxmlformats.org/officeDocument/2006/relationships/image" Target="../media/image1.gif"/><Relationship Id="rId5" Type="http://schemas.openxmlformats.org/officeDocument/2006/relationships/image" Target="../media/image27.png"/><Relationship Id="rId15" Type="http://schemas.openxmlformats.org/officeDocument/2006/relationships/image" Target="../media/image32.png"/><Relationship Id="rId23" Type="http://schemas.openxmlformats.org/officeDocument/2006/relationships/image" Target="../media/image36.png"/><Relationship Id="rId28" Type="http://schemas.openxmlformats.org/officeDocument/2006/relationships/customXml" Target="../ink/ink39.xml"/><Relationship Id="rId10" Type="http://schemas.openxmlformats.org/officeDocument/2006/relationships/customXml" Target="../ink/ink30.xml"/><Relationship Id="rId19" Type="http://schemas.openxmlformats.org/officeDocument/2006/relationships/image" Target="../media/image34.png"/><Relationship Id="rId31" Type="http://schemas.openxmlformats.org/officeDocument/2006/relationships/image" Target="../media/image40.png"/><Relationship Id="rId4" Type="http://schemas.openxmlformats.org/officeDocument/2006/relationships/customXml" Target="../ink/ink27.xml"/><Relationship Id="rId9" Type="http://schemas.openxmlformats.org/officeDocument/2006/relationships/image" Target="../media/image29.png"/><Relationship Id="rId14" Type="http://schemas.openxmlformats.org/officeDocument/2006/relationships/customXml" Target="../ink/ink32.xml"/><Relationship Id="rId22" Type="http://schemas.openxmlformats.org/officeDocument/2006/relationships/customXml" Target="../ink/ink36.xml"/><Relationship Id="rId27" Type="http://schemas.openxmlformats.org/officeDocument/2006/relationships/image" Target="../media/image38.png"/><Relationship Id="rId30" Type="http://schemas.openxmlformats.org/officeDocument/2006/relationships/customXml" Target="../ink/ink40.xml"/></Relationships>
</file>

<file path=ppt/slides/_rels/slide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aesuli/SentiWordNet" TargetMode="External"/><Relationship Id="rId2" Type="http://schemas.openxmlformats.org/officeDocument/2006/relationships/hyperlink" Target="https://provalisresearch.com/products/content-analysis-software/wordstat-dictionary/sentiment-dictionaries/"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customXml" Target="../ink/ink44.xml"/><Relationship Id="rId13" Type="http://schemas.openxmlformats.org/officeDocument/2006/relationships/image" Target="../media/image6.png"/><Relationship Id="rId18" Type="http://schemas.openxmlformats.org/officeDocument/2006/relationships/customXml" Target="../ink/ink49.xml"/><Relationship Id="rId3" Type="http://schemas.openxmlformats.org/officeDocument/2006/relationships/image" Target="../media/image1.png"/><Relationship Id="rId7" Type="http://schemas.openxmlformats.org/officeDocument/2006/relationships/image" Target="../media/image3.png"/><Relationship Id="rId12" Type="http://schemas.openxmlformats.org/officeDocument/2006/relationships/customXml" Target="../ink/ink46.xml"/><Relationship Id="rId17" Type="http://schemas.openxmlformats.org/officeDocument/2006/relationships/image" Target="../media/image8.png"/><Relationship Id="rId2" Type="http://schemas.openxmlformats.org/officeDocument/2006/relationships/customXml" Target="../ink/ink41.xml"/><Relationship Id="rId16" Type="http://schemas.openxmlformats.org/officeDocument/2006/relationships/customXml" Target="../ink/ink48.xml"/><Relationship Id="rId1" Type="http://schemas.openxmlformats.org/officeDocument/2006/relationships/slideLayout" Target="../slideLayouts/slideLayout2.xml"/><Relationship Id="rId6" Type="http://schemas.openxmlformats.org/officeDocument/2006/relationships/customXml" Target="../ink/ink43.xml"/><Relationship Id="rId11" Type="http://schemas.openxmlformats.org/officeDocument/2006/relationships/image" Target="../media/image5.png"/><Relationship Id="rId5" Type="http://schemas.openxmlformats.org/officeDocument/2006/relationships/image" Target="../media/image2.png"/><Relationship Id="rId15" Type="http://schemas.openxmlformats.org/officeDocument/2006/relationships/image" Target="../media/image7.png"/><Relationship Id="rId10" Type="http://schemas.openxmlformats.org/officeDocument/2006/relationships/customXml" Target="../ink/ink45.xml"/><Relationship Id="rId19" Type="http://schemas.openxmlformats.org/officeDocument/2006/relationships/image" Target="../media/image9.png"/><Relationship Id="rId4" Type="http://schemas.openxmlformats.org/officeDocument/2006/relationships/customXml" Target="../ink/ink42.xml"/><Relationship Id="rId9" Type="http://schemas.openxmlformats.org/officeDocument/2006/relationships/image" Target="../media/image4.png"/><Relationship Id="rId14" Type="http://schemas.openxmlformats.org/officeDocument/2006/relationships/customXml" Target="../ink/ink47.xml"/></Relationships>
</file>

<file path=ppt/slides/_rels/slide20.xml.rels><?xml version="1.0" encoding="UTF-8" standalone="yes"?>
<Relationships xmlns="http://schemas.openxmlformats.org/package/2006/relationships"><Relationship Id="rId13" Type="http://schemas.openxmlformats.org/officeDocument/2006/relationships/image" Target="../media/image15.png"/><Relationship Id="rId18" Type="http://schemas.openxmlformats.org/officeDocument/2006/relationships/customXml" Target="../ink/ink58.xml"/><Relationship Id="rId26" Type="http://schemas.openxmlformats.org/officeDocument/2006/relationships/customXml" Target="../ink/ink62.xml"/><Relationship Id="rId3" Type="http://schemas.openxmlformats.org/officeDocument/2006/relationships/image" Target="../media/image10.png"/><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55.xml"/><Relationship Id="rId17" Type="http://schemas.openxmlformats.org/officeDocument/2006/relationships/image" Target="../media/image17.png"/><Relationship Id="rId25" Type="http://schemas.openxmlformats.org/officeDocument/2006/relationships/image" Target="../media/image21.png"/><Relationship Id="rId33" Type="http://schemas.openxmlformats.org/officeDocument/2006/relationships/image" Target="../media/image25.png"/><Relationship Id="rId2" Type="http://schemas.openxmlformats.org/officeDocument/2006/relationships/customXml" Target="../ink/ink50.xml"/><Relationship Id="rId16" Type="http://schemas.openxmlformats.org/officeDocument/2006/relationships/customXml" Target="../ink/ink57.xml"/><Relationship Id="rId20" Type="http://schemas.openxmlformats.org/officeDocument/2006/relationships/customXml" Target="../ink/ink59.xml"/><Relationship Id="rId29"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customXml" Target="../ink/ink52.xml"/><Relationship Id="rId11" Type="http://schemas.openxmlformats.org/officeDocument/2006/relationships/image" Target="../media/image14.png"/><Relationship Id="rId24" Type="http://schemas.openxmlformats.org/officeDocument/2006/relationships/customXml" Target="../ink/ink61.xml"/><Relationship Id="rId32" Type="http://schemas.openxmlformats.org/officeDocument/2006/relationships/customXml" Target="../ink/ink65.xml"/><Relationship Id="rId5" Type="http://schemas.openxmlformats.org/officeDocument/2006/relationships/image" Target="../media/image11.png"/><Relationship Id="rId15" Type="http://schemas.openxmlformats.org/officeDocument/2006/relationships/image" Target="../media/image16.png"/><Relationship Id="rId23" Type="http://schemas.openxmlformats.org/officeDocument/2006/relationships/image" Target="../media/image20.png"/><Relationship Id="rId28" Type="http://schemas.openxmlformats.org/officeDocument/2006/relationships/customXml" Target="../ink/ink63.xml"/><Relationship Id="rId10" Type="http://schemas.openxmlformats.org/officeDocument/2006/relationships/customXml" Target="../ink/ink54.xml"/><Relationship Id="rId19" Type="http://schemas.openxmlformats.org/officeDocument/2006/relationships/image" Target="../media/image18.png"/><Relationship Id="rId31" Type="http://schemas.openxmlformats.org/officeDocument/2006/relationships/image" Target="../media/image24.png"/><Relationship Id="rId4" Type="http://schemas.openxmlformats.org/officeDocument/2006/relationships/customXml" Target="../ink/ink51.xml"/><Relationship Id="rId9" Type="http://schemas.openxmlformats.org/officeDocument/2006/relationships/image" Target="../media/image13.png"/><Relationship Id="rId14" Type="http://schemas.openxmlformats.org/officeDocument/2006/relationships/customXml" Target="../ink/ink56.xml"/><Relationship Id="rId22" Type="http://schemas.openxmlformats.org/officeDocument/2006/relationships/customXml" Target="../ink/ink60.xml"/><Relationship Id="rId27" Type="http://schemas.openxmlformats.org/officeDocument/2006/relationships/image" Target="../media/image22.png"/><Relationship Id="rId30" Type="http://schemas.openxmlformats.org/officeDocument/2006/relationships/customXml" Target="../ink/ink64.xml"/><Relationship Id="rId8" Type="http://schemas.openxmlformats.org/officeDocument/2006/relationships/customXml" Target="../ink/ink53.xml"/></Relationships>
</file>

<file path=ppt/slides/_rels/slide21.xml.rels><?xml version="1.0" encoding="UTF-8" standalone="yes"?>
<Relationships xmlns="http://schemas.openxmlformats.org/package/2006/relationships"><Relationship Id="rId8" Type="http://schemas.openxmlformats.org/officeDocument/2006/relationships/customXml" Target="../ink/ink69.xml"/><Relationship Id="rId13" Type="http://schemas.openxmlformats.org/officeDocument/2006/relationships/image" Target="../media/image31.png"/><Relationship Id="rId18" Type="http://schemas.openxmlformats.org/officeDocument/2006/relationships/customXml" Target="../ink/ink74.xml"/><Relationship Id="rId26" Type="http://schemas.openxmlformats.org/officeDocument/2006/relationships/customXml" Target="../ink/ink78.xml"/><Relationship Id="rId3" Type="http://schemas.openxmlformats.org/officeDocument/2006/relationships/image" Target="../media/image26.png"/><Relationship Id="rId21" Type="http://schemas.openxmlformats.org/officeDocument/2006/relationships/image" Target="../media/image35.png"/><Relationship Id="rId7" Type="http://schemas.openxmlformats.org/officeDocument/2006/relationships/image" Target="../media/image28.png"/><Relationship Id="rId12" Type="http://schemas.openxmlformats.org/officeDocument/2006/relationships/customXml" Target="../ink/ink71.xml"/><Relationship Id="rId17" Type="http://schemas.openxmlformats.org/officeDocument/2006/relationships/image" Target="../media/image33.png"/><Relationship Id="rId25" Type="http://schemas.openxmlformats.org/officeDocument/2006/relationships/image" Target="../media/image37.png"/><Relationship Id="rId2" Type="http://schemas.openxmlformats.org/officeDocument/2006/relationships/customXml" Target="../ink/ink66.xml"/><Relationship Id="rId16" Type="http://schemas.openxmlformats.org/officeDocument/2006/relationships/customXml" Target="../ink/ink73.xml"/><Relationship Id="rId20" Type="http://schemas.openxmlformats.org/officeDocument/2006/relationships/customXml" Target="../ink/ink75.xml"/><Relationship Id="rId29"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customXml" Target="../ink/ink68.xml"/><Relationship Id="rId11" Type="http://schemas.openxmlformats.org/officeDocument/2006/relationships/image" Target="../media/image30.png"/><Relationship Id="rId24" Type="http://schemas.openxmlformats.org/officeDocument/2006/relationships/customXml" Target="../ink/ink77.xml"/><Relationship Id="rId32" Type="http://schemas.openxmlformats.org/officeDocument/2006/relationships/image" Target="../media/image1.gif"/><Relationship Id="rId5" Type="http://schemas.openxmlformats.org/officeDocument/2006/relationships/image" Target="../media/image27.png"/><Relationship Id="rId15" Type="http://schemas.openxmlformats.org/officeDocument/2006/relationships/image" Target="../media/image32.png"/><Relationship Id="rId23" Type="http://schemas.openxmlformats.org/officeDocument/2006/relationships/image" Target="../media/image36.png"/><Relationship Id="rId28" Type="http://schemas.openxmlformats.org/officeDocument/2006/relationships/customXml" Target="../ink/ink79.xml"/><Relationship Id="rId10" Type="http://schemas.openxmlformats.org/officeDocument/2006/relationships/customXml" Target="../ink/ink70.xml"/><Relationship Id="rId19" Type="http://schemas.openxmlformats.org/officeDocument/2006/relationships/image" Target="../media/image34.png"/><Relationship Id="rId31" Type="http://schemas.openxmlformats.org/officeDocument/2006/relationships/image" Target="../media/image40.png"/><Relationship Id="rId4" Type="http://schemas.openxmlformats.org/officeDocument/2006/relationships/customXml" Target="../ink/ink67.xml"/><Relationship Id="rId9" Type="http://schemas.openxmlformats.org/officeDocument/2006/relationships/image" Target="../media/image29.png"/><Relationship Id="rId14" Type="http://schemas.openxmlformats.org/officeDocument/2006/relationships/customXml" Target="../ink/ink72.xml"/><Relationship Id="rId22" Type="http://schemas.openxmlformats.org/officeDocument/2006/relationships/customXml" Target="../ink/ink76.xml"/><Relationship Id="rId27" Type="http://schemas.openxmlformats.org/officeDocument/2006/relationships/image" Target="../media/image38.png"/><Relationship Id="rId30" Type="http://schemas.openxmlformats.org/officeDocument/2006/relationships/customXml" Target="../ink/ink8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customXml" Target="../ink/ink82.xml"/><Relationship Id="rId5" Type="http://schemas.openxmlformats.org/officeDocument/2006/relationships/image" Target="../media/image45.png"/><Relationship Id="rId4" Type="http://schemas.openxmlformats.org/officeDocument/2006/relationships/customXml" Target="../ink/ink8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4D2D7-B437-C771-5D23-C31DF2D59A42}"/>
              </a:ext>
            </a:extLst>
          </p:cNvPr>
          <p:cNvSpPr>
            <a:spLocks noGrp="1"/>
          </p:cNvSpPr>
          <p:nvPr>
            <p:ph type="ctrTitle"/>
          </p:nvPr>
        </p:nvSpPr>
        <p:spPr/>
        <p:txBody>
          <a:bodyPr/>
          <a:lstStyle/>
          <a:p>
            <a:r>
              <a:rPr lang="en-US" sz="8800" dirty="0"/>
              <a:t>Dictionary-Based Techniques</a:t>
            </a:r>
          </a:p>
        </p:txBody>
      </p:sp>
      <p:sp>
        <p:nvSpPr>
          <p:cNvPr id="3" name="Subtitle 2">
            <a:extLst>
              <a:ext uri="{FF2B5EF4-FFF2-40B4-BE49-F238E27FC236}">
                <a16:creationId xmlns:a16="http://schemas.microsoft.com/office/drawing/2014/main" id="{12434B93-C2BF-D5AA-A80F-6C8ACD9CC743}"/>
              </a:ext>
            </a:extLst>
          </p:cNvPr>
          <p:cNvSpPr>
            <a:spLocks noGrp="1"/>
          </p:cNvSpPr>
          <p:nvPr>
            <p:ph type="subTitle" idx="1"/>
          </p:nvPr>
        </p:nvSpPr>
        <p:spPr/>
        <p:txBody>
          <a:bodyPr/>
          <a:lstStyle/>
          <a:p>
            <a:r>
              <a:rPr lang="en-US" dirty="0"/>
              <a:t>Prof. Sebastián Vallejo Vera</a:t>
            </a:r>
          </a:p>
        </p:txBody>
      </p:sp>
    </p:spTree>
    <p:extLst>
      <p:ext uri="{BB962C8B-B14F-4D97-AF65-F5344CB8AC3E}">
        <p14:creationId xmlns:p14="http://schemas.microsoft.com/office/powerpoint/2010/main" val="36339324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FC85D-B8CC-F04E-752B-9F3E8F16618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55485C5-C6FB-1AB9-E8D1-622F8205D232}"/>
              </a:ext>
            </a:extLst>
          </p:cNvPr>
          <p:cNvSpPr>
            <a:spLocks noGrp="1"/>
          </p:cNvSpPr>
          <p:nvPr>
            <p:ph idx="1"/>
          </p:nvPr>
        </p:nvSpPr>
        <p:spPr/>
        <p:txBody>
          <a:bodyPr/>
          <a:lstStyle/>
          <a:p>
            <a:endParaRPr lang="en-US" dirty="0"/>
          </a:p>
          <a:p>
            <a:r>
              <a:rPr lang="en-US" dirty="0"/>
              <a:t>In our previous session, we counted words. That was fairly straightforward but gave us a sense on how to approach a text. </a:t>
            </a:r>
          </a:p>
          <a:p>
            <a:r>
              <a:rPr lang="en-US" dirty="0"/>
              <a:t>In this session, rather than </a:t>
            </a:r>
            <a:r>
              <a:rPr lang="en-US" i="1" dirty="0"/>
              <a:t>counting words</a:t>
            </a:r>
            <a:r>
              <a:rPr lang="en-US" dirty="0"/>
              <a:t>, we will be </a:t>
            </a:r>
            <a:r>
              <a:rPr lang="en-US" i="1" dirty="0"/>
              <a:t>counting </a:t>
            </a:r>
            <a:r>
              <a:rPr lang="en-US" b="1" i="1" dirty="0"/>
              <a:t>specific</a:t>
            </a:r>
            <a:r>
              <a:rPr lang="en-US" i="1" dirty="0"/>
              <a:t> words</a:t>
            </a:r>
            <a:r>
              <a:rPr lang="en-US" dirty="0"/>
              <a:t>. </a:t>
            </a:r>
          </a:p>
          <a:p>
            <a:endParaRPr lang="en-US" dirty="0"/>
          </a:p>
          <a:p>
            <a:endParaRPr lang="en-US" dirty="0"/>
          </a:p>
        </p:txBody>
      </p:sp>
    </p:spTree>
    <p:extLst>
      <p:ext uri="{BB962C8B-B14F-4D97-AF65-F5344CB8AC3E}">
        <p14:creationId xmlns:p14="http://schemas.microsoft.com/office/powerpoint/2010/main" val="40511677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C856890-F31A-BA8D-D649-D8B18B53E4F4}"/>
              </a:ext>
            </a:extLst>
          </p:cNvPr>
          <p:cNvSpPr>
            <a:spLocks noGrp="1"/>
          </p:cNvSpPr>
          <p:nvPr>
            <p:ph type="title"/>
          </p:nvPr>
        </p:nvSpPr>
        <p:spPr/>
        <p:txBody>
          <a:bodyPr/>
          <a:lstStyle/>
          <a:p>
            <a:r>
              <a:rPr lang="en-US" dirty="0"/>
              <a:t>Dictionaries</a:t>
            </a:r>
          </a:p>
        </p:txBody>
      </p:sp>
      <p:sp>
        <p:nvSpPr>
          <p:cNvPr id="5" name="Text Placeholder 4">
            <a:extLst>
              <a:ext uri="{FF2B5EF4-FFF2-40B4-BE49-F238E27FC236}">
                <a16:creationId xmlns:a16="http://schemas.microsoft.com/office/drawing/2014/main" id="{7CFDB97E-FCAD-A28A-5856-047ECF97166C}"/>
              </a:ext>
            </a:extLst>
          </p:cNvPr>
          <p:cNvSpPr>
            <a:spLocks noGrp="1"/>
          </p:cNvSpPr>
          <p:nvPr>
            <p:ph type="body" idx="1"/>
          </p:nvPr>
        </p:nvSpPr>
        <p:spPr/>
        <p:txBody>
          <a:bodyPr/>
          <a:lstStyle/>
          <a:p>
            <a:r>
              <a:rPr lang="en-US" dirty="0"/>
              <a:t>(Not really dictionaries... More like thesauruses)</a:t>
            </a:r>
          </a:p>
        </p:txBody>
      </p:sp>
    </p:spTree>
    <p:extLst>
      <p:ext uri="{BB962C8B-B14F-4D97-AF65-F5344CB8AC3E}">
        <p14:creationId xmlns:p14="http://schemas.microsoft.com/office/powerpoint/2010/main" val="2962013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435FD20-4E2C-BA34-BB5E-74BA751E68AA}"/>
              </a:ext>
            </a:extLst>
          </p:cNvPr>
          <p:cNvSpPr>
            <a:spLocks noGrp="1"/>
          </p:cNvSpPr>
          <p:nvPr>
            <p:ph type="title"/>
          </p:nvPr>
        </p:nvSpPr>
        <p:spPr/>
        <p:txBody>
          <a:bodyPr/>
          <a:lstStyle/>
          <a:p>
            <a:endParaRPr lang="en-US"/>
          </a:p>
        </p:txBody>
      </p:sp>
      <p:sp>
        <p:nvSpPr>
          <p:cNvPr id="5" name="Content Placeholder 4">
            <a:extLst>
              <a:ext uri="{FF2B5EF4-FFF2-40B4-BE49-F238E27FC236}">
                <a16:creationId xmlns:a16="http://schemas.microsoft.com/office/drawing/2014/main" id="{3F659EF7-6291-207E-F3E2-A49F8DBE8A60}"/>
              </a:ext>
            </a:extLst>
          </p:cNvPr>
          <p:cNvSpPr>
            <a:spLocks noGrp="1"/>
          </p:cNvSpPr>
          <p:nvPr>
            <p:ph idx="1"/>
          </p:nvPr>
        </p:nvSpPr>
        <p:spPr/>
        <p:txBody>
          <a:bodyPr>
            <a:normAutofit/>
          </a:bodyPr>
          <a:lstStyle/>
          <a:p>
            <a:r>
              <a:rPr lang="en-US" dirty="0"/>
              <a:t>We start, as always, with an assumption: the occurrence of a specific token (or a series of tokens, or a combination of tokens) provides a </a:t>
            </a:r>
            <a:r>
              <a:rPr lang="en-US" i="1" dirty="0"/>
              <a:t>substantive</a:t>
            </a:r>
            <a:r>
              <a:rPr lang="en-US" dirty="0"/>
              <a:t> and </a:t>
            </a:r>
            <a:r>
              <a:rPr lang="en-US" i="1" dirty="0"/>
              <a:t>interpretable</a:t>
            </a:r>
            <a:r>
              <a:rPr lang="en-US" dirty="0"/>
              <a:t> characteristic of the text. </a:t>
            </a:r>
          </a:p>
          <a:p>
            <a:r>
              <a:rPr lang="en-US" dirty="0"/>
              <a:t>Let’s look at two approaches that use the occurrence of specific tokens: keywords and dictionaries. </a:t>
            </a:r>
          </a:p>
          <a:p>
            <a:endParaRPr lang="en-US" dirty="0"/>
          </a:p>
          <a:p>
            <a:r>
              <a:rPr lang="en-US" b="1" dirty="0"/>
              <a:t>Note</a:t>
            </a:r>
            <a:r>
              <a:rPr lang="en-US" dirty="0"/>
              <a:t>: I sort of made-up the name of </a:t>
            </a:r>
            <a:r>
              <a:rPr lang="en-US" i="1" dirty="0"/>
              <a:t>keywords</a:t>
            </a:r>
            <a:r>
              <a:rPr lang="en-US" dirty="0"/>
              <a:t> as an approach. Ultimately, you can think of a keyword as a dictionary with only one representation of that concept. </a:t>
            </a:r>
          </a:p>
        </p:txBody>
      </p:sp>
    </p:spTree>
    <p:extLst>
      <p:ext uri="{BB962C8B-B14F-4D97-AF65-F5344CB8AC3E}">
        <p14:creationId xmlns:p14="http://schemas.microsoft.com/office/powerpoint/2010/main" val="2092170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9941B-2EE7-F977-24EA-D8B3F657CC80}"/>
              </a:ext>
            </a:extLst>
          </p:cNvPr>
          <p:cNvSpPr>
            <a:spLocks noGrp="1"/>
          </p:cNvSpPr>
          <p:nvPr>
            <p:ph type="title"/>
          </p:nvPr>
        </p:nvSpPr>
        <p:spPr/>
        <p:txBody>
          <a:bodyPr/>
          <a:lstStyle/>
          <a:p>
            <a:r>
              <a:rPr lang="en-US" dirty="0"/>
              <a:t>Keywords</a:t>
            </a:r>
          </a:p>
        </p:txBody>
      </p:sp>
      <p:sp>
        <p:nvSpPr>
          <p:cNvPr id="3" name="Content Placeholder 2">
            <a:extLst>
              <a:ext uri="{FF2B5EF4-FFF2-40B4-BE49-F238E27FC236}">
                <a16:creationId xmlns:a16="http://schemas.microsoft.com/office/drawing/2014/main" id="{284AB9E7-F319-F6C2-D99D-1B9E203236B1}"/>
              </a:ext>
            </a:extLst>
          </p:cNvPr>
          <p:cNvSpPr>
            <a:spLocks noGrp="1"/>
          </p:cNvSpPr>
          <p:nvPr>
            <p:ph idx="1"/>
          </p:nvPr>
        </p:nvSpPr>
        <p:spPr/>
        <p:txBody>
          <a:bodyPr/>
          <a:lstStyle/>
          <a:p>
            <a:r>
              <a:rPr lang="en-US" dirty="0"/>
              <a:t>From the previous session, word-frequency analysis requires:</a:t>
            </a:r>
          </a:p>
          <a:p>
            <a:pPr marL="914400" lvl="1" indent="-457200">
              <a:buFont typeface="+mj-lt"/>
              <a:buAutoNum type="arabicPeriod"/>
            </a:pPr>
            <a:r>
              <a:rPr lang="en-US" dirty="0"/>
              <a:t>Determining the unit of analysis</a:t>
            </a:r>
          </a:p>
          <a:p>
            <a:pPr marL="914400" lvl="1" indent="-457200">
              <a:buFont typeface="+mj-lt"/>
              <a:buAutoNum type="arabicPeriod"/>
            </a:pPr>
            <a:r>
              <a:rPr lang="en-US" dirty="0"/>
              <a:t>Tokenization</a:t>
            </a:r>
          </a:p>
          <a:p>
            <a:pPr marL="914400" lvl="1" indent="-457200">
              <a:buFont typeface="+mj-lt"/>
              <a:buAutoNum type="arabicPeriod"/>
            </a:pPr>
            <a:r>
              <a:rPr lang="en-US" dirty="0"/>
              <a:t>Counting words over space and/or time</a:t>
            </a:r>
          </a:p>
          <a:p>
            <a:pPr marL="914400" lvl="1" indent="-457200">
              <a:buFont typeface="+mj-lt"/>
              <a:buAutoNum type="arabicPeriod"/>
            </a:pPr>
            <a:r>
              <a:rPr lang="en-US" dirty="0"/>
              <a:t>Denominating by totals</a:t>
            </a:r>
          </a:p>
        </p:txBody>
      </p:sp>
    </p:spTree>
    <p:extLst>
      <p:ext uri="{BB962C8B-B14F-4D97-AF65-F5344CB8AC3E}">
        <p14:creationId xmlns:p14="http://schemas.microsoft.com/office/powerpoint/2010/main" val="3452056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9941B-2EE7-F977-24EA-D8B3F657CC80}"/>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284AB9E7-F319-F6C2-D99D-1B9E203236B1}"/>
              </a:ext>
            </a:extLst>
          </p:cNvPr>
          <p:cNvSpPr>
            <a:spLocks noGrp="1"/>
          </p:cNvSpPr>
          <p:nvPr>
            <p:ph idx="1"/>
          </p:nvPr>
        </p:nvSpPr>
        <p:spPr/>
        <p:txBody>
          <a:bodyPr/>
          <a:lstStyle/>
          <a:p>
            <a:r>
              <a:rPr lang="en-US" dirty="0"/>
              <a:t>Keyword analysis requires:</a:t>
            </a:r>
          </a:p>
          <a:p>
            <a:pPr marL="914400" lvl="1" indent="-457200">
              <a:buFont typeface="+mj-lt"/>
              <a:buAutoNum type="arabicPeriod"/>
            </a:pPr>
            <a:r>
              <a:rPr lang="en-US" dirty="0"/>
              <a:t>Determining the unit of analysis</a:t>
            </a:r>
          </a:p>
          <a:p>
            <a:pPr marL="914400" lvl="1" indent="-457200">
              <a:buFont typeface="+mj-lt"/>
              <a:buAutoNum type="arabicPeriod"/>
            </a:pPr>
            <a:r>
              <a:rPr lang="en-US" dirty="0"/>
              <a:t>Tokenization</a:t>
            </a:r>
          </a:p>
          <a:p>
            <a:pPr marL="914400" lvl="1" indent="-457200">
              <a:buFont typeface="+mj-lt"/>
              <a:buAutoNum type="arabicPeriod"/>
            </a:pPr>
            <a:r>
              <a:rPr lang="en-US" dirty="0"/>
              <a:t>Counting </a:t>
            </a:r>
            <a:r>
              <a:rPr lang="en-US" dirty="0">
                <a:solidFill>
                  <a:schemeClr val="accent1"/>
                </a:solidFill>
              </a:rPr>
              <a:t>a specific word over</a:t>
            </a:r>
            <a:r>
              <a:rPr lang="en-US" dirty="0"/>
              <a:t> space and/or time</a:t>
            </a:r>
          </a:p>
          <a:p>
            <a:pPr marL="914400" lvl="1" indent="-457200">
              <a:buFont typeface="+mj-lt"/>
              <a:buAutoNum type="arabicPeriod"/>
            </a:pPr>
            <a:r>
              <a:rPr lang="en-US" dirty="0"/>
              <a:t>Denominating by totals</a:t>
            </a:r>
          </a:p>
        </p:txBody>
      </p:sp>
    </p:spTree>
    <p:extLst>
      <p:ext uri="{BB962C8B-B14F-4D97-AF65-F5344CB8AC3E}">
        <p14:creationId xmlns:p14="http://schemas.microsoft.com/office/powerpoint/2010/main" val="3817890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BCD43-86EF-1D3B-F019-EC267121D0B7}"/>
              </a:ext>
            </a:extLst>
          </p:cNvPr>
          <p:cNvSpPr>
            <a:spLocks noGrp="1"/>
          </p:cNvSpPr>
          <p:nvPr>
            <p:ph type="title"/>
          </p:nvPr>
        </p:nvSpPr>
        <p:spPr/>
        <p:txBody>
          <a:bodyPr/>
          <a:lstStyle/>
          <a:p>
            <a:r>
              <a:rPr lang="en-US" dirty="0"/>
              <a:t>Examples:</a:t>
            </a:r>
          </a:p>
        </p:txBody>
      </p:sp>
      <p:sp>
        <p:nvSpPr>
          <p:cNvPr id="3" name="Content Placeholder 2">
            <a:extLst>
              <a:ext uri="{FF2B5EF4-FFF2-40B4-BE49-F238E27FC236}">
                <a16:creationId xmlns:a16="http://schemas.microsoft.com/office/drawing/2014/main" id="{C411A3F2-BEE7-9688-966E-FB3E31869E10}"/>
              </a:ext>
            </a:extLst>
          </p:cNvPr>
          <p:cNvSpPr>
            <a:spLocks noGrp="1"/>
          </p:cNvSpPr>
          <p:nvPr>
            <p:ph idx="1"/>
          </p:nvPr>
        </p:nvSpPr>
        <p:spPr/>
        <p:txBody>
          <a:bodyPr/>
          <a:lstStyle/>
          <a:p>
            <a:r>
              <a:rPr lang="en-US" dirty="0"/>
              <a:t>Imagine a corpus of weekly class evaluations. Each document is an individual evaluation. We can count words over time:</a:t>
            </a:r>
          </a:p>
          <a:p>
            <a:pPr lvl="1"/>
            <a:r>
              <a:rPr lang="en-US" dirty="0"/>
              <a:t>Count all words for each time unit t (e.g., week)</a:t>
            </a:r>
          </a:p>
          <a:p>
            <a:pPr lvl="1"/>
            <a:r>
              <a:rPr lang="en-US" dirty="0"/>
              <a:t>Count all words denoting a word of interest (e.g., “amazing”)</a:t>
            </a:r>
          </a:p>
        </p:txBody>
      </p:sp>
      <p:cxnSp>
        <p:nvCxnSpPr>
          <p:cNvPr id="8" name="Straight Arrow Connector 7">
            <a:extLst>
              <a:ext uri="{FF2B5EF4-FFF2-40B4-BE49-F238E27FC236}">
                <a16:creationId xmlns:a16="http://schemas.microsoft.com/office/drawing/2014/main" id="{1F6F46F0-8950-A6C7-4062-8C38F21CF936}"/>
              </a:ext>
            </a:extLst>
          </p:cNvPr>
          <p:cNvCxnSpPr>
            <a:cxnSpLocks/>
          </p:cNvCxnSpPr>
          <p:nvPr/>
        </p:nvCxnSpPr>
        <p:spPr>
          <a:xfrm flipV="1">
            <a:off x="4664034" y="3888777"/>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6E0A68B-9099-F1E3-E78F-CC8EA992D2C3}"/>
              </a:ext>
            </a:extLst>
          </p:cNvPr>
          <p:cNvCxnSpPr>
            <a:cxnSpLocks/>
          </p:cNvCxnSpPr>
          <p:nvPr/>
        </p:nvCxnSpPr>
        <p:spPr>
          <a:xfrm>
            <a:off x="4535879" y="6488668"/>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1C391E7-BA6E-57D5-E5F5-DC7A2409C515}"/>
              </a:ext>
            </a:extLst>
          </p:cNvPr>
          <p:cNvSpPr txBox="1"/>
          <p:nvPr/>
        </p:nvSpPr>
        <p:spPr>
          <a:xfrm rot="16200000">
            <a:off x="3340263" y="5088915"/>
            <a:ext cx="2021900" cy="369332"/>
          </a:xfrm>
          <a:prstGeom prst="rect">
            <a:avLst/>
          </a:prstGeom>
          <a:noFill/>
        </p:spPr>
        <p:txBody>
          <a:bodyPr wrap="none" rtlCol="0">
            <a:spAutoFit/>
          </a:bodyPr>
          <a:lstStyle/>
          <a:p>
            <a:r>
              <a:rPr lang="en-US" dirty="0"/>
              <a:t>Amazing Frequency</a:t>
            </a:r>
          </a:p>
        </p:txBody>
      </p:sp>
      <p:sp>
        <p:nvSpPr>
          <p:cNvPr id="14" name="TextBox 13">
            <a:extLst>
              <a:ext uri="{FF2B5EF4-FFF2-40B4-BE49-F238E27FC236}">
                <a16:creationId xmlns:a16="http://schemas.microsoft.com/office/drawing/2014/main" id="{11C11E54-E3EB-F052-6382-9A2EB490D3F9}"/>
              </a:ext>
            </a:extLst>
          </p:cNvPr>
          <p:cNvSpPr txBox="1"/>
          <p:nvPr/>
        </p:nvSpPr>
        <p:spPr>
          <a:xfrm>
            <a:off x="5895636" y="6488668"/>
            <a:ext cx="716415" cy="369332"/>
          </a:xfrm>
          <a:prstGeom prst="rect">
            <a:avLst/>
          </a:prstGeom>
          <a:noFill/>
        </p:spPr>
        <p:txBody>
          <a:bodyPr wrap="none" rtlCol="0">
            <a:spAutoFit/>
          </a:bodyPr>
          <a:lstStyle/>
          <a:p>
            <a:r>
              <a:rPr lang="en-US" dirty="0"/>
              <a:t>Week</a:t>
            </a:r>
          </a:p>
        </p:txBody>
      </p:sp>
      <mc:AlternateContent xmlns:mc="http://schemas.openxmlformats.org/markup-compatibility/2006" xmlns:p14="http://schemas.microsoft.com/office/powerpoint/2010/main" xmlns:aink="http://schemas.microsoft.com/office/drawing/2016/ink">
        <mc:Choice Requires="p14 aink">
          <p:contentPart p14:bwMode="auto" r:id="rId2">
            <p14:nvContentPartPr>
              <p14:cNvPr id="15" name="Ink 14">
                <a:extLst>
                  <a:ext uri="{FF2B5EF4-FFF2-40B4-BE49-F238E27FC236}">
                    <a16:creationId xmlns:a16="http://schemas.microsoft.com/office/drawing/2014/main" id="{945CB5D7-6D14-9F7F-910D-E6B28BEC7BCB}"/>
                  </a:ext>
                </a:extLst>
              </p14:cNvPr>
              <p14:cNvContentPartPr/>
              <p14:nvPr/>
            </p14:nvContentPartPr>
            <p14:xfrm>
              <a:off x="4830060" y="6140755"/>
              <a:ext cx="42840" cy="47160"/>
            </p14:xfrm>
          </p:contentPart>
        </mc:Choice>
        <mc:Fallback xmlns="">
          <p:pic>
            <p:nvPicPr>
              <p:cNvPr id="15" name="Ink 14">
                <a:extLst>
                  <a:ext uri="{FF2B5EF4-FFF2-40B4-BE49-F238E27FC236}">
                    <a16:creationId xmlns:a16="http://schemas.microsoft.com/office/drawing/2014/main" id="{945CB5D7-6D14-9F7F-910D-E6B28BEC7BCB}"/>
                  </a:ext>
                </a:extLst>
              </p:cNvPr>
              <p:cNvPicPr/>
              <p:nvPr/>
            </p:nvPicPr>
            <p:blipFill>
              <a:blip r:embed="rId3"/>
              <a:stretch>
                <a:fillRect/>
              </a:stretch>
            </p:blipFill>
            <p:spPr>
              <a:xfrm>
                <a:off x="4821420" y="6131755"/>
                <a:ext cx="60480" cy="64800"/>
              </a:xfrm>
              <a:prstGeom prst="rect">
                <a:avLst/>
              </a:prstGeom>
            </p:spPr>
          </p:pic>
        </mc:Fallback>
      </mc:AlternateContent>
      <p:grpSp>
        <p:nvGrpSpPr>
          <p:cNvPr id="18" name="Group 17">
            <a:extLst>
              <a:ext uri="{FF2B5EF4-FFF2-40B4-BE49-F238E27FC236}">
                <a16:creationId xmlns:a16="http://schemas.microsoft.com/office/drawing/2014/main" id="{8C0C5D17-02EB-7C48-022A-64DD2788C8F5}"/>
              </a:ext>
            </a:extLst>
          </p:cNvPr>
          <p:cNvGrpSpPr/>
          <p:nvPr/>
        </p:nvGrpSpPr>
        <p:grpSpPr>
          <a:xfrm>
            <a:off x="4870380" y="4117915"/>
            <a:ext cx="2451240" cy="2063160"/>
            <a:chOff x="4435445" y="3849938"/>
            <a:chExt cx="2451240" cy="2063160"/>
          </a:xfrm>
        </p:grpSpPr>
        <mc:AlternateContent xmlns:mc="http://schemas.openxmlformats.org/markup-compatibility/2006" xmlns:p14="http://schemas.microsoft.com/office/powerpoint/2010/main" xmlns:aink="http://schemas.microsoft.com/office/drawing/2016/ink">
          <mc:Choice Requires="p14 aink">
            <p:contentPart p14:bwMode="auto" r:id="rId4">
              <p14:nvContentPartPr>
                <p14:cNvPr id="16" name="Ink 15">
                  <a:extLst>
                    <a:ext uri="{FF2B5EF4-FFF2-40B4-BE49-F238E27FC236}">
                      <a16:creationId xmlns:a16="http://schemas.microsoft.com/office/drawing/2014/main" id="{A46B1D59-35D0-7268-3E4A-F4A590CEE49B}"/>
                    </a:ext>
                  </a:extLst>
                </p14:cNvPr>
                <p14:cNvContentPartPr/>
                <p14:nvPr/>
              </p14:nvContentPartPr>
              <p14:xfrm>
                <a:off x="4435445" y="3849938"/>
                <a:ext cx="2451240" cy="2063160"/>
              </p14:xfrm>
            </p:contentPart>
          </mc:Choice>
          <mc:Fallback xmlns="">
            <p:pic>
              <p:nvPicPr>
                <p:cNvPr id="16" name="Ink 15">
                  <a:extLst>
                    <a:ext uri="{FF2B5EF4-FFF2-40B4-BE49-F238E27FC236}">
                      <a16:creationId xmlns:a16="http://schemas.microsoft.com/office/drawing/2014/main" id="{A46B1D59-35D0-7268-3E4A-F4A590CEE49B}"/>
                    </a:ext>
                  </a:extLst>
                </p:cNvPr>
                <p:cNvPicPr/>
                <p:nvPr/>
              </p:nvPicPr>
              <p:blipFill>
                <a:blip r:embed="rId5"/>
                <a:stretch>
                  <a:fillRect/>
                </a:stretch>
              </p:blipFill>
              <p:spPr>
                <a:xfrm>
                  <a:off x="4426445" y="3840938"/>
                  <a:ext cx="2468880" cy="20808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7" name="Ink 16">
                  <a:extLst>
                    <a:ext uri="{FF2B5EF4-FFF2-40B4-BE49-F238E27FC236}">
                      <a16:creationId xmlns:a16="http://schemas.microsoft.com/office/drawing/2014/main" id="{8ED2F0FE-2E32-0F67-CCFB-CE9D0A46BB28}"/>
                    </a:ext>
                  </a:extLst>
                </p14:cNvPr>
                <p14:cNvContentPartPr/>
                <p14:nvPr/>
              </p14:nvContentPartPr>
              <p14:xfrm>
                <a:off x="6623525" y="3977378"/>
                <a:ext cx="61920" cy="76320"/>
              </p14:xfrm>
            </p:contentPart>
          </mc:Choice>
          <mc:Fallback xmlns="">
            <p:pic>
              <p:nvPicPr>
                <p:cNvPr id="17" name="Ink 16">
                  <a:extLst>
                    <a:ext uri="{FF2B5EF4-FFF2-40B4-BE49-F238E27FC236}">
                      <a16:creationId xmlns:a16="http://schemas.microsoft.com/office/drawing/2014/main" id="{8ED2F0FE-2E32-0F67-CCFB-CE9D0A46BB28}"/>
                    </a:ext>
                  </a:extLst>
                </p:cNvPr>
                <p:cNvPicPr/>
                <p:nvPr/>
              </p:nvPicPr>
              <p:blipFill>
                <a:blip r:embed="rId7"/>
                <a:stretch>
                  <a:fillRect/>
                </a:stretch>
              </p:blipFill>
              <p:spPr>
                <a:xfrm>
                  <a:off x="6614525" y="3968378"/>
                  <a:ext cx="79560" cy="93960"/>
                </a:xfrm>
                <a:prstGeom prst="rect">
                  <a:avLst/>
                </a:prstGeom>
              </p:spPr>
            </p:pic>
          </mc:Fallback>
        </mc:AlternateContent>
      </p:grpSp>
      <p:grpSp>
        <p:nvGrpSpPr>
          <p:cNvPr id="25" name="Group 24">
            <a:extLst>
              <a:ext uri="{FF2B5EF4-FFF2-40B4-BE49-F238E27FC236}">
                <a16:creationId xmlns:a16="http://schemas.microsoft.com/office/drawing/2014/main" id="{3F9D5E47-7ACF-E2B0-954A-43F8AA36BB05}"/>
              </a:ext>
            </a:extLst>
          </p:cNvPr>
          <p:cNvGrpSpPr/>
          <p:nvPr/>
        </p:nvGrpSpPr>
        <p:grpSpPr>
          <a:xfrm>
            <a:off x="5256300" y="5451715"/>
            <a:ext cx="1047240" cy="686880"/>
            <a:chOff x="4821365" y="5183738"/>
            <a:chExt cx="1047240" cy="686880"/>
          </a:xfrm>
        </p:grpSpPr>
        <mc:AlternateContent xmlns:mc="http://schemas.openxmlformats.org/markup-compatibility/2006" xmlns:p14="http://schemas.microsoft.com/office/powerpoint/2010/main" xmlns:aink="http://schemas.microsoft.com/office/drawing/2016/ink">
          <mc:Choice Requires="p14 aink">
            <p:contentPart p14:bwMode="auto" r:id="rId8">
              <p14:nvContentPartPr>
                <p14:cNvPr id="19" name="Ink 18">
                  <a:extLst>
                    <a:ext uri="{FF2B5EF4-FFF2-40B4-BE49-F238E27FC236}">
                      <a16:creationId xmlns:a16="http://schemas.microsoft.com/office/drawing/2014/main" id="{FCAE7643-7A80-D38E-8F03-EF479C505284}"/>
                    </a:ext>
                  </a:extLst>
                </p14:cNvPr>
                <p14:cNvContentPartPr/>
                <p14:nvPr/>
              </p14:nvContentPartPr>
              <p14:xfrm>
                <a:off x="4821365" y="5829938"/>
                <a:ext cx="47520" cy="40680"/>
              </p14:xfrm>
            </p:contentPart>
          </mc:Choice>
          <mc:Fallback xmlns="">
            <p:pic>
              <p:nvPicPr>
                <p:cNvPr id="19" name="Ink 18">
                  <a:extLst>
                    <a:ext uri="{FF2B5EF4-FFF2-40B4-BE49-F238E27FC236}">
                      <a16:creationId xmlns:a16="http://schemas.microsoft.com/office/drawing/2014/main" id="{FCAE7643-7A80-D38E-8F03-EF479C505284}"/>
                    </a:ext>
                  </a:extLst>
                </p:cNvPr>
                <p:cNvPicPr/>
                <p:nvPr/>
              </p:nvPicPr>
              <p:blipFill>
                <a:blip r:embed="rId9"/>
                <a:stretch>
                  <a:fillRect/>
                </a:stretch>
              </p:blipFill>
              <p:spPr>
                <a:xfrm>
                  <a:off x="4812365" y="5820938"/>
                  <a:ext cx="65160" cy="583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0" name="Ink 19">
                  <a:extLst>
                    <a:ext uri="{FF2B5EF4-FFF2-40B4-BE49-F238E27FC236}">
                      <a16:creationId xmlns:a16="http://schemas.microsoft.com/office/drawing/2014/main" id="{7F3D1D63-3586-5C2D-F3B4-84F856E7EF3F}"/>
                    </a:ext>
                  </a:extLst>
                </p14:cNvPr>
                <p14:cNvContentPartPr/>
                <p14:nvPr/>
              </p14:nvContentPartPr>
              <p14:xfrm>
                <a:off x="5162285" y="5640218"/>
                <a:ext cx="33480" cy="69120"/>
              </p14:xfrm>
            </p:contentPart>
          </mc:Choice>
          <mc:Fallback xmlns="">
            <p:pic>
              <p:nvPicPr>
                <p:cNvPr id="20" name="Ink 19">
                  <a:extLst>
                    <a:ext uri="{FF2B5EF4-FFF2-40B4-BE49-F238E27FC236}">
                      <a16:creationId xmlns:a16="http://schemas.microsoft.com/office/drawing/2014/main" id="{7F3D1D63-3586-5C2D-F3B4-84F856E7EF3F}"/>
                    </a:ext>
                  </a:extLst>
                </p:cNvPr>
                <p:cNvPicPr/>
                <p:nvPr/>
              </p:nvPicPr>
              <p:blipFill>
                <a:blip r:embed="rId11"/>
                <a:stretch>
                  <a:fillRect/>
                </a:stretch>
              </p:blipFill>
              <p:spPr>
                <a:xfrm>
                  <a:off x="5153285" y="5631218"/>
                  <a:ext cx="51120" cy="867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2">
              <p14:nvContentPartPr>
                <p14:cNvPr id="22" name="Ink 21">
                  <a:extLst>
                    <a:ext uri="{FF2B5EF4-FFF2-40B4-BE49-F238E27FC236}">
                      <a16:creationId xmlns:a16="http://schemas.microsoft.com/office/drawing/2014/main" id="{403B0829-2096-23AD-BEFC-088078C934F5}"/>
                    </a:ext>
                  </a:extLst>
                </p14:cNvPr>
                <p14:cNvContentPartPr/>
                <p14:nvPr/>
              </p14:nvContentPartPr>
              <p14:xfrm>
                <a:off x="5515085" y="5405858"/>
                <a:ext cx="41760" cy="73800"/>
              </p14:xfrm>
            </p:contentPart>
          </mc:Choice>
          <mc:Fallback xmlns="">
            <p:pic>
              <p:nvPicPr>
                <p:cNvPr id="22" name="Ink 21">
                  <a:extLst>
                    <a:ext uri="{FF2B5EF4-FFF2-40B4-BE49-F238E27FC236}">
                      <a16:creationId xmlns:a16="http://schemas.microsoft.com/office/drawing/2014/main" id="{403B0829-2096-23AD-BEFC-088078C934F5}"/>
                    </a:ext>
                  </a:extLst>
                </p:cNvPr>
                <p:cNvPicPr/>
                <p:nvPr/>
              </p:nvPicPr>
              <p:blipFill>
                <a:blip r:embed="rId13"/>
                <a:stretch>
                  <a:fillRect/>
                </a:stretch>
              </p:blipFill>
              <p:spPr>
                <a:xfrm>
                  <a:off x="5506085" y="5396858"/>
                  <a:ext cx="59400" cy="914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4">
              <p14:nvContentPartPr>
                <p14:cNvPr id="24" name="Ink 23">
                  <a:extLst>
                    <a:ext uri="{FF2B5EF4-FFF2-40B4-BE49-F238E27FC236}">
                      <a16:creationId xmlns:a16="http://schemas.microsoft.com/office/drawing/2014/main" id="{07F1AC67-356D-2ACF-53F9-780FAFD4A888}"/>
                    </a:ext>
                  </a:extLst>
                </p14:cNvPr>
                <p14:cNvContentPartPr/>
                <p14:nvPr/>
              </p14:nvContentPartPr>
              <p14:xfrm>
                <a:off x="5821085" y="5183738"/>
                <a:ext cx="47520" cy="52200"/>
              </p14:xfrm>
            </p:contentPart>
          </mc:Choice>
          <mc:Fallback xmlns="">
            <p:pic>
              <p:nvPicPr>
                <p:cNvPr id="24" name="Ink 23">
                  <a:extLst>
                    <a:ext uri="{FF2B5EF4-FFF2-40B4-BE49-F238E27FC236}">
                      <a16:creationId xmlns:a16="http://schemas.microsoft.com/office/drawing/2014/main" id="{07F1AC67-356D-2ACF-53F9-780FAFD4A888}"/>
                    </a:ext>
                  </a:extLst>
                </p:cNvPr>
                <p:cNvPicPr/>
                <p:nvPr/>
              </p:nvPicPr>
              <p:blipFill>
                <a:blip r:embed="rId15"/>
                <a:stretch>
                  <a:fillRect/>
                </a:stretch>
              </p:blipFill>
              <p:spPr>
                <a:xfrm>
                  <a:off x="5812445" y="5175098"/>
                  <a:ext cx="65160" cy="6984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EA1B518A-8229-0100-5CA7-2CDC4EFEE350}"/>
                  </a:ext>
                </a:extLst>
              </p14:cNvPr>
              <p14:cNvContentPartPr/>
              <p14:nvPr/>
            </p14:nvContentPartPr>
            <p14:xfrm>
              <a:off x="6625020" y="5012875"/>
              <a:ext cx="30240" cy="41760"/>
            </p14:xfrm>
          </p:contentPart>
        </mc:Choice>
        <mc:Fallback xmlns="">
          <p:pic>
            <p:nvPicPr>
              <p:cNvPr id="26" name="Ink 25">
                <a:extLst>
                  <a:ext uri="{FF2B5EF4-FFF2-40B4-BE49-F238E27FC236}">
                    <a16:creationId xmlns:a16="http://schemas.microsoft.com/office/drawing/2014/main" id="{EA1B518A-8229-0100-5CA7-2CDC4EFEE350}"/>
                  </a:ext>
                </a:extLst>
              </p:cNvPr>
              <p:cNvPicPr/>
              <p:nvPr/>
            </p:nvPicPr>
            <p:blipFill>
              <a:blip r:embed="rId17"/>
              <a:stretch>
                <a:fillRect/>
              </a:stretch>
            </p:blipFill>
            <p:spPr>
              <a:xfrm>
                <a:off x="6616020" y="5003875"/>
                <a:ext cx="47880" cy="594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8">
            <p14:nvContentPartPr>
              <p14:cNvPr id="27" name="Ink 26">
                <a:extLst>
                  <a:ext uri="{FF2B5EF4-FFF2-40B4-BE49-F238E27FC236}">
                    <a16:creationId xmlns:a16="http://schemas.microsoft.com/office/drawing/2014/main" id="{DD694061-629D-AA08-B516-1D6298092554}"/>
                  </a:ext>
                </a:extLst>
              </p14:cNvPr>
              <p14:cNvContentPartPr/>
              <p14:nvPr/>
            </p14:nvContentPartPr>
            <p14:xfrm>
              <a:off x="6809700" y="4688155"/>
              <a:ext cx="24480" cy="37440"/>
            </p14:xfrm>
          </p:contentPart>
        </mc:Choice>
        <mc:Fallback xmlns="">
          <p:pic>
            <p:nvPicPr>
              <p:cNvPr id="27" name="Ink 26">
                <a:extLst>
                  <a:ext uri="{FF2B5EF4-FFF2-40B4-BE49-F238E27FC236}">
                    <a16:creationId xmlns:a16="http://schemas.microsoft.com/office/drawing/2014/main" id="{DD694061-629D-AA08-B516-1D6298092554}"/>
                  </a:ext>
                </a:extLst>
              </p:cNvPr>
              <p:cNvPicPr/>
              <p:nvPr/>
            </p:nvPicPr>
            <p:blipFill>
              <a:blip r:embed="rId19"/>
              <a:stretch>
                <a:fillRect/>
              </a:stretch>
            </p:blipFill>
            <p:spPr>
              <a:xfrm>
                <a:off x="6801060" y="4679515"/>
                <a:ext cx="42120" cy="55080"/>
              </a:xfrm>
              <a:prstGeom prst="rect">
                <a:avLst/>
              </a:prstGeom>
            </p:spPr>
          </p:pic>
        </mc:Fallback>
      </mc:AlternateContent>
    </p:spTree>
    <p:extLst>
      <p:ext uri="{BB962C8B-B14F-4D97-AF65-F5344CB8AC3E}">
        <p14:creationId xmlns:p14="http://schemas.microsoft.com/office/powerpoint/2010/main" val="32035542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Arrow Connector 3">
            <a:extLst>
              <a:ext uri="{FF2B5EF4-FFF2-40B4-BE49-F238E27FC236}">
                <a16:creationId xmlns:a16="http://schemas.microsoft.com/office/drawing/2014/main" id="{B433DF94-96A1-E26A-67CF-FFC2CA9D5F5B}"/>
              </a:ext>
            </a:extLst>
          </p:cNvPr>
          <p:cNvCxnSpPr>
            <a:cxnSpLocks/>
          </p:cNvCxnSpPr>
          <p:nvPr/>
        </p:nvCxnSpPr>
        <p:spPr>
          <a:xfrm flipV="1">
            <a:off x="2015986" y="2308835"/>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693ACC3-326E-32A1-724E-2278E4E03681}"/>
              </a:ext>
            </a:extLst>
          </p:cNvPr>
          <p:cNvCxnSpPr>
            <a:cxnSpLocks/>
          </p:cNvCxnSpPr>
          <p:nvPr/>
        </p:nvCxnSpPr>
        <p:spPr>
          <a:xfrm>
            <a:off x="1887831" y="4908726"/>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42BC450-B21C-22E9-3C87-C13113CE24ED}"/>
              </a:ext>
            </a:extLst>
          </p:cNvPr>
          <p:cNvSpPr txBox="1"/>
          <p:nvPr/>
        </p:nvSpPr>
        <p:spPr>
          <a:xfrm rot="16200000">
            <a:off x="1048660" y="3508973"/>
            <a:ext cx="1309013" cy="369332"/>
          </a:xfrm>
          <a:prstGeom prst="rect">
            <a:avLst/>
          </a:prstGeom>
          <a:noFill/>
        </p:spPr>
        <p:txBody>
          <a:bodyPr wrap="none" rtlCol="0">
            <a:spAutoFit/>
          </a:bodyPr>
          <a:lstStyle/>
          <a:p>
            <a:r>
              <a:rPr lang="en-US" dirty="0"/>
              <a:t>Total tokens</a:t>
            </a:r>
          </a:p>
        </p:txBody>
      </p:sp>
      <p:sp>
        <p:nvSpPr>
          <p:cNvPr id="7" name="TextBox 6">
            <a:extLst>
              <a:ext uri="{FF2B5EF4-FFF2-40B4-BE49-F238E27FC236}">
                <a16:creationId xmlns:a16="http://schemas.microsoft.com/office/drawing/2014/main" id="{180497DE-0BE1-F63F-5A80-69631F6B661B}"/>
              </a:ext>
            </a:extLst>
          </p:cNvPr>
          <p:cNvSpPr txBox="1"/>
          <p:nvPr/>
        </p:nvSpPr>
        <p:spPr>
          <a:xfrm>
            <a:off x="3247588" y="4908726"/>
            <a:ext cx="716415" cy="369332"/>
          </a:xfrm>
          <a:prstGeom prst="rect">
            <a:avLst/>
          </a:prstGeom>
          <a:noFill/>
        </p:spPr>
        <p:txBody>
          <a:bodyPr wrap="none" rtlCol="0">
            <a:spAutoFit/>
          </a:bodyPr>
          <a:lstStyle/>
          <a:p>
            <a:r>
              <a:rPr lang="en-US" dirty="0"/>
              <a:t>Week</a:t>
            </a:r>
          </a:p>
        </p:txBody>
      </p:sp>
      <mc:AlternateContent xmlns:mc="http://schemas.openxmlformats.org/markup-compatibility/2006" xmlns:p14="http://schemas.microsoft.com/office/powerpoint/2010/main" xmlns:aink="http://schemas.microsoft.com/office/drawing/2016/ink">
        <mc:Choice Requires="p14 aink">
          <p:contentPart p14:bwMode="auto" r:id="rId2">
            <p14:nvContentPartPr>
              <p14:cNvPr id="8" name="Ink 7">
                <a:extLst>
                  <a:ext uri="{FF2B5EF4-FFF2-40B4-BE49-F238E27FC236}">
                    <a16:creationId xmlns:a16="http://schemas.microsoft.com/office/drawing/2014/main" id="{A018D7B9-2C0B-F61A-F19F-82A88869424C}"/>
                  </a:ext>
                </a:extLst>
              </p14:cNvPr>
              <p14:cNvContentPartPr/>
              <p14:nvPr/>
            </p14:nvContentPartPr>
            <p14:xfrm>
              <a:off x="2182012" y="4560813"/>
              <a:ext cx="42840" cy="47160"/>
            </p14:xfrm>
          </p:contentPart>
        </mc:Choice>
        <mc:Fallback xmlns="">
          <p:pic>
            <p:nvPicPr>
              <p:cNvPr id="8" name="Ink 7">
                <a:extLst>
                  <a:ext uri="{FF2B5EF4-FFF2-40B4-BE49-F238E27FC236}">
                    <a16:creationId xmlns:a16="http://schemas.microsoft.com/office/drawing/2014/main" id="{A018D7B9-2C0B-F61A-F19F-82A88869424C}"/>
                  </a:ext>
                </a:extLst>
              </p:cNvPr>
              <p:cNvPicPr/>
              <p:nvPr/>
            </p:nvPicPr>
            <p:blipFill>
              <a:blip r:embed="rId3"/>
              <a:stretch>
                <a:fillRect/>
              </a:stretch>
            </p:blipFill>
            <p:spPr>
              <a:xfrm>
                <a:off x="2173372" y="4551813"/>
                <a:ext cx="60480" cy="64800"/>
              </a:xfrm>
              <a:prstGeom prst="rect">
                <a:avLst/>
              </a:prstGeom>
            </p:spPr>
          </p:pic>
        </mc:Fallback>
      </mc:AlternateContent>
      <p:grpSp>
        <p:nvGrpSpPr>
          <p:cNvPr id="9" name="Group 8">
            <a:extLst>
              <a:ext uri="{FF2B5EF4-FFF2-40B4-BE49-F238E27FC236}">
                <a16:creationId xmlns:a16="http://schemas.microsoft.com/office/drawing/2014/main" id="{346BD413-5B39-E53A-15B8-2F2C465765E9}"/>
              </a:ext>
            </a:extLst>
          </p:cNvPr>
          <p:cNvGrpSpPr/>
          <p:nvPr/>
        </p:nvGrpSpPr>
        <p:grpSpPr>
          <a:xfrm>
            <a:off x="2222332" y="2537973"/>
            <a:ext cx="2451240" cy="2063160"/>
            <a:chOff x="4435445" y="3849938"/>
            <a:chExt cx="2451240" cy="2063160"/>
          </a:xfrm>
        </p:grpSpPr>
        <mc:AlternateContent xmlns:mc="http://schemas.openxmlformats.org/markup-compatibility/2006" xmlns:p14="http://schemas.microsoft.com/office/powerpoint/2010/main" xmlns:aink="http://schemas.microsoft.com/office/drawing/2016/ink">
          <mc:Choice Requires="p14 aink">
            <p:contentPart p14:bwMode="auto" r:id="rId4">
              <p14:nvContentPartPr>
                <p14:cNvPr id="10" name="Ink 9">
                  <a:extLst>
                    <a:ext uri="{FF2B5EF4-FFF2-40B4-BE49-F238E27FC236}">
                      <a16:creationId xmlns:a16="http://schemas.microsoft.com/office/drawing/2014/main" id="{EF7FE282-7D40-1E4F-F3F6-C61E0DD4DE34}"/>
                    </a:ext>
                  </a:extLst>
                </p14:cNvPr>
                <p14:cNvContentPartPr/>
                <p14:nvPr/>
              </p14:nvContentPartPr>
              <p14:xfrm>
                <a:off x="4435445" y="3849938"/>
                <a:ext cx="2451240" cy="2063160"/>
              </p14:xfrm>
            </p:contentPart>
          </mc:Choice>
          <mc:Fallback xmlns="">
            <p:pic>
              <p:nvPicPr>
                <p:cNvPr id="10" name="Ink 9">
                  <a:extLst>
                    <a:ext uri="{FF2B5EF4-FFF2-40B4-BE49-F238E27FC236}">
                      <a16:creationId xmlns:a16="http://schemas.microsoft.com/office/drawing/2014/main" id="{EF7FE282-7D40-1E4F-F3F6-C61E0DD4DE34}"/>
                    </a:ext>
                  </a:extLst>
                </p:cNvPr>
                <p:cNvPicPr/>
                <p:nvPr/>
              </p:nvPicPr>
              <p:blipFill>
                <a:blip r:embed="rId5"/>
                <a:stretch>
                  <a:fillRect/>
                </a:stretch>
              </p:blipFill>
              <p:spPr>
                <a:xfrm>
                  <a:off x="4426445" y="3840938"/>
                  <a:ext cx="2468880" cy="20808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1" name="Ink 10">
                  <a:extLst>
                    <a:ext uri="{FF2B5EF4-FFF2-40B4-BE49-F238E27FC236}">
                      <a16:creationId xmlns:a16="http://schemas.microsoft.com/office/drawing/2014/main" id="{E471638D-24DE-E1F6-4D2F-DED4F1583006}"/>
                    </a:ext>
                  </a:extLst>
                </p14:cNvPr>
                <p14:cNvContentPartPr/>
                <p14:nvPr/>
              </p14:nvContentPartPr>
              <p14:xfrm>
                <a:off x="6623525" y="3977378"/>
                <a:ext cx="61920" cy="76320"/>
              </p14:xfrm>
            </p:contentPart>
          </mc:Choice>
          <mc:Fallback xmlns="">
            <p:pic>
              <p:nvPicPr>
                <p:cNvPr id="11" name="Ink 10">
                  <a:extLst>
                    <a:ext uri="{FF2B5EF4-FFF2-40B4-BE49-F238E27FC236}">
                      <a16:creationId xmlns:a16="http://schemas.microsoft.com/office/drawing/2014/main" id="{E471638D-24DE-E1F6-4D2F-DED4F1583006}"/>
                    </a:ext>
                  </a:extLst>
                </p:cNvPr>
                <p:cNvPicPr/>
                <p:nvPr/>
              </p:nvPicPr>
              <p:blipFill>
                <a:blip r:embed="rId7"/>
                <a:stretch>
                  <a:fillRect/>
                </a:stretch>
              </p:blipFill>
              <p:spPr>
                <a:xfrm>
                  <a:off x="6614525" y="3968378"/>
                  <a:ext cx="79560" cy="93960"/>
                </a:xfrm>
                <a:prstGeom prst="rect">
                  <a:avLst/>
                </a:prstGeom>
              </p:spPr>
            </p:pic>
          </mc:Fallback>
        </mc:AlternateContent>
      </p:grpSp>
      <p:grpSp>
        <p:nvGrpSpPr>
          <p:cNvPr id="12" name="Group 11">
            <a:extLst>
              <a:ext uri="{FF2B5EF4-FFF2-40B4-BE49-F238E27FC236}">
                <a16:creationId xmlns:a16="http://schemas.microsoft.com/office/drawing/2014/main" id="{172F9D37-6AC9-4461-B910-8335914A75F8}"/>
              </a:ext>
            </a:extLst>
          </p:cNvPr>
          <p:cNvGrpSpPr/>
          <p:nvPr/>
        </p:nvGrpSpPr>
        <p:grpSpPr>
          <a:xfrm>
            <a:off x="2608252" y="3871773"/>
            <a:ext cx="1047240" cy="686880"/>
            <a:chOff x="4821365" y="5183738"/>
            <a:chExt cx="1047240" cy="686880"/>
          </a:xfrm>
        </p:grpSpPr>
        <mc:AlternateContent xmlns:mc="http://schemas.openxmlformats.org/markup-compatibility/2006" xmlns:p14="http://schemas.microsoft.com/office/powerpoint/2010/main" xmlns:aink="http://schemas.microsoft.com/office/drawing/2016/ink">
          <mc:Choice Requires="p14 aink">
            <p:contentPart p14:bwMode="auto" r:id="rId8">
              <p14:nvContentPartPr>
                <p14:cNvPr id="13" name="Ink 12">
                  <a:extLst>
                    <a:ext uri="{FF2B5EF4-FFF2-40B4-BE49-F238E27FC236}">
                      <a16:creationId xmlns:a16="http://schemas.microsoft.com/office/drawing/2014/main" id="{BAF90912-53C4-0AA8-E3E3-45FFB0B2FDC5}"/>
                    </a:ext>
                  </a:extLst>
                </p14:cNvPr>
                <p14:cNvContentPartPr/>
                <p14:nvPr/>
              </p14:nvContentPartPr>
              <p14:xfrm>
                <a:off x="4821365" y="5829938"/>
                <a:ext cx="47520" cy="40680"/>
              </p14:xfrm>
            </p:contentPart>
          </mc:Choice>
          <mc:Fallback xmlns="">
            <p:pic>
              <p:nvPicPr>
                <p:cNvPr id="13" name="Ink 12">
                  <a:extLst>
                    <a:ext uri="{FF2B5EF4-FFF2-40B4-BE49-F238E27FC236}">
                      <a16:creationId xmlns:a16="http://schemas.microsoft.com/office/drawing/2014/main" id="{BAF90912-53C4-0AA8-E3E3-45FFB0B2FDC5}"/>
                    </a:ext>
                  </a:extLst>
                </p:cNvPr>
                <p:cNvPicPr/>
                <p:nvPr/>
              </p:nvPicPr>
              <p:blipFill>
                <a:blip r:embed="rId9"/>
                <a:stretch>
                  <a:fillRect/>
                </a:stretch>
              </p:blipFill>
              <p:spPr>
                <a:xfrm>
                  <a:off x="4812365" y="5820938"/>
                  <a:ext cx="65160" cy="583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14" name="Ink 13">
                  <a:extLst>
                    <a:ext uri="{FF2B5EF4-FFF2-40B4-BE49-F238E27FC236}">
                      <a16:creationId xmlns:a16="http://schemas.microsoft.com/office/drawing/2014/main" id="{1FC87A30-1220-246C-6A41-17B1424894F6}"/>
                    </a:ext>
                  </a:extLst>
                </p14:cNvPr>
                <p14:cNvContentPartPr/>
                <p14:nvPr/>
              </p14:nvContentPartPr>
              <p14:xfrm>
                <a:off x="5162285" y="5640218"/>
                <a:ext cx="33480" cy="69120"/>
              </p14:xfrm>
            </p:contentPart>
          </mc:Choice>
          <mc:Fallback xmlns="">
            <p:pic>
              <p:nvPicPr>
                <p:cNvPr id="14" name="Ink 13">
                  <a:extLst>
                    <a:ext uri="{FF2B5EF4-FFF2-40B4-BE49-F238E27FC236}">
                      <a16:creationId xmlns:a16="http://schemas.microsoft.com/office/drawing/2014/main" id="{1FC87A30-1220-246C-6A41-17B1424894F6}"/>
                    </a:ext>
                  </a:extLst>
                </p:cNvPr>
                <p:cNvPicPr/>
                <p:nvPr/>
              </p:nvPicPr>
              <p:blipFill>
                <a:blip r:embed="rId11"/>
                <a:stretch>
                  <a:fillRect/>
                </a:stretch>
              </p:blipFill>
              <p:spPr>
                <a:xfrm>
                  <a:off x="5153285" y="5631218"/>
                  <a:ext cx="51120" cy="867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2">
              <p14:nvContentPartPr>
                <p14:cNvPr id="15" name="Ink 14">
                  <a:extLst>
                    <a:ext uri="{FF2B5EF4-FFF2-40B4-BE49-F238E27FC236}">
                      <a16:creationId xmlns:a16="http://schemas.microsoft.com/office/drawing/2014/main" id="{B44FF8BF-11EB-F8E2-EF18-6EC4AD0217DC}"/>
                    </a:ext>
                  </a:extLst>
                </p14:cNvPr>
                <p14:cNvContentPartPr/>
                <p14:nvPr/>
              </p14:nvContentPartPr>
              <p14:xfrm>
                <a:off x="5515085" y="5405858"/>
                <a:ext cx="41760" cy="73800"/>
              </p14:xfrm>
            </p:contentPart>
          </mc:Choice>
          <mc:Fallback xmlns="">
            <p:pic>
              <p:nvPicPr>
                <p:cNvPr id="15" name="Ink 14">
                  <a:extLst>
                    <a:ext uri="{FF2B5EF4-FFF2-40B4-BE49-F238E27FC236}">
                      <a16:creationId xmlns:a16="http://schemas.microsoft.com/office/drawing/2014/main" id="{B44FF8BF-11EB-F8E2-EF18-6EC4AD0217DC}"/>
                    </a:ext>
                  </a:extLst>
                </p:cNvPr>
                <p:cNvPicPr/>
                <p:nvPr/>
              </p:nvPicPr>
              <p:blipFill>
                <a:blip r:embed="rId13"/>
                <a:stretch>
                  <a:fillRect/>
                </a:stretch>
              </p:blipFill>
              <p:spPr>
                <a:xfrm>
                  <a:off x="5506085" y="5396858"/>
                  <a:ext cx="59400" cy="914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4">
              <p14:nvContentPartPr>
                <p14:cNvPr id="16" name="Ink 15">
                  <a:extLst>
                    <a:ext uri="{FF2B5EF4-FFF2-40B4-BE49-F238E27FC236}">
                      <a16:creationId xmlns:a16="http://schemas.microsoft.com/office/drawing/2014/main" id="{DDA36A73-BF16-FEA3-43EA-DB69481D615C}"/>
                    </a:ext>
                  </a:extLst>
                </p14:cNvPr>
                <p14:cNvContentPartPr/>
                <p14:nvPr/>
              </p14:nvContentPartPr>
              <p14:xfrm>
                <a:off x="5821085" y="5183738"/>
                <a:ext cx="47520" cy="52200"/>
              </p14:xfrm>
            </p:contentPart>
          </mc:Choice>
          <mc:Fallback xmlns="">
            <p:pic>
              <p:nvPicPr>
                <p:cNvPr id="16" name="Ink 15">
                  <a:extLst>
                    <a:ext uri="{FF2B5EF4-FFF2-40B4-BE49-F238E27FC236}">
                      <a16:creationId xmlns:a16="http://schemas.microsoft.com/office/drawing/2014/main" id="{DDA36A73-BF16-FEA3-43EA-DB69481D615C}"/>
                    </a:ext>
                  </a:extLst>
                </p:cNvPr>
                <p:cNvPicPr/>
                <p:nvPr/>
              </p:nvPicPr>
              <p:blipFill>
                <a:blip r:embed="rId15"/>
                <a:stretch>
                  <a:fillRect/>
                </a:stretch>
              </p:blipFill>
              <p:spPr>
                <a:xfrm>
                  <a:off x="5812445" y="5175098"/>
                  <a:ext cx="65160" cy="6984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17" name="Ink 16">
                <a:extLst>
                  <a:ext uri="{FF2B5EF4-FFF2-40B4-BE49-F238E27FC236}">
                    <a16:creationId xmlns:a16="http://schemas.microsoft.com/office/drawing/2014/main" id="{927C721F-E9FB-6F4F-5F05-747415622435}"/>
                  </a:ext>
                </a:extLst>
              </p14:cNvPr>
              <p14:cNvContentPartPr/>
              <p14:nvPr/>
            </p14:nvContentPartPr>
            <p14:xfrm>
              <a:off x="3976972" y="3432933"/>
              <a:ext cx="30240" cy="41760"/>
            </p14:xfrm>
          </p:contentPart>
        </mc:Choice>
        <mc:Fallback xmlns="">
          <p:pic>
            <p:nvPicPr>
              <p:cNvPr id="17" name="Ink 16">
                <a:extLst>
                  <a:ext uri="{FF2B5EF4-FFF2-40B4-BE49-F238E27FC236}">
                    <a16:creationId xmlns:a16="http://schemas.microsoft.com/office/drawing/2014/main" id="{927C721F-E9FB-6F4F-5F05-747415622435}"/>
                  </a:ext>
                </a:extLst>
              </p:cNvPr>
              <p:cNvPicPr/>
              <p:nvPr/>
            </p:nvPicPr>
            <p:blipFill>
              <a:blip r:embed="rId17"/>
              <a:stretch>
                <a:fillRect/>
              </a:stretch>
            </p:blipFill>
            <p:spPr>
              <a:xfrm>
                <a:off x="3967972" y="3423933"/>
                <a:ext cx="47880" cy="594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8">
            <p14:nvContentPartPr>
              <p14:cNvPr id="18" name="Ink 17">
                <a:extLst>
                  <a:ext uri="{FF2B5EF4-FFF2-40B4-BE49-F238E27FC236}">
                    <a16:creationId xmlns:a16="http://schemas.microsoft.com/office/drawing/2014/main" id="{2C28DD8E-B8F9-0FB7-79E7-B6BC81750111}"/>
                  </a:ext>
                </a:extLst>
              </p14:cNvPr>
              <p14:cNvContentPartPr/>
              <p14:nvPr/>
            </p14:nvContentPartPr>
            <p14:xfrm>
              <a:off x="4161652" y="3108213"/>
              <a:ext cx="24480" cy="37440"/>
            </p14:xfrm>
          </p:contentPart>
        </mc:Choice>
        <mc:Fallback xmlns="">
          <p:pic>
            <p:nvPicPr>
              <p:cNvPr id="18" name="Ink 17">
                <a:extLst>
                  <a:ext uri="{FF2B5EF4-FFF2-40B4-BE49-F238E27FC236}">
                    <a16:creationId xmlns:a16="http://schemas.microsoft.com/office/drawing/2014/main" id="{2C28DD8E-B8F9-0FB7-79E7-B6BC81750111}"/>
                  </a:ext>
                </a:extLst>
              </p:cNvPr>
              <p:cNvPicPr/>
              <p:nvPr/>
            </p:nvPicPr>
            <p:blipFill>
              <a:blip r:embed="rId19"/>
              <a:stretch>
                <a:fillRect/>
              </a:stretch>
            </p:blipFill>
            <p:spPr>
              <a:xfrm>
                <a:off x="4153012" y="3099573"/>
                <a:ext cx="42120" cy="55080"/>
              </a:xfrm>
              <a:prstGeom prst="rect">
                <a:avLst/>
              </a:prstGeom>
            </p:spPr>
          </p:pic>
        </mc:Fallback>
      </mc:AlternateContent>
      <p:cxnSp>
        <p:nvCxnSpPr>
          <p:cNvPr id="19" name="Straight Arrow Connector 18">
            <a:extLst>
              <a:ext uri="{FF2B5EF4-FFF2-40B4-BE49-F238E27FC236}">
                <a16:creationId xmlns:a16="http://schemas.microsoft.com/office/drawing/2014/main" id="{69E5220C-1BCC-7F36-24CA-21D8E393CF79}"/>
              </a:ext>
            </a:extLst>
          </p:cNvPr>
          <p:cNvCxnSpPr>
            <a:cxnSpLocks/>
          </p:cNvCxnSpPr>
          <p:nvPr/>
        </p:nvCxnSpPr>
        <p:spPr>
          <a:xfrm flipV="1">
            <a:off x="6996395" y="2265948"/>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5CCF634-3F24-A8A4-3863-BA23192136B7}"/>
              </a:ext>
            </a:extLst>
          </p:cNvPr>
          <p:cNvCxnSpPr>
            <a:cxnSpLocks/>
          </p:cNvCxnSpPr>
          <p:nvPr/>
        </p:nvCxnSpPr>
        <p:spPr>
          <a:xfrm>
            <a:off x="6868240" y="4865839"/>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652980F-25C9-E175-BF74-E694246A83E5}"/>
              </a:ext>
            </a:extLst>
          </p:cNvPr>
          <p:cNvSpPr txBox="1"/>
          <p:nvPr/>
        </p:nvSpPr>
        <p:spPr>
          <a:xfrm>
            <a:off x="8227997" y="4865839"/>
            <a:ext cx="716415" cy="369332"/>
          </a:xfrm>
          <a:prstGeom prst="rect">
            <a:avLst/>
          </a:prstGeom>
          <a:noFill/>
        </p:spPr>
        <p:txBody>
          <a:bodyPr wrap="none" rtlCol="0">
            <a:spAutoFit/>
          </a:bodyPr>
          <a:lstStyle/>
          <a:p>
            <a:r>
              <a:rPr lang="en-US" dirty="0"/>
              <a:t>Week</a:t>
            </a:r>
          </a:p>
        </p:txBody>
      </p:sp>
      <p:sp>
        <p:nvSpPr>
          <p:cNvPr id="25" name="TextBox 24">
            <a:extLst>
              <a:ext uri="{FF2B5EF4-FFF2-40B4-BE49-F238E27FC236}">
                <a16:creationId xmlns:a16="http://schemas.microsoft.com/office/drawing/2014/main" id="{8438658B-0E0F-D6DF-07E2-FB33473BF452}"/>
              </a:ext>
            </a:extLst>
          </p:cNvPr>
          <p:cNvSpPr txBox="1"/>
          <p:nvPr/>
        </p:nvSpPr>
        <p:spPr>
          <a:xfrm rot="16200000">
            <a:off x="5787221" y="3497125"/>
            <a:ext cx="1812804" cy="369332"/>
          </a:xfrm>
          <a:prstGeom prst="rect">
            <a:avLst/>
          </a:prstGeom>
          <a:noFill/>
        </p:spPr>
        <p:txBody>
          <a:bodyPr wrap="none" rtlCol="0">
            <a:spAutoFit/>
          </a:bodyPr>
          <a:lstStyle/>
          <a:p>
            <a:r>
              <a:rPr lang="en-US" dirty="0"/>
              <a:t>Prop. Of Amazing</a:t>
            </a:r>
          </a:p>
        </p:txBody>
      </p:sp>
      <p:grpSp>
        <p:nvGrpSpPr>
          <p:cNvPr id="36" name="Group 35">
            <a:extLst>
              <a:ext uri="{FF2B5EF4-FFF2-40B4-BE49-F238E27FC236}">
                <a16:creationId xmlns:a16="http://schemas.microsoft.com/office/drawing/2014/main" id="{F4213804-45F9-108E-1E21-39459FB83FD2}"/>
              </a:ext>
            </a:extLst>
          </p:cNvPr>
          <p:cNvGrpSpPr/>
          <p:nvPr/>
        </p:nvGrpSpPr>
        <p:grpSpPr>
          <a:xfrm>
            <a:off x="7210336" y="3622283"/>
            <a:ext cx="2647080" cy="142920"/>
            <a:chOff x="7210336" y="3622283"/>
            <a:chExt cx="2647080" cy="142920"/>
          </a:xfrm>
        </p:grpSpPr>
        <mc:AlternateContent xmlns:mc="http://schemas.openxmlformats.org/markup-compatibility/2006" xmlns:p14="http://schemas.microsoft.com/office/powerpoint/2010/main" xmlns:aink="http://schemas.microsoft.com/office/drawing/2016/ink">
          <mc:Choice Requires="p14 aink">
            <p:contentPart p14:bwMode="auto" r:id="rId20">
              <p14:nvContentPartPr>
                <p14:cNvPr id="26" name="Ink 25">
                  <a:extLst>
                    <a:ext uri="{FF2B5EF4-FFF2-40B4-BE49-F238E27FC236}">
                      <a16:creationId xmlns:a16="http://schemas.microsoft.com/office/drawing/2014/main" id="{CE8178EA-38F5-C083-AE98-090BD0165988}"/>
                    </a:ext>
                  </a:extLst>
                </p14:cNvPr>
                <p14:cNvContentPartPr/>
                <p14:nvPr/>
              </p14:nvContentPartPr>
              <p14:xfrm>
                <a:off x="7210336" y="3622283"/>
                <a:ext cx="2647080" cy="142920"/>
              </p14:xfrm>
            </p:contentPart>
          </mc:Choice>
          <mc:Fallback xmlns="">
            <p:pic>
              <p:nvPicPr>
                <p:cNvPr id="26" name="Ink 25">
                  <a:extLst>
                    <a:ext uri="{FF2B5EF4-FFF2-40B4-BE49-F238E27FC236}">
                      <a16:creationId xmlns:a16="http://schemas.microsoft.com/office/drawing/2014/main" id="{CE8178EA-38F5-C083-AE98-090BD0165988}"/>
                    </a:ext>
                  </a:extLst>
                </p:cNvPr>
                <p:cNvPicPr/>
                <p:nvPr/>
              </p:nvPicPr>
              <p:blipFill>
                <a:blip r:embed="rId21"/>
                <a:stretch>
                  <a:fillRect/>
                </a:stretch>
              </p:blipFill>
              <p:spPr>
                <a:xfrm>
                  <a:off x="7201336" y="3613643"/>
                  <a:ext cx="2664720" cy="1605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2">
              <p14:nvContentPartPr>
                <p14:cNvPr id="27" name="Ink 26">
                  <a:extLst>
                    <a:ext uri="{FF2B5EF4-FFF2-40B4-BE49-F238E27FC236}">
                      <a16:creationId xmlns:a16="http://schemas.microsoft.com/office/drawing/2014/main" id="{385D6C31-65F0-F04A-5831-24935C0D3DEE}"/>
                    </a:ext>
                  </a:extLst>
                </p14:cNvPr>
                <p14:cNvContentPartPr/>
                <p14:nvPr/>
              </p14:nvContentPartPr>
              <p14:xfrm>
                <a:off x="7315096" y="3695363"/>
                <a:ext cx="54000" cy="41040"/>
              </p14:xfrm>
            </p:contentPart>
          </mc:Choice>
          <mc:Fallback xmlns="">
            <p:pic>
              <p:nvPicPr>
                <p:cNvPr id="27" name="Ink 26">
                  <a:extLst>
                    <a:ext uri="{FF2B5EF4-FFF2-40B4-BE49-F238E27FC236}">
                      <a16:creationId xmlns:a16="http://schemas.microsoft.com/office/drawing/2014/main" id="{385D6C31-65F0-F04A-5831-24935C0D3DEE}"/>
                    </a:ext>
                  </a:extLst>
                </p:cNvPr>
                <p:cNvPicPr/>
                <p:nvPr/>
              </p:nvPicPr>
              <p:blipFill>
                <a:blip r:embed="rId23"/>
                <a:stretch>
                  <a:fillRect/>
                </a:stretch>
              </p:blipFill>
              <p:spPr>
                <a:xfrm>
                  <a:off x="7306096" y="3686723"/>
                  <a:ext cx="71640" cy="5868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4">
              <p14:nvContentPartPr>
                <p14:cNvPr id="29" name="Ink 28">
                  <a:extLst>
                    <a:ext uri="{FF2B5EF4-FFF2-40B4-BE49-F238E27FC236}">
                      <a16:creationId xmlns:a16="http://schemas.microsoft.com/office/drawing/2014/main" id="{010295A9-D29B-87D5-D2ED-0AE416F32BBD}"/>
                    </a:ext>
                  </a:extLst>
                </p14:cNvPr>
                <p14:cNvContentPartPr/>
                <p14:nvPr/>
              </p14:nvContentPartPr>
              <p14:xfrm>
                <a:off x="7644856" y="3722003"/>
                <a:ext cx="86040" cy="3600"/>
              </p14:xfrm>
            </p:contentPart>
          </mc:Choice>
          <mc:Fallback xmlns="">
            <p:pic>
              <p:nvPicPr>
                <p:cNvPr id="29" name="Ink 28">
                  <a:extLst>
                    <a:ext uri="{FF2B5EF4-FFF2-40B4-BE49-F238E27FC236}">
                      <a16:creationId xmlns:a16="http://schemas.microsoft.com/office/drawing/2014/main" id="{010295A9-D29B-87D5-D2ED-0AE416F32BBD}"/>
                    </a:ext>
                  </a:extLst>
                </p:cNvPr>
                <p:cNvPicPr/>
                <p:nvPr/>
              </p:nvPicPr>
              <p:blipFill>
                <a:blip r:embed="rId25"/>
                <a:stretch>
                  <a:fillRect/>
                </a:stretch>
              </p:blipFill>
              <p:spPr>
                <a:xfrm>
                  <a:off x="7636216" y="3713363"/>
                  <a:ext cx="103680" cy="212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6">
              <p14:nvContentPartPr>
                <p14:cNvPr id="31" name="Ink 30">
                  <a:extLst>
                    <a:ext uri="{FF2B5EF4-FFF2-40B4-BE49-F238E27FC236}">
                      <a16:creationId xmlns:a16="http://schemas.microsoft.com/office/drawing/2014/main" id="{2F9B83D1-99FE-E0FB-4957-81E9C4613762}"/>
                    </a:ext>
                  </a:extLst>
                </p14:cNvPr>
                <p14:cNvContentPartPr/>
                <p14:nvPr/>
              </p14:nvContentPartPr>
              <p14:xfrm>
                <a:off x="8010256" y="3678803"/>
                <a:ext cx="62640" cy="36720"/>
              </p14:xfrm>
            </p:contentPart>
          </mc:Choice>
          <mc:Fallback xmlns="">
            <p:pic>
              <p:nvPicPr>
                <p:cNvPr id="31" name="Ink 30">
                  <a:extLst>
                    <a:ext uri="{FF2B5EF4-FFF2-40B4-BE49-F238E27FC236}">
                      <a16:creationId xmlns:a16="http://schemas.microsoft.com/office/drawing/2014/main" id="{2F9B83D1-99FE-E0FB-4957-81E9C4613762}"/>
                    </a:ext>
                  </a:extLst>
                </p:cNvPr>
                <p:cNvPicPr/>
                <p:nvPr/>
              </p:nvPicPr>
              <p:blipFill>
                <a:blip r:embed="rId27"/>
                <a:stretch>
                  <a:fillRect/>
                </a:stretch>
              </p:blipFill>
              <p:spPr>
                <a:xfrm>
                  <a:off x="8001256" y="3669803"/>
                  <a:ext cx="80280" cy="543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8">
              <p14:nvContentPartPr>
                <p14:cNvPr id="33" name="Ink 32">
                  <a:extLst>
                    <a:ext uri="{FF2B5EF4-FFF2-40B4-BE49-F238E27FC236}">
                      <a16:creationId xmlns:a16="http://schemas.microsoft.com/office/drawing/2014/main" id="{D8BB0FA6-CD0C-3B10-7A75-DE6F2CADA3CC}"/>
                    </a:ext>
                  </a:extLst>
                </p14:cNvPr>
                <p14:cNvContentPartPr/>
                <p14:nvPr/>
              </p14:nvContentPartPr>
              <p14:xfrm>
                <a:off x="8563936" y="3689243"/>
                <a:ext cx="36360" cy="43560"/>
              </p14:xfrm>
            </p:contentPart>
          </mc:Choice>
          <mc:Fallback xmlns="">
            <p:pic>
              <p:nvPicPr>
                <p:cNvPr id="33" name="Ink 32">
                  <a:extLst>
                    <a:ext uri="{FF2B5EF4-FFF2-40B4-BE49-F238E27FC236}">
                      <a16:creationId xmlns:a16="http://schemas.microsoft.com/office/drawing/2014/main" id="{D8BB0FA6-CD0C-3B10-7A75-DE6F2CADA3CC}"/>
                    </a:ext>
                  </a:extLst>
                </p:cNvPr>
                <p:cNvPicPr/>
                <p:nvPr/>
              </p:nvPicPr>
              <p:blipFill>
                <a:blip r:embed="rId29"/>
                <a:stretch>
                  <a:fillRect/>
                </a:stretch>
              </p:blipFill>
              <p:spPr>
                <a:xfrm>
                  <a:off x="8554936" y="3680603"/>
                  <a:ext cx="54000" cy="61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30">
              <p14:nvContentPartPr>
                <p14:cNvPr id="35" name="Ink 34">
                  <a:extLst>
                    <a:ext uri="{FF2B5EF4-FFF2-40B4-BE49-F238E27FC236}">
                      <a16:creationId xmlns:a16="http://schemas.microsoft.com/office/drawing/2014/main" id="{2542687B-EB08-1231-587C-1B94FB0470C0}"/>
                    </a:ext>
                  </a:extLst>
                </p14:cNvPr>
                <p14:cNvContentPartPr/>
                <p14:nvPr/>
              </p14:nvContentPartPr>
              <p14:xfrm>
                <a:off x="9047416" y="3625883"/>
                <a:ext cx="10440" cy="27360"/>
              </p14:xfrm>
            </p:contentPart>
          </mc:Choice>
          <mc:Fallback xmlns="">
            <p:pic>
              <p:nvPicPr>
                <p:cNvPr id="35" name="Ink 34">
                  <a:extLst>
                    <a:ext uri="{FF2B5EF4-FFF2-40B4-BE49-F238E27FC236}">
                      <a16:creationId xmlns:a16="http://schemas.microsoft.com/office/drawing/2014/main" id="{2542687B-EB08-1231-587C-1B94FB0470C0}"/>
                    </a:ext>
                  </a:extLst>
                </p:cNvPr>
                <p:cNvPicPr/>
                <p:nvPr/>
              </p:nvPicPr>
              <p:blipFill>
                <a:blip r:embed="rId31"/>
                <a:stretch>
                  <a:fillRect/>
                </a:stretch>
              </p:blipFill>
              <p:spPr>
                <a:xfrm>
                  <a:off x="9038776" y="3617243"/>
                  <a:ext cx="28080" cy="4500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32">
            <p14:nvContentPartPr>
              <p14:cNvPr id="37" name="Ink 36">
                <a:extLst>
                  <a:ext uri="{FF2B5EF4-FFF2-40B4-BE49-F238E27FC236}">
                    <a16:creationId xmlns:a16="http://schemas.microsoft.com/office/drawing/2014/main" id="{A58D75F2-6DED-FFAE-B9D9-7A892D68B2D1}"/>
                  </a:ext>
                </a:extLst>
              </p14:cNvPr>
              <p14:cNvContentPartPr/>
              <p14:nvPr/>
            </p14:nvContentPartPr>
            <p14:xfrm>
              <a:off x="9452416" y="3735323"/>
              <a:ext cx="35280" cy="3960"/>
            </p14:xfrm>
          </p:contentPart>
        </mc:Choice>
        <mc:Fallback xmlns="">
          <p:pic>
            <p:nvPicPr>
              <p:cNvPr id="37" name="Ink 36">
                <a:extLst>
                  <a:ext uri="{FF2B5EF4-FFF2-40B4-BE49-F238E27FC236}">
                    <a16:creationId xmlns:a16="http://schemas.microsoft.com/office/drawing/2014/main" id="{A58D75F2-6DED-FFAE-B9D9-7A892D68B2D1}"/>
                  </a:ext>
                </a:extLst>
              </p:cNvPr>
              <p:cNvPicPr/>
              <p:nvPr/>
            </p:nvPicPr>
            <p:blipFill>
              <a:blip r:embed="rId33"/>
              <a:stretch>
                <a:fillRect/>
              </a:stretch>
            </p:blipFill>
            <p:spPr>
              <a:xfrm>
                <a:off x="9443416" y="3726683"/>
                <a:ext cx="52920" cy="21600"/>
              </a:xfrm>
              <a:prstGeom prst="rect">
                <a:avLst/>
              </a:prstGeom>
            </p:spPr>
          </p:pic>
        </mc:Fallback>
      </mc:AlternateContent>
    </p:spTree>
    <p:extLst>
      <p:ext uri="{BB962C8B-B14F-4D97-AF65-F5344CB8AC3E}">
        <p14:creationId xmlns:p14="http://schemas.microsoft.com/office/powerpoint/2010/main" val="470256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E041E67D-16EB-1535-705D-3800D14A2926}"/>
              </a:ext>
            </a:extLst>
          </p:cNvPr>
          <p:cNvCxnSpPr>
            <a:cxnSpLocks/>
          </p:cNvCxnSpPr>
          <p:nvPr/>
        </p:nvCxnSpPr>
        <p:spPr>
          <a:xfrm flipV="1">
            <a:off x="2015986" y="2308835"/>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F0964B6B-AB91-A832-0B6A-A4AD0495A8C3}"/>
              </a:ext>
            </a:extLst>
          </p:cNvPr>
          <p:cNvCxnSpPr>
            <a:cxnSpLocks/>
          </p:cNvCxnSpPr>
          <p:nvPr/>
        </p:nvCxnSpPr>
        <p:spPr>
          <a:xfrm>
            <a:off x="1887831" y="4908726"/>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77063B13-A624-B381-1955-27EBC2A285A9}"/>
              </a:ext>
            </a:extLst>
          </p:cNvPr>
          <p:cNvSpPr txBox="1"/>
          <p:nvPr/>
        </p:nvSpPr>
        <p:spPr>
          <a:xfrm rot="16200000">
            <a:off x="1048660" y="3508973"/>
            <a:ext cx="1309013" cy="369332"/>
          </a:xfrm>
          <a:prstGeom prst="rect">
            <a:avLst/>
          </a:prstGeom>
          <a:noFill/>
        </p:spPr>
        <p:txBody>
          <a:bodyPr wrap="none" rtlCol="0">
            <a:spAutoFit/>
          </a:bodyPr>
          <a:lstStyle/>
          <a:p>
            <a:r>
              <a:rPr lang="en-US" dirty="0"/>
              <a:t>Total tokens</a:t>
            </a:r>
          </a:p>
        </p:txBody>
      </p:sp>
      <p:sp>
        <p:nvSpPr>
          <p:cNvPr id="5" name="TextBox 4">
            <a:extLst>
              <a:ext uri="{FF2B5EF4-FFF2-40B4-BE49-F238E27FC236}">
                <a16:creationId xmlns:a16="http://schemas.microsoft.com/office/drawing/2014/main" id="{4B66856C-F002-8DC7-B817-4629DB1A87DD}"/>
              </a:ext>
            </a:extLst>
          </p:cNvPr>
          <p:cNvSpPr txBox="1"/>
          <p:nvPr/>
        </p:nvSpPr>
        <p:spPr>
          <a:xfrm>
            <a:off x="3247588" y="4908726"/>
            <a:ext cx="716415" cy="369332"/>
          </a:xfrm>
          <a:prstGeom prst="rect">
            <a:avLst/>
          </a:prstGeom>
          <a:noFill/>
        </p:spPr>
        <p:txBody>
          <a:bodyPr wrap="none" rtlCol="0">
            <a:spAutoFit/>
          </a:bodyPr>
          <a:lstStyle/>
          <a:p>
            <a:r>
              <a:rPr lang="en-US" dirty="0"/>
              <a:t>Week</a:t>
            </a:r>
          </a:p>
        </p:txBody>
      </p:sp>
      <p:cxnSp>
        <p:nvCxnSpPr>
          <p:cNvPr id="17" name="Straight Arrow Connector 16">
            <a:extLst>
              <a:ext uri="{FF2B5EF4-FFF2-40B4-BE49-F238E27FC236}">
                <a16:creationId xmlns:a16="http://schemas.microsoft.com/office/drawing/2014/main" id="{FDC65FD2-BD70-A564-1FAE-0E19A1DBF9EF}"/>
              </a:ext>
            </a:extLst>
          </p:cNvPr>
          <p:cNvCxnSpPr>
            <a:cxnSpLocks/>
          </p:cNvCxnSpPr>
          <p:nvPr/>
        </p:nvCxnSpPr>
        <p:spPr>
          <a:xfrm flipV="1">
            <a:off x="6996395" y="2265948"/>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08890B5-818A-BEA8-72AD-E0C141B4CCC0}"/>
              </a:ext>
            </a:extLst>
          </p:cNvPr>
          <p:cNvCxnSpPr>
            <a:cxnSpLocks/>
          </p:cNvCxnSpPr>
          <p:nvPr/>
        </p:nvCxnSpPr>
        <p:spPr>
          <a:xfrm>
            <a:off x="6868240" y="4865839"/>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689FF51-151C-DA16-B02A-9B1F0AAB5456}"/>
              </a:ext>
            </a:extLst>
          </p:cNvPr>
          <p:cNvSpPr txBox="1"/>
          <p:nvPr/>
        </p:nvSpPr>
        <p:spPr>
          <a:xfrm>
            <a:off x="8227997" y="4865839"/>
            <a:ext cx="716415" cy="369332"/>
          </a:xfrm>
          <a:prstGeom prst="rect">
            <a:avLst/>
          </a:prstGeom>
          <a:noFill/>
        </p:spPr>
        <p:txBody>
          <a:bodyPr wrap="none" rtlCol="0">
            <a:spAutoFit/>
          </a:bodyPr>
          <a:lstStyle/>
          <a:p>
            <a:r>
              <a:rPr lang="en-US" dirty="0"/>
              <a:t>Week</a:t>
            </a:r>
          </a:p>
        </p:txBody>
      </p:sp>
      <p:sp>
        <p:nvSpPr>
          <p:cNvPr id="20" name="TextBox 19">
            <a:extLst>
              <a:ext uri="{FF2B5EF4-FFF2-40B4-BE49-F238E27FC236}">
                <a16:creationId xmlns:a16="http://schemas.microsoft.com/office/drawing/2014/main" id="{7048BC85-DD23-60EF-EBDC-52AF97E98795}"/>
              </a:ext>
            </a:extLst>
          </p:cNvPr>
          <p:cNvSpPr txBox="1"/>
          <p:nvPr/>
        </p:nvSpPr>
        <p:spPr>
          <a:xfrm rot="16200000">
            <a:off x="5787221" y="3497125"/>
            <a:ext cx="1812804" cy="369332"/>
          </a:xfrm>
          <a:prstGeom prst="rect">
            <a:avLst/>
          </a:prstGeom>
          <a:noFill/>
        </p:spPr>
        <p:txBody>
          <a:bodyPr wrap="none" rtlCol="0">
            <a:spAutoFit/>
          </a:bodyPr>
          <a:lstStyle/>
          <a:p>
            <a:r>
              <a:rPr lang="en-US" dirty="0"/>
              <a:t>Prop. Of Amazing</a:t>
            </a:r>
          </a:p>
        </p:txBody>
      </p:sp>
      <p:grpSp>
        <p:nvGrpSpPr>
          <p:cNvPr id="33" name="Group 32">
            <a:extLst>
              <a:ext uri="{FF2B5EF4-FFF2-40B4-BE49-F238E27FC236}">
                <a16:creationId xmlns:a16="http://schemas.microsoft.com/office/drawing/2014/main" id="{0D347E94-8B52-159C-22B9-EFA19A84ED1D}"/>
              </a:ext>
            </a:extLst>
          </p:cNvPr>
          <p:cNvGrpSpPr/>
          <p:nvPr/>
        </p:nvGrpSpPr>
        <p:grpSpPr>
          <a:xfrm>
            <a:off x="2155576" y="1459403"/>
            <a:ext cx="2686680" cy="3079800"/>
            <a:chOff x="2155576" y="1459403"/>
            <a:chExt cx="2686680" cy="3079800"/>
          </a:xfrm>
        </p:grpSpPr>
        <mc:AlternateContent xmlns:mc="http://schemas.openxmlformats.org/markup-compatibility/2006" xmlns:p14="http://schemas.microsoft.com/office/powerpoint/2010/main" xmlns:aink="http://schemas.microsoft.com/office/drawing/2016/ink">
          <mc:Choice Requires="p14 aink">
            <p:contentPart p14:bwMode="auto" r:id="rId2">
              <p14:nvContentPartPr>
                <p14:cNvPr id="29" name="Ink 28">
                  <a:extLst>
                    <a:ext uri="{FF2B5EF4-FFF2-40B4-BE49-F238E27FC236}">
                      <a16:creationId xmlns:a16="http://schemas.microsoft.com/office/drawing/2014/main" id="{2EB2C10E-09AE-D5F1-F65F-6611DC4BF102}"/>
                    </a:ext>
                  </a:extLst>
                </p14:cNvPr>
                <p14:cNvContentPartPr/>
                <p14:nvPr/>
              </p14:nvContentPartPr>
              <p14:xfrm>
                <a:off x="2155576" y="1459403"/>
                <a:ext cx="2686680" cy="3079800"/>
              </p14:xfrm>
            </p:contentPart>
          </mc:Choice>
          <mc:Fallback xmlns="">
            <p:pic>
              <p:nvPicPr>
                <p:cNvPr id="29" name="Ink 28">
                  <a:extLst>
                    <a:ext uri="{FF2B5EF4-FFF2-40B4-BE49-F238E27FC236}">
                      <a16:creationId xmlns:a16="http://schemas.microsoft.com/office/drawing/2014/main" id="{2EB2C10E-09AE-D5F1-F65F-6611DC4BF102}"/>
                    </a:ext>
                  </a:extLst>
                </p:cNvPr>
                <p:cNvPicPr/>
                <p:nvPr/>
              </p:nvPicPr>
              <p:blipFill>
                <a:blip r:embed="rId3"/>
                <a:stretch>
                  <a:fillRect/>
                </a:stretch>
              </p:blipFill>
              <p:spPr>
                <a:xfrm>
                  <a:off x="2146936" y="1450403"/>
                  <a:ext cx="2704320" cy="30974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4">
              <p14:nvContentPartPr>
                <p14:cNvPr id="30" name="Ink 29">
                  <a:extLst>
                    <a:ext uri="{FF2B5EF4-FFF2-40B4-BE49-F238E27FC236}">
                      <a16:creationId xmlns:a16="http://schemas.microsoft.com/office/drawing/2014/main" id="{7CBCB4CA-B6AF-17D5-292D-F3F013D67EC6}"/>
                    </a:ext>
                  </a:extLst>
                </p14:cNvPr>
                <p14:cNvContentPartPr/>
                <p14:nvPr/>
              </p14:nvContentPartPr>
              <p14:xfrm>
                <a:off x="2851816" y="4093883"/>
                <a:ext cx="57960" cy="360"/>
              </p14:xfrm>
            </p:contentPart>
          </mc:Choice>
          <mc:Fallback xmlns="">
            <p:pic>
              <p:nvPicPr>
                <p:cNvPr id="30" name="Ink 29">
                  <a:extLst>
                    <a:ext uri="{FF2B5EF4-FFF2-40B4-BE49-F238E27FC236}">
                      <a16:creationId xmlns:a16="http://schemas.microsoft.com/office/drawing/2014/main" id="{7CBCB4CA-B6AF-17D5-292D-F3F013D67EC6}"/>
                    </a:ext>
                  </a:extLst>
                </p:cNvPr>
                <p:cNvPicPr/>
                <p:nvPr/>
              </p:nvPicPr>
              <p:blipFill>
                <a:blip r:embed="rId5"/>
                <a:stretch>
                  <a:fillRect/>
                </a:stretch>
              </p:blipFill>
              <p:spPr>
                <a:xfrm>
                  <a:off x="2842816" y="4085243"/>
                  <a:ext cx="7560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32" name="Ink 31">
                  <a:extLst>
                    <a:ext uri="{FF2B5EF4-FFF2-40B4-BE49-F238E27FC236}">
                      <a16:creationId xmlns:a16="http://schemas.microsoft.com/office/drawing/2014/main" id="{9AC03862-4427-727D-26F5-7F2558E4DAC0}"/>
                    </a:ext>
                  </a:extLst>
                </p14:cNvPr>
                <p14:cNvContentPartPr/>
                <p14:nvPr/>
              </p14:nvContentPartPr>
              <p14:xfrm>
                <a:off x="3139816" y="3532283"/>
                <a:ext cx="3600" cy="109080"/>
              </p14:xfrm>
            </p:contentPart>
          </mc:Choice>
          <mc:Fallback xmlns="">
            <p:pic>
              <p:nvPicPr>
                <p:cNvPr id="32" name="Ink 31">
                  <a:extLst>
                    <a:ext uri="{FF2B5EF4-FFF2-40B4-BE49-F238E27FC236}">
                      <a16:creationId xmlns:a16="http://schemas.microsoft.com/office/drawing/2014/main" id="{9AC03862-4427-727D-26F5-7F2558E4DAC0}"/>
                    </a:ext>
                  </a:extLst>
                </p:cNvPr>
                <p:cNvPicPr/>
                <p:nvPr/>
              </p:nvPicPr>
              <p:blipFill>
                <a:blip r:embed="rId7"/>
                <a:stretch>
                  <a:fillRect/>
                </a:stretch>
              </p:blipFill>
              <p:spPr>
                <a:xfrm>
                  <a:off x="3131176" y="3523283"/>
                  <a:ext cx="21240" cy="12672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8">
            <p14:nvContentPartPr>
              <p14:cNvPr id="34" name="Ink 33">
                <a:extLst>
                  <a:ext uri="{FF2B5EF4-FFF2-40B4-BE49-F238E27FC236}">
                    <a16:creationId xmlns:a16="http://schemas.microsoft.com/office/drawing/2014/main" id="{278E6537-7BA1-4AF5-2B81-117536C69219}"/>
                  </a:ext>
                </a:extLst>
              </p14:cNvPr>
              <p14:cNvContentPartPr/>
              <p14:nvPr/>
            </p14:nvContentPartPr>
            <p14:xfrm>
              <a:off x="3304696" y="2994803"/>
              <a:ext cx="360" cy="360"/>
            </p14:xfrm>
          </p:contentPart>
        </mc:Choice>
        <mc:Fallback xmlns="">
          <p:pic>
            <p:nvPicPr>
              <p:cNvPr id="34" name="Ink 33">
                <a:extLst>
                  <a:ext uri="{FF2B5EF4-FFF2-40B4-BE49-F238E27FC236}">
                    <a16:creationId xmlns:a16="http://schemas.microsoft.com/office/drawing/2014/main" id="{278E6537-7BA1-4AF5-2B81-117536C69219}"/>
                  </a:ext>
                </a:extLst>
              </p:cNvPr>
              <p:cNvPicPr/>
              <p:nvPr/>
            </p:nvPicPr>
            <p:blipFill>
              <a:blip r:embed="rId9"/>
              <a:stretch>
                <a:fillRect/>
              </a:stretch>
            </p:blipFill>
            <p:spPr>
              <a:xfrm>
                <a:off x="3296056" y="2986163"/>
                <a:ext cx="1800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35" name="Ink 34">
                <a:extLst>
                  <a:ext uri="{FF2B5EF4-FFF2-40B4-BE49-F238E27FC236}">
                    <a16:creationId xmlns:a16="http://schemas.microsoft.com/office/drawing/2014/main" id="{BC045CBB-7721-E180-E763-47ED90A258F1}"/>
                  </a:ext>
                </a:extLst>
              </p14:cNvPr>
              <p14:cNvContentPartPr/>
              <p14:nvPr/>
            </p14:nvContentPartPr>
            <p14:xfrm>
              <a:off x="3621856" y="2381723"/>
              <a:ext cx="360" cy="360"/>
            </p14:xfrm>
          </p:contentPart>
        </mc:Choice>
        <mc:Fallback xmlns="">
          <p:pic>
            <p:nvPicPr>
              <p:cNvPr id="35" name="Ink 34">
                <a:extLst>
                  <a:ext uri="{FF2B5EF4-FFF2-40B4-BE49-F238E27FC236}">
                    <a16:creationId xmlns:a16="http://schemas.microsoft.com/office/drawing/2014/main" id="{BC045CBB-7721-E180-E763-47ED90A258F1}"/>
                  </a:ext>
                </a:extLst>
              </p:cNvPr>
              <p:cNvPicPr/>
              <p:nvPr/>
            </p:nvPicPr>
            <p:blipFill>
              <a:blip r:embed="rId11"/>
              <a:stretch>
                <a:fillRect/>
              </a:stretch>
            </p:blipFill>
            <p:spPr>
              <a:xfrm>
                <a:off x="3613216" y="2372723"/>
                <a:ext cx="1800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2">
            <p14:nvContentPartPr>
              <p14:cNvPr id="36" name="Ink 35">
                <a:extLst>
                  <a:ext uri="{FF2B5EF4-FFF2-40B4-BE49-F238E27FC236}">
                    <a16:creationId xmlns:a16="http://schemas.microsoft.com/office/drawing/2014/main" id="{BEEFBBF6-DB2F-4100-A376-18005251A996}"/>
                  </a:ext>
                </a:extLst>
              </p14:cNvPr>
              <p14:cNvContentPartPr/>
              <p14:nvPr/>
            </p14:nvContentPartPr>
            <p14:xfrm>
              <a:off x="3846496" y="1868723"/>
              <a:ext cx="360" cy="27720"/>
            </p14:xfrm>
          </p:contentPart>
        </mc:Choice>
        <mc:Fallback xmlns="">
          <p:pic>
            <p:nvPicPr>
              <p:cNvPr id="36" name="Ink 35">
                <a:extLst>
                  <a:ext uri="{FF2B5EF4-FFF2-40B4-BE49-F238E27FC236}">
                    <a16:creationId xmlns:a16="http://schemas.microsoft.com/office/drawing/2014/main" id="{BEEFBBF6-DB2F-4100-A376-18005251A996}"/>
                  </a:ext>
                </a:extLst>
              </p:cNvPr>
              <p:cNvPicPr/>
              <p:nvPr/>
            </p:nvPicPr>
            <p:blipFill>
              <a:blip r:embed="rId13"/>
              <a:stretch>
                <a:fillRect/>
              </a:stretch>
            </p:blipFill>
            <p:spPr>
              <a:xfrm>
                <a:off x="3837496" y="1860083"/>
                <a:ext cx="18000" cy="453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4">
            <p14:nvContentPartPr>
              <p14:cNvPr id="37" name="Ink 36">
                <a:extLst>
                  <a:ext uri="{FF2B5EF4-FFF2-40B4-BE49-F238E27FC236}">
                    <a16:creationId xmlns:a16="http://schemas.microsoft.com/office/drawing/2014/main" id="{8CB74D4E-7F2C-05F8-75E9-47931C6986EF}"/>
                  </a:ext>
                </a:extLst>
              </p14:cNvPr>
              <p14:cNvContentPartPr/>
              <p14:nvPr/>
            </p14:nvContentPartPr>
            <p14:xfrm>
              <a:off x="4092376" y="1725443"/>
              <a:ext cx="3600" cy="360"/>
            </p14:xfrm>
          </p:contentPart>
        </mc:Choice>
        <mc:Fallback xmlns="">
          <p:pic>
            <p:nvPicPr>
              <p:cNvPr id="37" name="Ink 36">
                <a:extLst>
                  <a:ext uri="{FF2B5EF4-FFF2-40B4-BE49-F238E27FC236}">
                    <a16:creationId xmlns:a16="http://schemas.microsoft.com/office/drawing/2014/main" id="{8CB74D4E-7F2C-05F8-75E9-47931C6986EF}"/>
                  </a:ext>
                </a:extLst>
              </p:cNvPr>
              <p:cNvPicPr/>
              <p:nvPr/>
            </p:nvPicPr>
            <p:blipFill>
              <a:blip r:embed="rId15"/>
              <a:stretch>
                <a:fillRect/>
              </a:stretch>
            </p:blipFill>
            <p:spPr>
              <a:xfrm>
                <a:off x="4083736" y="1716443"/>
                <a:ext cx="2124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40" name="Ink 39">
                <a:extLst>
                  <a:ext uri="{FF2B5EF4-FFF2-40B4-BE49-F238E27FC236}">
                    <a16:creationId xmlns:a16="http://schemas.microsoft.com/office/drawing/2014/main" id="{C1C628D3-47BC-6FBB-2A23-70F833FAE5EB}"/>
                  </a:ext>
                </a:extLst>
              </p14:cNvPr>
              <p14:cNvContentPartPr/>
              <p14:nvPr/>
            </p14:nvContentPartPr>
            <p14:xfrm>
              <a:off x="4599616" y="1476323"/>
              <a:ext cx="360" cy="360"/>
            </p14:xfrm>
          </p:contentPart>
        </mc:Choice>
        <mc:Fallback xmlns="">
          <p:pic>
            <p:nvPicPr>
              <p:cNvPr id="40" name="Ink 39">
                <a:extLst>
                  <a:ext uri="{FF2B5EF4-FFF2-40B4-BE49-F238E27FC236}">
                    <a16:creationId xmlns:a16="http://schemas.microsoft.com/office/drawing/2014/main" id="{C1C628D3-47BC-6FBB-2A23-70F833FAE5EB}"/>
                  </a:ext>
                </a:extLst>
              </p:cNvPr>
              <p:cNvPicPr/>
              <p:nvPr/>
            </p:nvPicPr>
            <p:blipFill>
              <a:blip r:embed="rId17"/>
              <a:stretch>
                <a:fillRect/>
              </a:stretch>
            </p:blipFill>
            <p:spPr>
              <a:xfrm>
                <a:off x="4590616" y="1467323"/>
                <a:ext cx="18000" cy="18000"/>
              </a:xfrm>
              <a:prstGeom prst="rect">
                <a:avLst/>
              </a:prstGeom>
            </p:spPr>
          </p:pic>
        </mc:Fallback>
      </mc:AlternateContent>
      <p:grpSp>
        <p:nvGrpSpPr>
          <p:cNvPr id="49" name="Group 48">
            <a:extLst>
              <a:ext uri="{FF2B5EF4-FFF2-40B4-BE49-F238E27FC236}">
                <a16:creationId xmlns:a16="http://schemas.microsoft.com/office/drawing/2014/main" id="{4B3618B7-FC32-E580-56D7-AC898BE8EFC2}"/>
              </a:ext>
            </a:extLst>
          </p:cNvPr>
          <p:cNvGrpSpPr/>
          <p:nvPr/>
        </p:nvGrpSpPr>
        <p:grpSpPr>
          <a:xfrm>
            <a:off x="7392856" y="2581523"/>
            <a:ext cx="2499840" cy="2004840"/>
            <a:chOff x="7392856" y="2581523"/>
            <a:chExt cx="2499840" cy="2004840"/>
          </a:xfrm>
        </p:grpSpPr>
        <mc:AlternateContent xmlns:mc="http://schemas.openxmlformats.org/markup-compatibility/2006" xmlns:p14="http://schemas.microsoft.com/office/powerpoint/2010/main" xmlns:aink="http://schemas.microsoft.com/office/drawing/2016/ink">
          <mc:Choice Requires="p14 aink">
            <p:contentPart p14:bwMode="auto" r:id="rId18">
              <p14:nvContentPartPr>
                <p14:cNvPr id="41" name="Ink 40">
                  <a:extLst>
                    <a:ext uri="{FF2B5EF4-FFF2-40B4-BE49-F238E27FC236}">
                      <a16:creationId xmlns:a16="http://schemas.microsoft.com/office/drawing/2014/main" id="{3DB9AE09-8CBB-90B8-4C36-5C4F309343FF}"/>
                    </a:ext>
                  </a:extLst>
                </p14:cNvPr>
                <p14:cNvContentPartPr/>
                <p14:nvPr/>
              </p14:nvContentPartPr>
              <p14:xfrm>
                <a:off x="7392856" y="2581523"/>
                <a:ext cx="2499840" cy="2004840"/>
              </p14:xfrm>
            </p:contentPart>
          </mc:Choice>
          <mc:Fallback xmlns="">
            <p:pic>
              <p:nvPicPr>
                <p:cNvPr id="41" name="Ink 40">
                  <a:extLst>
                    <a:ext uri="{FF2B5EF4-FFF2-40B4-BE49-F238E27FC236}">
                      <a16:creationId xmlns:a16="http://schemas.microsoft.com/office/drawing/2014/main" id="{3DB9AE09-8CBB-90B8-4C36-5C4F309343FF}"/>
                    </a:ext>
                  </a:extLst>
                </p:cNvPr>
                <p:cNvPicPr/>
                <p:nvPr/>
              </p:nvPicPr>
              <p:blipFill>
                <a:blip r:embed="rId19"/>
                <a:stretch>
                  <a:fillRect/>
                </a:stretch>
              </p:blipFill>
              <p:spPr>
                <a:xfrm>
                  <a:off x="7384216" y="2572883"/>
                  <a:ext cx="2517480" cy="202248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0">
              <p14:nvContentPartPr>
                <p14:cNvPr id="42" name="Ink 41">
                  <a:extLst>
                    <a:ext uri="{FF2B5EF4-FFF2-40B4-BE49-F238E27FC236}">
                      <a16:creationId xmlns:a16="http://schemas.microsoft.com/office/drawing/2014/main" id="{290DB31D-5E3B-8703-7FC0-58CB516453AD}"/>
                    </a:ext>
                  </a:extLst>
                </p14:cNvPr>
                <p14:cNvContentPartPr/>
                <p14:nvPr/>
              </p14:nvContentPartPr>
              <p14:xfrm>
                <a:off x="7796416" y="2838563"/>
                <a:ext cx="34920" cy="70920"/>
              </p14:xfrm>
            </p:contentPart>
          </mc:Choice>
          <mc:Fallback xmlns="">
            <p:pic>
              <p:nvPicPr>
                <p:cNvPr id="42" name="Ink 41">
                  <a:extLst>
                    <a:ext uri="{FF2B5EF4-FFF2-40B4-BE49-F238E27FC236}">
                      <a16:creationId xmlns:a16="http://schemas.microsoft.com/office/drawing/2014/main" id="{290DB31D-5E3B-8703-7FC0-58CB516453AD}"/>
                    </a:ext>
                  </a:extLst>
                </p:cNvPr>
                <p:cNvPicPr/>
                <p:nvPr/>
              </p:nvPicPr>
              <p:blipFill>
                <a:blip r:embed="rId21"/>
                <a:stretch>
                  <a:fillRect/>
                </a:stretch>
              </p:blipFill>
              <p:spPr>
                <a:xfrm>
                  <a:off x="7787776" y="2829923"/>
                  <a:ext cx="52560" cy="885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2">
              <p14:nvContentPartPr>
                <p14:cNvPr id="44" name="Ink 43">
                  <a:extLst>
                    <a:ext uri="{FF2B5EF4-FFF2-40B4-BE49-F238E27FC236}">
                      <a16:creationId xmlns:a16="http://schemas.microsoft.com/office/drawing/2014/main" id="{12591777-3CDB-BF37-5056-9F34CCAC4B53}"/>
                    </a:ext>
                  </a:extLst>
                </p14:cNvPr>
                <p14:cNvContentPartPr/>
                <p14:nvPr/>
              </p14:nvContentPartPr>
              <p14:xfrm>
                <a:off x="8140936" y="3126563"/>
                <a:ext cx="42120" cy="43560"/>
              </p14:xfrm>
            </p:contentPart>
          </mc:Choice>
          <mc:Fallback xmlns="">
            <p:pic>
              <p:nvPicPr>
                <p:cNvPr id="44" name="Ink 43">
                  <a:extLst>
                    <a:ext uri="{FF2B5EF4-FFF2-40B4-BE49-F238E27FC236}">
                      <a16:creationId xmlns:a16="http://schemas.microsoft.com/office/drawing/2014/main" id="{12591777-3CDB-BF37-5056-9F34CCAC4B53}"/>
                    </a:ext>
                  </a:extLst>
                </p:cNvPr>
                <p:cNvPicPr/>
                <p:nvPr/>
              </p:nvPicPr>
              <p:blipFill>
                <a:blip r:embed="rId23"/>
                <a:stretch>
                  <a:fillRect/>
                </a:stretch>
              </p:blipFill>
              <p:spPr>
                <a:xfrm>
                  <a:off x="8131936" y="3117923"/>
                  <a:ext cx="59760" cy="61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4">
              <p14:nvContentPartPr>
                <p14:cNvPr id="46" name="Ink 45">
                  <a:extLst>
                    <a:ext uri="{FF2B5EF4-FFF2-40B4-BE49-F238E27FC236}">
                      <a16:creationId xmlns:a16="http://schemas.microsoft.com/office/drawing/2014/main" id="{A5778912-B353-EBC1-FEA2-7698CB6DE4DF}"/>
                    </a:ext>
                  </a:extLst>
                </p14:cNvPr>
                <p14:cNvContentPartPr/>
                <p14:nvPr/>
              </p14:nvContentPartPr>
              <p14:xfrm>
                <a:off x="8609296" y="3357323"/>
                <a:ext cx="9720" cy="20520"/>
              </p14:xfrm>
            </p:contentPart>
          </mc:Choice>
          <mc:Fallback xmlns="">
            <p:pic>
              <p:nvPicPr>
                <p:cNvPr id="46" name="Ink 45">
                  <a:extLst>
                    <a:ext uri="{FF2B5EF4-FFF2-40B4-BE49-F238E27FC236}">
                      <a16:creationId xmlns:a16="http://schemas.microsoft.com/office/drawing/2014/main" id="{A5778912-B353-EBC1-FEA2-7698CB6DE4DF}"/>
                    </a:ext>
                  </a:extLst>
                </p:cNvPr>
                <p:cNvPicPr/>
                <p:nvPr/>
              </p:nvPicPr>
              <p:blipFill>
                <a:blip r:embed="rId25"/>
                <a:stretch>
                  <a:fillRect/>
                </a:stretch>
              </p:blipFill>
              <p:spPr>
                <a:xfrm>
                  <a:off x="8600656" y="3348683"/>
                  <a:ext cx="27360" cy="381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6">
              <p14:nvContentPartPr>
                <p14:cNvPr id="48" name="Ink 47">
                  <a:extLst>
                    <a:ext uri="{FF2B5EF4-FFF2-40B4-BE49-F238E27FC236}">
                      <a16:creationId xmlns:a16="http://schemas.microsoft.com/office/drawing/2014/main" id="{A4E59899-ABBA-13E2-75D5-9317A1A5B618}"/>
                    </a:ext>
                  </a:extLst>
                </p14:cNvPr>
                <p14:cNvContentPartPr/>
                <p14:nvPr/>
              </p14:nvContentPartPr>
              <p14:xfrm>
                <a:off x="9155416" y="3612203"/>
                <a:ext cx="26280" cy="28080"/>
              </p14:xfrm>
            </p:contentPart>
          </mc:Choice>
          <mc:Fallback xmlns="">
            <p:pic>
              <p:nvPicPr>
                <p:cNvPr id="48" name="Ink 47">
                  <a:extLst>
                    <a:ext uri="{FF2B5EF4-FFF2-40B4-BE49-F238E27FC236}">
                      <a16:creationId xmlns:a16="http://schemas.microsoft.com/office/drawing/2014/main" id="{A4E59899-ABBA-13E2-75D5-9317A1A5B618}"/>
                    </a:ext>
                  </a:extLst>
                </p:cNvPr>
                <p:cNvPicPr/>
                <p:nvPr/>
              </p:nvPicPr>
              <p:blipFill>
                <a:blip r:embed="rId27"/>
                <a:stretch>
                  <a:fillRect/>
                </a:stretch>
              </p:blipFill>
              <p:spPr>
                <a:xfrm>
                  <a:off x="9146776" y="3603203"/>
                  <a:ext cx="43920" cy="4572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28">
            <p14:nvContentPartPr>
              <p14:cNvPr id="50" name="Ink 49">
                <a:extLst>
                  <a:ext uri="{FF2B5EF4-FFF2-40B4-BE49-F238E27FC236}">
                    <a16:creationId xmlns:a16="http://schemas.microsoft.com/office/drawing/2014/main" id="{B69F75A2-7AC0-3927-F6C1-6CE1A32CB578}"/>
                  </a:ext>
                </a:extLst>
              </p14:cNvPr>
              <p14:cNvContentPartPr/>
              <p14:nvPr/>
            </p14:nvContentPartPr>
            <p14:xfrm>
              <a:off x="9567256" y="3955283"/>
              <a:ext cx="360" cy="3600"/>
            </p14:xfrm>
          </p:contentPart>
        </mc:Choice>
        <mc:Fallback xmlns="">
          <p:pic>
            <p:nvPicPr>
              <p:cNvPr id="50" name="Ink 49">
                <a:extLst>
                  <a:ext uri="{FF2B5EF4-FFF2-40B4-BE49-F238E27FC236}">
                    <a16:creationId xmlns:a16="http://schemas.microsoft.com/office/drawing/2014/main" id="{B69F75A2-7AC0-3927-F6C1-6CE1A32CB578}"/>
                  </a:ext>
                </a:extLst>
              </p:cNvPr>
              <p:cNvPicPr/>
              <p:nvPr/>
            </p:nvPicPr>
            <p:blipFill>
              <a:blip r:embed="rId29"/>
              <a:stretch>
                <a:fillRect/>
              </a:stretch>
            </p:blipFill>
            <p:spPr>
              <a:xfrm>
                <a:off x="9558616" y="3946643"/>
                <a:ext cx="18000" cy="212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30">
            <p14:nvContentPartPr>
              <p14:cNvPr id="51" name="Ink 50">
                <a:extLst>
                  <a:ext uri="{FF2B5EF4-FFF2-40B4-BE49-F238E27FC236}">
                    <a16:creationId xmlns:a16="http://schemas.microsoft.com/office/drawing/2014/main" id="{25500BB0-5DD0-7CDD-EEC9-4ACFF8D5AF5C}"/>
                  </a:ext>
                </a:extLst>
              </p14:cNvPr>
              <p14:cNvContentPartPr/>
              <p14:nvPr/>
            </p14:nvContentPartPr>
            <p14:xfrm>
              <a:off x="9842296" y="4279643"/>
              <a:ext cx="6840" cy="13680"/>
            </p14:xfrm>
          </p:contentPart>
        </mc:Choice>
        <mc:Fallback xmlns="">
          <p:pic>
            <p:nvPicPr>
              <p:cNvPr id="51" name="Ink 50">
                <a:extLst>
                  <a:ext uri="{FF2B5EF4-FFF2-40B4-BE49-F238E27FC236}">
                    <a16:creationId xmlns:a16="http://schemas.microsoft.com/office/drawing/2014/main" id="{25500BB0-5DD0-7CDD-EEC9-4ACFF8D5AF5C}"/>
                  </a:ext>
                </a:extLst>
              </p:cNvPr>
              <p:cNvPicPr/>
              <p:nvPr/>
            </p:nvPicPr>
            <p:blipFill>
              <a:blip r:embed="rId31"/>
              <a:stretch>
                <a:fillRect/>
              </a:stretch>
            </p:blipFill>
            <p:spPr>
              <a:xfrm>
                <a:off x="9833656" y="4271003"/>
                <a:ext cx="24480" cy="31320"/>
              </a:xfrm>
              <a:prstGeom prst="rect">
                <a:avLst/>
              </a:prstGeom>
            </p:spPr>
          </p:pic>
        </mc:Fallback>
      </mc:AlternateContent>
      <p:pic>
        <p:nvPicPr>
          <p:cNvPr id="1026" name="Picture 2" descr="Waiting GIF - Waiting GIFs">
            <a:extLst>
              <a:ext uri="{FF2B5EF4-FFF2-40B4-BE49-F238E27FC236}">
                <a16:creationId xmlns:a16="http://schemas.microsoft.com/office/drawing/2014/main" id="{1DCC9F38-20B4-AF82-A524-343A793719CE}"/>
              </a:ext>
            </a:extLst>
          </p:cNvPr>
          <p:cNvPicPr>
            <a:picLocks noChangeAspect="1" noChangeArrowheads="1"/>
          </p:cNvPicPr>
          <p:nvPr/>
        </p:nvPicPr>
        <p:blipFill>
          <a:blip r:embed="rId32">
            <a:extLst>
              <a:ext uri="{28A0092B-C50C-407E-A947-70E740481C1C}">
                <a14:useLocalDpi xmlns:a14="http://schemas.microsoft.com/office/drawing/2010/main" val="0"/>
              </a:ext>
            </a:extLst>
          </a:blip>
          <a:srcRect/>
          <a:stretch>
            <a:fillRect/>
          </a:stretch>
        </p:blipFill>
        <p:spPr bwMode="auto">
          <a:xfrm rot="1873708">
            <a:off x="7944868" y="1026455"/>
            <a:ext cx="3364347" cy="22511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5656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9CFEF-5C12-759C-1231-39D7B5E933D7}"/>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2184FB3E-263C-7CDB-2514-6241557D38DC}"/>
              </a:ext>
            </a:extLst>
          </p:cNvPr>
          <p:cNvSpPr>
            <a:spLocks noGrp="1"/>
          </p:cNvSpPr>
          <p:nvPr>
            <p:ph idx="1"/>
          </p:nvPr>
        </p:nvSpPr>
        <p:spPr/>
        <p:txBody>
          <a:bodyPr/>
          <a:lstStyle/>
          <a:p>
            <a:r>
              <a:rPr lang="en-US" dirty="0"/>
              <a:t>It is usually not as straightforward. Take, for example, the analysis by </a:t>
            </a:r>
            <a:r>
              <a:rPr lang="en-US" i="1" dirty="0"/>
              <a:t>Ventura et al. (2021) - Connective effervescence and streaming chat during political debates</a:t>
            </a:r>
            <a:r>
              <a:rPr lang="en-US" dirty="0"/>
              <a:t>: </a:t>
            </a:r>
          </a:p>
          <a:p>
            <a:endParaRPr lang="en-US" dirty="0"/>
          </a:p>
        </p:txBody>
      </p:sp>
      <p:pic>
        <p:nvPicPr>
          <p:cNvPr id="4" name="Picture 3">
            <a:extLst>
              <a:ext uri="{FF2B5EF4-FFF2-40B4-BE49-F238E27FC236}">
                <a16:creationId xmlns:a16="http://schemas.microsoft.com/office/drawing/2014/main" id="{CFB6E2F8-9B8D-0517-F40C-DDF236101A9B}"/>
              </a:ext>
            </a:extLst>
          </p:cNvPr>
          <p:cNvPicPr>
            <a:picLocks noChangeAspect="1"/>
          </p:cNvPicPr>
          <p:nvPr/>
        </p:nvPicPr>
        <p:blipFill>
          <a:blip r:embed="rId3"/>
          <a:stretch>
            <a:fillRect/>
          </a:stretch>
        </p:blipFill>
        <p:spPr>
          <a:xfrm>
            <a:off x="2209800" y="3429000"/>
            <a:ext cx="7772400" cy="2564295"/>
          </a:xfrm>
          <a:prstGeom prst="rect">
            <a:avLst/>
          </a:prstGeom>
        </p:spPr>
      </p:pic>
    </p:spTree>
    <p:extLst>
      <p:ext uri="{BB962C8B-B14F-4D97-AF65-F5344CB8AC3E}">
        <p14:creationId xmlns:p14="http://schemas.microsoft.com/office/powerpoint/2010/main" val="144576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D5CB57-2E9B-C989-B749-5AEDE1D2D61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AB5C4A-9852-0096-2BC5-D45E5B9AD39A}"/>
              </a:ext>
            </a:extLst>
          </p:cNvPr>
          <p:cNvSpPr>
            <a:spLocks noGrp="1"/>
          </p:cNvSpPr>
          <p:nvPr>
            <p:ph idx="1"/>
          </p:nvPr>
        </p:nvSpPr>
        <p:spPr/>
        <p:txBody>
          <a:bodyPr>
            <a:normAutofit lnSpcReduction="10000"/>
          </a:bodyPr>
          <a:lstStyle/>
          <a:p>
            <a:r>
              <a:rPr lang="en-US" dirty="0"/>
              <a:t>Here are two comments from their data:</a:t>
            </a:r>
          </a:p>
          <a:p>
            <a:endParaRPr lang="en-US" dirty="0"/>
          </a:p>
          <a:p>
            <a:r>
              <a:rPr lang="en-US" dirty="0"/>
              <a:t>Fox News: “President Trump doing a great job!!! Biden no clue!!!!!”</a:t>
            </a:r>
          </a:p>
          <a:p>
            <a:r>
              <a:rPr lang="en-US" dirty="0"/>
              <a:t>ABC News: “Joe Biden act more like a president than Trump did tonight”</a:t>
            </a:r>
          </a:p>
          <a:p>
            <a:endParaRPr lang="en-US" dirty="0"/>
          </a:p>
          <a:p>
            <a:r>
              <a:rPr lang="en-US" dirty="0"/>
              <a:t>They tokenize every text and estimate the proportion of comments that contain either ”Trump” or “Biden”. </a:t>
            </a:r>
          </a:p>
          <a:p>
            <a:r>
              <a:rPr lang="en-US" dirty="0"/>
              <a:t>Note that estimating the proportion of comments is denominating by the total (in this case, the total being </a:t>
            </a:r>
            <a:r>
              <a:rPr lang="en-US" i="1" dirty="0">
                <a:solidFill>
                  <a:schemeClr val="accent1"/>
                </a:solidFill>
              </a:rPr>
              <a:t>documents</a:t>
            </a:r>
            <a:r>
              <a:rPr lang="en-US" dirty="0"/>
              <a:t>). </a:t>
            </a:r>
          </a:p>
        </p:txBody>
      </p:sp>
    </p:spTree>
    <p:extLst>
      <p:ext uri="{BB962C8B-B14F-4D97-AF65-F5344CB8AC3E}">
        <p14:creationId xmlns:p14="http://schemas.microsoft.com/office/powerpoint/2010/main" val="2652324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880736C-F78B-465C-80BC-3033E758991D}"/>
              </a:ext>
            </a:extLst>
          </p:cNvPr>
          <p:cNvPicPr>
            <a:picLocks noChangeAspect="1"/>
          </p:cNvPicPr>
          <p:nvPr/>
        </p:nvPicPr>
        <p:blipFill>
          <a:blip r:embed="rId2"/>
          <a:stretch>
            <a:fillRect/>
          </a:stretch>
        </p:blipFill>
        <p:spPr>
          <a:xfrm>
            <a:off x="2088039" y="643467"/>
            <a:ext cx="8015922" cy="5571066"/>
          </a:xfrm>
          <a:prstGeom prst="rect">
            <a:avLst/>
          </a:prstGeom>
        </p:spPr>
      </p:pic>
    </p:spTree>
    <p:extLst>
      <p:ext uri="{BB962C8B-B14F-4D97-AF65-F5344CB8AC3E}">
        <p14:creationId xmlns:p14="http://schemas.microsoft.com/office/powerpoint/2010/main" val="15976105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3CA640-FCBC-69F8-5406-C626E37E465D}"/>
              </a:ext>
            </a:extLst>
          </p:cNvPr>
          <p:cNvPicPr>
            <a:picLocks noChangeAspect="1"/>
          </p:cNvPicPr>
          <p:nvPr/>
        </p:nvPicPr>
        <p:blipFill>
          <a:blip r:embed="rId2"/>
          <a:stretch>
            <a:fillRect/>
          </a:stretch>
        </p:blipFill>
        <p:spPr>
          <a:xfrm>
            <a:off x="2209800" y="1933551"/>
            <a:ext cx="7772400" cy="2990898"/>
          </a:xfrm>
          <a:prstGeom prst="rect">
            <a:avLst/>
          </a:prstGeom>
        </p:spPr>
      </p:pic>
    </p:spTree>
    <p:extLst>
      <p:ext uri="{BB962C8B-B14F-4D97-AF65-F5344CB8AC3E}">
        <p14:creationId xmlns:p14="http://schemas.microsoft.com/office/powerpoint/2010/main" val="4136935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D865AE-2B53-284E-1CDB-1CCB10D448D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A7CD6F-6E54-F5D5-0D82-5C712D617A9C}"/>
              </a:ext>
            </a:extLst>
          </p:cNvPr>
          <p:cNvSpPr>
            <a:spLocks noGrp="1"/>
          </p:cNvSpPr>
          <p:nvPr>
            <p:ph idx="1"/>
          </p:nvPr>
        </p:nvSpPr>
        <p:spPr/>
        <p:txBody>
          <a:bodyPr/>
          <a:lstStyle/>
          <a:p>
            <a:r>
              <a:rPr lang="en-US" dirty="0"/>
              <a:t>That is a likely explanation. </a:t>
            </a:r>
          </a:p>
          <a:p>
            <a:r>
              <a:rPr lang="en-US" dirty="0"/>
              <a:t>However, why aren’t the authors more conclusive about their findings?</a:t>
            </a:r>
          </a:p>
        </p:txBody>
      </p:sp>
    </p:spTree>
    <p:extLst>
      <p:ext uri="{BB962C8B-B14F-4D97-AF65-F5344CB8AC3E}">
        <p14:creationId xmlns:p14="http://schemas.microsoft.com/office/powerpoint/2010/main" val="2738697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05FF0-79A0-E8C0-897F-4AB22880922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0AAF9B7-4566-B3F3-5995-0B3709D35830}"/>
              </a:ext>
            </a:extLst>
          </p:cNvPr>
          <p:cNvSpPr>
            <a:spLocks noGrp="1"/>
          </p:cNvSpPr>
          <p:nvPr>
            <p:ph idx="1"/>
          </p:nvPr>
        </p:nvSpPr>
        <p:spPr/>
        <p:txBody>
          <a:bodyPr/>
          <a:lstStyle/>
          <a:p>
            <a:pPr marL="514350" indent="-514350">
              <a:buFont typeface="+mj-lt"/>
              <a:buAutoNum type="arabicPeriod"/>
            </a:pPr>
            <a:r>
              <a:rPr lang="en-US" dirty="0"/>
              <a:t>Are false positives / false negatives randomly distributed?</a:t>
            </a:r>
          </a:p>
          <a:p>
            <a:pPr marL="514350" indent="-514350">
              <a:buFont typeface="+mj-lt"/>
              <a:buAutoNum type="arabicPeriod"/>
            </a:pPr>
            <a:r>
              <a:rPr lang="en-US" dirty="0"/>
              <a:t>Is mentioning a candidate a sign of preference? For? Against?</a:t>
            </a:r>
          </a:p>
          <a:p>
            <a:pPr marL="514350" indent="-514350">
              <a:buFont typeface="+mj-lt"/>
              <a:buAutoNum type="arabicPeriod"/>
            </a:pPr>
            <a:r>
              <a:rPr lang="en-US" dirty="0"/>
              <a:t>Are there alternative ways that the same concept can occur in the text?</a:t>
            </a:r>
          </a:p>
          <a:p>
            <a:pPr lvl="1"/>
            <a:endParaRPr lang="en-US" dirty="0"/>
          </a:p>
          <a:p>
            <a:r>
              <a:rPr lang="en-US" dirty="0"/>
              <a:t>Take these examples:</a:t>
            </a:r>
          </a:p>
          <a:p>
            <a:pPr lvl="1"/>
            <a:r>
              <a:rPr lang="en-US" dirty="0"/>
              <a:t>ABC News: “Trump has more to say because he can actually follow the topics and joe is just sleepy and stupid </a:t>
            </a:r>
            <a:r>
              <a:rPr lang="en-US" dirty="0" err="1"/>
              <a:t>Gtf</a:t>
            </a:r>
            <a:r>
              <a:rPr lang="en-US" dirty="0"/>
              <a:t> out of here joe”</a:t>
            </a:r>
          </a:p>
          <a:p>
            <a:pPr lvl="1"/>
            <a:r>
              <a:rPr lang="en-US" dirty="0"/>
              <a:t>Fox News: “Yes Mr. President you absolutely have ‘....done more in 47 months than Biden has done in 47 years’!”	</a:t>
            </a:r>
          </a:p>
        </p:txBody>
      </p:sp>
    </p:spTree>
    <p:extLst>
      <p:ext uri="{BB962C8B-B14F-4D97-AF65-F5344CB8AC3E}">
        <p14:creationId xmlns:p14="http://schemas.microsoft.com/office/powerpoint/2010/main" val="4095124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04D26-96FD-6FA3-91FC-A8CBA4D315E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1FFC0D9-3B73-5C3C-CAE4-4826681B574B}"/>
              </a:ext>
            </a:extLst>
          </p:cNvPr>
          <p:cNvSpPr>
            <a:spLocks noGrp="1"/>
          </p:cNvSpPr>
          <p:nvPr>
            <p:ph idx="1"/>
          </p:nvPr>
        </p:nvSpPr>
        <p:spPr/>
        <p:txBody>
          <a:bodyPr/>
          <a:lstStyle/>
          <a:p>
            <a:r>
              <a:rPr lang="en-US" dirty="0"/>
              <a:t>There are some additional tools that can give validation to your analysis. </a:t>
            </a:r>
          </a:p>
          <a:p>
            <a:pPr lvl="1"/>
            <a:r>
              <a:rPr lang="en-US" dirty="0"/>
              <a:t>Keywords-in-context (</a:t>
            </a:r>
            <a:r>
              <a:rPr lang="en-US" dirty="0" err="1"/>
              <a:t>kwic</a:t>
            </a:r>
            <a:r>
              <a:rPr lang="en-US" dirty="0"/>
              <a:t>): What other words are occurring around our word of interest?</a:t>
            </a:r>
          </a:p>
          <a:p>
            <a:pPr lvl="1"/>
            <a:r>
              <a:rPr lang="en-US" dirty="0"/>
              <a:t>Collocation analysis: </a:t>
            </a:r>
            <a:r>
              <a:rPr lang="en-CA" dirty="0"/>
              <a:t>identify contiguous collocations of words</a:t>
            </a:r>
            <a:r>
              <a:rPr lang="en-US" dirty="0"/>
              <a:t> (what two+ words are occurring together?)</a:t>
            </a:r>
          </a:p>
          <a:p>
            <a:pPr lvl="1"/>
            <a:r>
              <a:rPr lang="en-US" dirty="0"/>
              <a:t>N-grams: Search for tokens that often occur together—e.g., </a:t>
            </a:r>
            <a:r>
              <a:rPr lang="en-US" dirty="0" err="1"/>
              <a:t>donald</a:t>
            </a:r>
            <a:r>
              <a:rPr lang="en-US" dirty="0"/>
              <a:t>-trump, joe-</a:t>
            </a:r>
            <a:r>
              <a:rPr lang="en-US" dirty="0" err="1"/>
              <a:t>biden</a:t>
            </a:r>
            <a:r>
              <a:rPr lang="en-US" dirty="0"/>
              <a:t>, white-house. </a:t>
            </a:r>
          </a:p>
          <a:p>
            <a:pPr lvl="1"/>
            <a:endParaRPr lang="en-US" dirty="0"/>
          </a:p>
        </p:txBody>
      </p:sp>
    </p:spTree>
    <p:extLst>
      <p:ext uri="{BB962C8B-B14F-4D97-AF65-F5344CB8AC3E}">
        <p14:creationId xmlns:p14="http://schemas.microsoft.com/office/powerpoint/2010/main" val="1005452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854A3-44AE-CD23-C4CF-8F59AB0EA183}"/>
              </a:ext>
            </a:extLst>
          </p:cNvPr>
          <p:cNvSpPr>
            <a:spLocks noGrp="1"/>
          </p:cNvSpPr>
          <p:nvPr>
            <p:ph type="title"/>
          </p:nvPr>
        </p:nvSpPr>
        <p:spPr/>
        <p:txBody>
          <a:bodyPr/>
          <a:lstStyle/>
          <a:p>
            <a:r>
              <a:rPr lang="en-US" dirty="0"/>
              <a:t>Dictionaries</a:t>
            </a:r>
          </a:p>
        </p:txBody>
      </p:sp>
      <p:sp>
        <p:nvSpPr>
          <p:cNvPr id="3" name="Content Placeholder 2">
            <a:extLst>
              <a:ext uri="{FF2B5EF4-FFF2-40B4-BE49-F238E27FC236}">
                <a16:creationId xmlns:a16="http://schemas.microsoft.com/office/drawing/2014/main" id="{2DC383D4-7B41-8A75-9802-2A0A95AE22DE}"/>
              </a:ext>
            </a:extLst>
          </p:cNvPr>
          <p:cNvSpPr>
            <a:spLocks noGrp="1"/>
          </p:cNvSpPr>
          <p:nvPr>
            <p:ph idx="1"/>
          </p:nvPr>
        </p:nvSpPr>
        <p:spPr/>
        <p:txBody>
          <a:bodyPr/>
          <a:lstStyle/>
          <a:p>
            <a:r>
              <a:rPr lang="en-US" dirty="0"/>
              <a:t>A concept can be expressed using different words. We can use sentiment as an example. To conduct sentiment analysis, we need:</a:t>
            </a:r>
          </a:p>
          <a:p>
            <a:pPr marL="914400" lvl="1" indent="-457200">
              <a:buFont typeface="+mj-lt"/>
              <a:buAutoNum type="arabicPeriod"/>
            </a:pPr>
            <a:r>
              <a:rPr lang="en-US" dirty="0"/>
              <a:t>Determining the unit of analysis</a:t>
            </a:r>
          </a:p>
          <a:p>
            <a:pPr marL="914400" lvl="1" indent="-457200">
              <a:buFont typeface="+mj-lt"/>
              <a:buAutoNum type="arabicPeriod"/>
            </a:pPr>
            <a:r>
              <a:rPr lang="en-US" dirty="0"/>
              <a:t>Tokenization</a:t>
            </a:r>
          </a:p>
          <a:p>
            <a:pPr marL="914400" lvl="1" indent="-457200">
              <a:buFont typeface="+mj-lt"/>
              <a:buAutoNum type="arabicPeriod"/>
            </a:pPr>
            <a:r>
              <a:rPr lang="en-US" dirty="0"/>
              <a:t>Counting a words with a dictionary over space and/or time</a:t>
            </a:r>
          </a:p>
          <a:p>
            <a:pPr marL="914400" lvl="1" indent="-457200">
              <a:buFont typeface="+mj-lt"/>
              <a:buAutoNum type="arabicPeriod"/>
            </a:pPr>
            <a:r>
              <a:rPr lang="en-US" dirty="0"/>
              <a:t>Denominating by totals</a:t>
            </a:r>
          </a:p>
          <a:p>
            <a:pPr lvl="1"/>
            <a:endParaRPr lang="en-US" dirty="0"/>
          </a:p>
          <a:p>
            <a:endParaRPr lang="en-US" dirty="0"/>
          </a:p>
        </p:txBody>
      </p:sp>
    </p:spTree>
    <p:extLst>
      <p:ext uri="{BB962C8B-B14F-4D97-AF65-F5344CB8AC3E}">
        <p14:creationId xmlns:p14="http://schemas.microsoft.com/office/powerpoint/2010/main" val="564324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61D75-2C53-CD7D-1D52-EDA360F54B3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2B0A71-951A-9A58-0788-9EC4254F5750}"/>
              </a:ext>
            </a:extLst>
          </p:cNvPr>
          <p:cNvSpPr>
            <a:spLocks noGrp="1"/>
          </p:cNvSpPr>
          <p:nvPr>
            <p:ph idx="1"/>
          </p:nvPr>
        </p:nvSpPr>
        <p:spPr/>
        <p:txBody>
          <a:bodyPr>
            <a:normAutofit fontScale="92500" lnSpcReduction="20000"/>
          </a:bodyPr>
          <a:lstStyle/>
          <a:p>
            <a:r>
              <a:rPr lang="en-US" dirty="0"/>
              <a:t>We first define the concept (see Grimmer et al. Ch. 15 for best practices). </a:t>
            </a:r>
          </a:p>
          <a:p>
            <a:r>
              <a:rPr lang="en-US" dirty="0"/>
              <a:t>Let’s take a sentiment: positive language. What words should occur in the text to denote it as a positive text? </a:t>
            </a:r>
          </a:p>
          <a:p>
            <a:pPr lvl="1"/>
            <a:r>
              <a:rPr lang="en-US" dirty="0"/>
              <a:t>Good</a:t>
            </a:r>
          </a:p>
          <a:p>
            <a:pPr lvl="1"/>
            <a:r>
              <a:rPr lang="en-US" dirty="0"/>
              <a:t>Amazing</a:t>
            </a:r>
          </a:p>
          <a:p>
            <a:pPr lvl="1"/>
            <a:r>
              <a:rPr lang="en-US" dirty="0"/>
              <a:t>Happy</a:t>
            </a:r>
          </a:p>
          <a:p>
            <a:pPr lvl="1"/>
            <a:r>
              <a:rPr lang="en-US" dirty="0"/>
              <a:t>Better</a:t>
            </a:r>
          </a:p>
          <a:p>
            <a:pPr lvl="1"/>
            <a:r>
              <a:rPr lang="en-US" dirty="0"/>
              <a:t>Best</a:t>
            </a:r>
          </a:p>
          <a:p>
            <a:pPr lvl="1"/>
            <a:r>
              <a:rPr lang="en-US" dirty="0"/>
              <a:t>Incredible</a:t>
            </a:r>
          </a:p>
          <a:p>
            <a:pPr lvl="1"/>
            <a:r>
              <a:rPr lang="en-US" dirty="0"/>
              <a:t>Achieve (from </a:t>
            </a:r>
            <a:r>
              <a:rPr lang="en-US" dirty="0">
                <a:hlinkClick r:id="rId2"/>
              </a:rPr>
              <a:t>WordStat Sentiment Dictionary</a:t>
            </a:r>
            <a:r>
              <a:rPr lang="en-US" dirty="0"/>
              <a:t>)</a:t>
            </a:r>
          </a:p>
          <a:p>
            <a:pPr lvl="1"/>
            <a:r>
              <a:rPr lang="en-US" dirty="0"/>
              <a:t>Esthetical (from </a:t>
            </a:r>
            <a:r>
              <a:rPr lang="en-US" dirty="0" err="1">
                <a:hlinkClick r:id="rId3"/>
              </a:rPr>
              <a:t>SentiWordNet</a:t>
            </a:r>
            <a:r>
              <a:rPr lang="en-US" dirty="0"/>
              <a:t>)</a:t>
            </a:r>
          </a:p>
        </p:txBody>
      </p:sp>
    </p:spTree>
    <p:extLst>
      <p:ext uri="{BB962C8B-B14F-4D97-AF65-F5344CB8AC3E}">
        <p14:creationId xmlns:p14="http://schemas.microsoft.com/office/powerpoint/2010/main" val="1830389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BCD43-86EF-1D3B-F019-EC267121D0B7}"/>
              </a:ext>
            </a:extLst>
          </p:cNvPr>
          <p:cNvSpPr>
            <a:spLocks noGrp="1"/>
          </p:cNvSpPr>
          <p:nvPr>
            <p:ph type="title"/>
          </p:nvPr>
        </p:nvSpPr>
        <p:spPr/>
        <p:txBody>
          <a:bodyPr/>
          <a:lstStyle/>
          <a:p>
            <a:r>
              <a:rPr lang="en-US" dirty="0"/>
              <a:t>Examples:</a:t>
            </a:r>
          </a:p>
        </p:txBody>
      </p:sp>
      <p:sp>
        <p:nvSpPr>
          <p:cNvPr id="3" name="Content Placeholder 2">
            <a:extLst>
              <a:ext uri="{FF2B5EF4-FFF2-40B4-BE49-F238E27FC236}">
                <a16:creationId xmlns:a16="http://schemas.microsoft.com/office/drawing/2014/main" id="{C411A3F2-BEE7-9688-966E-FB3E31869E10}"/>
              </a:ext>
            </a:extLst>
          </p:cNvPr>
          <p:cNvSpPr>
            <a:spLocks noGrp="1"/>
          </p:cNvSpPr>
          <p:nvPr>
            <p:ph idx="1"/>
          </p:nvPr>
        </p:nvSpPr>
        <p:spPr/>
        <p:txBody>
          <a:bodyPr/>
          <a:lstStyle/>
          <a:p>
            <a:r>
              <a:rPr lang="en-US" dirty="0"/>
              <a:t>Imagine a corpus of weekly class evaluations. Each document is an individual evaluation. We can count words over time:</a:t>
            </a:r>
          </a:p>
          <a:p>
            <a:pPr lvl="1"/>
            <a:r>
              <a:rPr lang="en-US" dirty="0"/>
              <a:t>Count all words for each time unit t (e.g., week)</a:t>
            </a:r>
          </a:p>
          <a:p>
            <a:pPr lvl="1"/>
            <a:r>
              <a:rPr lang="en-US" dirty="0"/>
              <a:t>Count all words denoting a concept of interest (e.g., the ones from our newly created dictionary)</a:t>
            </a:r>
          </a:p>
        </p:txBody>
      </p:sp>
      <p:cxnSp>
        <p:nvCxnSpPr>
          <p:cNvPr id="8" name="Straight Arrow Connector 7">
            <a:extLst>
              <a:ext uri="{FF2B5EF4-FFF2-40B4-BE49-F238E27FC236}">
                <a16:creationId xmlns:a16="http://schemas.microsoft.com/office/drawing/2014/main" id="{1F6F46F0-8950-A6C7-4062-8C38F21CF936}"/>
              </a:ext>
            </a:extLst>
          </p:cNvPr>
          <p:cNvCxnSpPr>
            <a:cxnSpLocks/>
          </p:cNvCxnSpPr>
          <p:nvPr/>
        </p:nvCxnSpPr>
        <p:spPr>
          <a:xfrm flipV="1">
            <a:off x="4664034" y="3888777"/>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6E0A68B-9099-F1E3-E78F-CC8EA992D2C3}"/>
              </a:ext>
            </a:extLst>
          </p:cNvPr>
          <p:cNvCxnSpPr>
            <a:cxnSpLocks/>
          </p:cNvCxnSpPr>
          <p:nvPr/>
        </p:nvCxnSpPr>
        <p:spPr>
          <a:xfrm>
            <a:off x="4535879" y="6488668"/>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1C391E7-BA6E-57D5-E5F5-DC7A2409C515}"/>
              </a:ext>
            </a:extLst>
          </p:cNvPr>
          <p:cNvSpPr txBox="1"/>
          <p:nvPr/>
        </p:nvSpPr>
        <p:spPr>
          <a:xfrm rot="16200000">
            <a:off x="3378959" y="5088915"/>
            <a:ext cx="1944507" cy="369332"/>
          </a:xfrm>
          <a:prstGeom prst="rect">
            <a:avLst/>
          </a:prstGeom>
          <a:noFill/>
        </p:spPr>
        <p:txBody>
          <a:bodyPr wrap="none" rtlCol="0">
            <a:spAutoFit/>
          </a:bodyPr>
          <a:lstStyle/>
          <a:p>
            <a:r>
              <a:rPr lang="en-US" dirty="0"/>
              <a:t>Positive Frequency</a:t>
            </a:r>
          </a:p>
        </p:txBody>
      </p:sp>
      <p:sp>
        <p:nvSpPr>
          <p:cNvPr id="14" name="TextBox 13">
            <a:extLst>
              <a:ext uri="{FF2B5EF4-FFF2-40B4-BE49-F238E27FC236}">
                <a16:creationId xmlns:a16="http://schemas.microsoft.com/office/drawing/2014/main" id="{11C11E54-E3EB-F052-6382-9A2EB490D3F9}"/>
              </a:ext>
            </a:extLst>
          </p:cNvPr>
          <p:cNvSpPr txBox="1"/>
          <p:nvPr/>
        </p:nvSpPr>
        <p:spPr>
          <a:xfrm>
            <a:off x="5895636" y="6488668"/>
            <a:ext cx="716415" cy="369332"/>
          </a:xfrm>
          <a:prstGeom prst="rect">
            <a:avLst/>
          </a:prstGeom>
          <a:noFill/>
        </p:spPr>
        <p:txBody>
          <a:bodyPr wrap="none" rtlCol="0">
            <a:spAutoFit/>
          </a:bodyPr>
          <a:lstStyle/>
          <a:p>
            <a:r>
              <a:rPr lang="en-US" dirty="0"/>
              <a:t>Week</a:t>
            </a:r>
          </a:p>
        </p:txBody>
      </p:sp>
      <mc:AlternateContent xmlns:mc="http://schemas.openxmlformats.org/markup-compatibility/2006" xmlns:p14="http://schemas.microsoft.com/office/powerpoint/2010/main" xmlns:aink="http://schemas.microsoft.com/office/drawing/2016/ink">
        <mc:Choice Requires="p14 aink">
          <p:contentPart p14:bwMode="auto" r:id="rId2">
            <p14:nvContentPartPr>
              <p14:cNvPr id="15" name="Ink 14">
                <a:extLst>
                  <a:ext uri="{FF2B5EF4-FFF2-40B4-BE49-F238E27FC236}">
                    <a16:creationId xmlns:a16="http://schemas.microsoft.com/office/drawing/2014/main" id="{945CB5D7-6D14-9F7F-910D-E6B28BEC7BCB}"/>
                  </a:ext>
                </a:extLst>
              </p14:cNvPr>
              <p14:cNvContentPartPr/>
              <p14:nvPr/>
            </p14:nvContentPartPr>
            <p14:xfrm>
              <a:off x="4830060" y="6140755"/>
              <a:ext cx="42840" cy="47160"/>
            </p14:xfrm>
          </p:contentPart>
        </mc:Choice>
        <mc:Fallback xmlns="">
          <p:pic>
            <p:nvPicPr>
              <p:cNvPr id="15" name="Ink 14">
                <a:extLst>
                  <a:ext uri="{FF2B5EF4-FFF2-40B4-BE49-F238E27FC236}">
                    <a16:creationId xmlns:a16="http://schemas.microsoft.com/office/drawing/2014/main" id="{945CB5D7-6D14-9F7F-910D-E6B28BEC7BCB}"/>
                  </a:ext>
                </a:extLst>
              </p:cNvPr>
              <p:cNvPicPr/>
              <p:nvPr/>
            </p:nvPicPr>
            <p:blipFill>
              <a:blip r:embed="rId3"/>
              <a:stretch>
                <a:fillRect/>
              </a:stretch>
            </p:blipFill>
            <p:spPr>
              <a:xfrm>
                <a:off x="4821420" y="6131755"/>
                <a:ext cx="60480" cy="64800"/>
              </a:xfrm>
              <a:prstGeom prst="rect">
                <a:avLst/>
              </a:prstGeom>
            </p:spPr>
          </p:pic>
        </mc:Fallback>
      </mc:AlternateContent>
      <p:grpSp>
        <p:nvGrpSpPr>
          <p:cNvPr id="18" name="Group 17">
            <a:extLst>
              <a:ext uri="{FF2B5EF4-FFF2-40B4-BE49-F238E27FC236}">
                <a16:creationId xmlns:a16="http://schemas.microsoft.com/office/drawing/2014/main" id="{8C0C5D17-02EB-7C48-022A-64DD2788C8F5}"/>
              </a:ext>
            </a:extLst>
          </p:cNvPr>
          <p:cNvGrpSpPr/>
          <p:nvPr/>
        </p:nvGrpSpPr>
        <p:grpSpPr>
          <a:xfrm>
            <a:off x="4870380" y="4117915"/>
            <a:ext cx="2451240" cy="2063160"/>
            <a:chOff x="4435445" y="3849938"/>
            <a:chExt cx="2451240" cy="2063160"/>
          </a:xfrm>
        </p:grpSpPr>
        <mc:AlternateContent xmlns:mc="http://schemas.openxmlformats.org/markup-compatibility/2006" xmlns:p14="http://schemas.microsoft.com/office/powerpoint/2010/main" xmlns:aink="http://schemas.microsoft.com/office/drawing/2016/ink">
          <mc:Choice Requires="p14 aink">
            <p:contentPart p14:bwMode="auto" r:id="rId4">
              <p14:nvContentPartPr>
                <p14:cNvPr id="16" name="Ink 15">
                  <a:extLst>
                    <a:ext uri="{FF2B5EF4-FFF2-40B4-BE49-F238E27FC236}">
                      <a16:creationId xmlns:a16="http://schemas.microsoft.com/office/drawing/2014/main" id="{A46B1D59-35D0-7268-3E4A-F4A590CEE49B}"/>
                    </a:ext>
                  </a:extLst>
                </p14:cNvPr>
                <p14:cNvContentPartPr/>
                <p14:nvPr/>
              </p14:nvContentPartPr>
              <p14:xfrm>
                <a:off x="4435445" y="3849938"/>
                <a:ext cx="2451240" cy="2063160"/>
              </p14:xfrm>
            </p:contentPart>
          </mc:Choice>
          <mc:Fallback xmlns="">
            <p:pic>
              <p:nvPicPr>
                <p:cNvPr id="16" name="Ink 15">
                  <a:extLst>
                    <a:ext uri="{FF2B5EF4-FFF2-40B4-BE49-F238E27FC236}">
                      <a16:creationId xmlns:a16="http://schemas.microsoft.com/office/drawing/2014/main" id="{A46B1D59-35D0-7268-3E4A-F4A590CEE49B}"/>
                    </a:ext>
                  </a:extLst>
                </p:cNvPr>
                <p:cNvPicPr/>
                <p:nvPr/>
              </p:nvPicPr>
              <p:blipFill>
                <a:blip r:embed="rId5"/>
                <a:stretch>
                  <a:fillRect/>
                </a:stretch>
              </p:blipFill>
              <p:spPr>
                <a:xfrm>
                  <a:off x="4426445" y="3840938"/>
                  <a:ext cx="2468880" cy="20808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7" name="Ink 16">
                  <a:extLst>
                    <a:ext uri="{FF2B5EF4-FFF2-40B4-BE49-F238E27FC236}">
                      <a16:creationId xmlns:a16="http://schemas.microsoft.com/office/drawing/2014/main" id="{8ED2F0FE-2E32-0F67-CCFB-CE9D0A46BB28}"/>
                    </a:ext>
                  </a:extLst>
                </p14:cNvPr>
                <p14:cNvContentPartPr/>
                <p14:nvPr/>
              </p14:nvContentPartPr>
              <p14:xfrm>
                <a:off x="6623525" y="3977378"/>
                <a:ext cx="61920" cy="76320"/>
              </p14:xfrm>
            </p:contentPart>
          </mc:Choice>
          <mc:Fallback xmlns="">
            <p:pic>
              <p:nvPicPr>
                <p:cNvPr id="17" name="Ink 16">
                  <a:extLst>
                    <a:ext uri="{FF2B5EF4-FFF2-40B4-BE49-F238E27FC236}">
                      <a16:creationId xmlns:a16="http://schemas.microsoft.com/office/drawing/2014/main" id="{8ED2F0FE-2E32-0F67-CCFB-CE9D0A46BB28}"/>
                    </a:ext>
                  </a:extLst>
                </p:cNvPr>
                <p:cNvPicPr/>
                <p:nvPr/>
              </p:nvPicPr>
              <p:blipFill>
                <a:blip r:embed="rId7"/>
                <a:stretch>
                  <a:fillRect/>
                </a:stretch>
              </p:blipFill>
              <p:spPr>
                <a:xfrm>
                  <a:off x="6614525" y="3968378"/>
                  <a:ext cx="79560" cy="93960"/>
                </a:xfrm>
                <a:prstGeom prst="rect">
                  <a:avLst/>
                </a:prstGeom>
              </p:spPr>
            </p:pic>
          </mc:Fallback>
        </mc:AlternateContent>
      </p:grpSp>
      <p:grpSp>
        <p:nvGrpSpPr>
          <p:cNvPr id="25" name="Group 24">
            <a:extLst>
              <a:ext uri="{FF2B5EF4-FFF2-40B4-BE49-F238E27FC236}">
                <a16:creationId xmlns:a16="http://schemas.microsoft.com/office/drawing/2014/main" id="{3F9D5E47-7ACF-E2B0-954A-43F8AA36BB05}"/>
              </a:ext>
            </a:extLst>
          </p:cNvPr>
          <p:cNvGrpSpPr/>
          <p:nvPr/>
        </p:nvGrpSpPr>
        <p:grpSpPr>
          <a:xfrm>
            <a:off x="5256300" y="5451715"/>
            <a:ext cx="1047240" cy="686880"/>
            <a:chOff x="4821365" y="5183738"/>
            <a:chExt cx="1047240" cy="686880"/>
          </a:xfrm>
        </p:grpSpPr>
        <mc:AlternateContent xmlns:mc="http://schemas.openxmlformats.org/markup-compatibility/2006" xmlns:p14="http://schemas.microsoft.com/office/powerpoint/2010/main" xmlns:aink="http://schemas.microsoft.com/office/drawing/2016/ink">
          <mc:Choice Requires="p14 aink">
            <p:contentPart p14:bwMode="auto" r:id="rId8">
              <p14:nvContentPartPr>
                <p14:cNvPr id="19" name="Ink 18">
                  <a:extLst>
                    <a:ext uri="{FF2B5EF4-FFF2-40B4-BE49-F238E27FC236}">
                      <a16:creationId xmlns:a16="http://schemas.microsoft.com/office/drawing/2014/main" id="{FCAE7643-7A80-D38E-8F03-EF479C505284}"/>
                    </a:ext>
                  </a:extLst>
                </p14:cNvPr>
                <p14:cNvContentPartPr/>
                <p14:nvPr/>
              </p14:nvContentPartPr>
              <p14:xfrm>
                <a:off x="4821365" y="5829938"/>
                <a:ext cx="47520" cy="40680"/>
              </p14:xfrm>
            </p:contentPart>
          </mc:Choice>
          <mc:Fallback xmlns="">
            <p:pic>
              <p:nvPicPr>
                <p:cNvPr id="19" name="Ink 18">
                  <a:extLst>
                    <a:ext uri="{FF2B5EF4-FFF2-40B4-BE49-F238E27FC236}">
                      <a16:creationId xmlns:a16="http://schemas.microsoft.com/office/drawing/2014/main" id="{FCAE7643-7A80-D38E-8F03-EF479C505284}"/>
                    </a:ext>
                  </a:extLst>
                </p:cNvPr>
                <p:cNvPicPr/>
                <p:nvPr/>
              </p:nvPicPr>
              <p:blipFill>
                <a:blip r:embed="rId9"/>
                <a:stretch>
                  <a:fillRect/>
                </a:stretch>
              </p:blipFill>
              <p:spPr>
                <a:xfrm>
                  <a:off x="4812365" y="5820938"/>
                  <a:ext cx="65160" cy="583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0" name="Ink 19">
                  <a:extLst>
                    <a:ext uri="{FF2B5EF4-FFF2-40B4-BE49-F238E27FC236}">
                      <a16:creationId xmlns:a16="http://schemas.microsoft.com/office/drawing/2014/main" id="{7F3D1D63-3586-5C2D-F3B4-84F856E7EF3F}"/>
                    </a:ext>
                  </a:extLst>
                </p14:cNvPr>
                <p14:cNvContentPartPr/>
                <p14:nvPr/>
              </p14:nvContentPartPr>
              <p14:xfrm>
                <a:off x="5162285" y="5640218"/>
                <a:ext cx="33480" cy="69120"/>
              </p14:xfrm>
            </p:contentPart>
          </mc:Choice>
          <mc:Fallback xmlns="">
            <p:pic>
              <p:nvPicPr>
                <p:cNvPr id="20" name="Ink 19">
                  <a:extLst>
                    <a:ext uri="{FF2B5EF4-FFF2-40B4-BE49-F238E27FC236}">
                      <a16:creationId xmlns:a16="http://schemas.microsoft.com/office/drawing/2014/main" id="{7F3D1D63-3586-5C2D-F3B4-84F856E7EF3F}"/>
                    </a:ext>
                  </a:extLst>
                </p:cNvPr>
                <p:cNvPicPr/>
                <p:nvPr/>
              </p:nvPicPr>
              <p:blipFill>
                <a:blip r:embed="rId11"/>
                <a:stretch>
                  <a:fillRect/>
                </a:stretch>
              </p:blipFill>
              <p:spPr>
                <a:xfrm>
                  <a:off x="5153285" y="5631218"/>
                  <a:ext cx="51120" cy="867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2">
              <p14:nvContentPartPr>
                <p14:cNvPr id="22" name="Ink 21">
                  <a:extLst>
                    <a:ext uri="{FF2B5EF4-FFF2-40B4-BE49-F238E27FC236}">
                      <a16:creationId xmlns:a16="http://schemas.microsoft.com/office/drawing/2014/main" id="{403B0829-2096-23AD-BEFC-088078C934F5}"/>
                    </a:ext>
                  </a:extLst>
                </p14:cNvPr>
                <p14:cNvContentPartPr/>
                <p14:nvPr/>
              </p14:nvContentPartPr>
              <p14:xfrm>
                <a:off x="5515085" y="5405858"/>
                <a:ext cx="41760" cy="73800"/>
              </p14:xfrm>
            </p:contentPart>
          </mc:Choice>
          <mc:Fallback xmlns="">
            <p:pic>
              <p:nvPicPr>
                <p:cNvPr id="22" name="Ink 21">
                  <a:extLst>
                    <a:ext uri="{FF2B5EF4-FFF2-40B4-BE49-F238E27FC236}">
                      <a16:creationId xmlns:a16="http://schemas.microsoft.com/office/drawing/2014/main" id="{403B0829-2096-23AD-BEFC-088078C934F5}"/>
                    </a:ext>
                  </a:extLst>
                </p:cNvPr>
                <p:cNvPicPr/>
                <p:nvPr/>
              </p:nvPicPr>
              <p:blipFill>
                <a:blip r:embed="rId13"/>
                <a:stretch>
                  <a:fillRect/>
                </a:stretch>
              </p:blipFill>
              <p:spPr>
                <a:xfrm>
                  <a:off x="5506085" y="5396858"/>
                  <a:ext cx="59400" cy="914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4">
              <p14:nvContentPartPr>
                <p14:cNvPr id="24" name="Ink 23">
                  <a:extLst>
                    <a:ext uri="{FF2B5EF4-FFF2-40B4-BE49-F238E27FC236}">
                      <a16:creationId xmlns:a16="http://schemas.microsoft.com/office/drawing/2014/main" id="{07F1AC67-356D-2ACF-53F9-780FAFD4A888}"/>
                    </a:ext>
                  </a:extLst>
                </p14:cNvPr>
                <p14:cNvContentPartPr/>
                <p14:nvPr/>
              </p14:nvContentPartPr>
              <p14:xfrm>
                <a:off x="5821085" y="5183738"/>
                <a:ext cx="47520" cy="52200"/>
              </p14:xfrm>
            </p:contentPart>
          </mc:Choice>
          <mc:Fallback xmlns="">
            <p:pic>
              <p:nvPicPr>
                <p:cNvPr id="24" name="Ink 23">
                  <a:extLst>
                    <a:ext uri="{FF2B5EF4-FFF2-40B4-BE49-F238E27FC236}">
                      <a16:creationId xmlns:a16="http://schemas.microsoft.com/office/drawing/2014/main" id="{07F1AC67-356D-2ACF-53F9-780FAFD4A888}"/>
                    </a:ext>
                  </a:extLst>
                </p:cNvPr>
                <p:cNvPicPr/>
                <p:nvPr/>
              </p:nvPicPr>
              <p:blipFill>
                <a:blip r:embed="rId15"/>
                <a:stretch>
                  <a:fillRect/>
                </a:stretch>
              </p:blipFill>
              <p:spPr>
                <a:xfrm>
                  <a:off x="5812445" y="5175098"/>
                  <a:ext cx="65160" cy="6984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EA1B518A-8229-0100-5CA7-2CDC4EFEE350}"/>
                  </a:ext>
                </a:extLst>
              </p14:cNvPr>
              <p14:cNvContentPartPr/>
              <p14:nvPr/>
            </p14:nvContentPartPr>
            <p14:xfrm>
              <a:off x="6625020" y="5012875"/>
              <a:ext cx="30240" cy="41760"/>
            </p14:xfrm>
          </p:contentPart>
        </mc:Choice>
        <mc:Fallback xmlns="">
          <p:pic>
            <p:nvPicPr>
              <p:cNvPr id="26" name="Ink 25">
                <a:extLst>
                  <a:ext uri="{FF2B5EF4-FFF2-40B4-BE49-F238E27FC236}">
                    <a16:creationId xmlns:a16="http://schemas.microsoft.com/office/drawing/2014/main" id="{EA1B518A-8229-0100-5CA7-2CDC4EFEE350}"/>
                  </a:ext>
                </a:extLst>
              </p:cNvPr>
              <p:cNvPicPr/>
              <p:nvPr/>
            </p:nvPicPr>
            <p:blipFill>
              <a:blip r:embed="rId17"/>
              <a:stretch>
                <a:fillRect/>
              </a:stretch>
            </p:blipFill>
            <p:spPr>
              <a:xfrm>
                <a:off x="6616020" y="5003875"/>
                <a:ext cx="47880" cy="594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8">
            <p14:nvContentPartPr>
              <p14:cNvPr id="27" name="Ink 26">
                <a:extLst>
                  <a:ext uri="{FF2B5EF4-FFF2-40B4-BE49-F238E27FC236}">
                    <a16:creationId xmlns:a16="http://schemas.microsoft.com/office/drawing/2014/main" id="{DD694061-629D-AA08-B516-1D6298092554}"/>
                  </a:ext>
                </a:extLst>
              </p14:cNvPr>
              <p14:cNvContentPartPr/>
              <p14:nvPr/>
            </p14:nvContentPartPr>
            <p14:xfrm>
              <a:off x="6809700" y="4688155"/>
              <a:ext cx="24480" cy="37440"/>
            </p14:xfrm>
          </p:contentPart>
        </mc:Choice>
        <mc:Fallback xmlns="">
          <p:pic>
            <p:nvPicPr>
              <p:cNvPr id="27" name="Ink 26">
                <a:extLst>
                  <a:ext uri="{FF2B5EF4-FFF2-40B4-BE49-F238E27FC236}">
                    <a16:creationId xmlns:a16="http://schemas.microsoft.com/office/drawing/2014/main" id="{DD694061-629D-AA08-B516-1D6298092554}"/>
                  </a:ext>
                </a:extLst>
              </p:cNvPr>
              <p:cNvPicPr/>
              <p:nvPr/>
            </p:nvPicPr>
            <p:blipFill>
              <a:blip r:embed="rId19"/>
              <a:stretch>
                <a:fillRect/>
              </a:stretch>
            </p:blipFill>
            <p:spPr>
              <a:xfrm>
                <a:off x="6801060" y="4679515"/>
                <a:ext cx="42120" cy="55080"/>
              </a:xfrm>
              <a:prstGeom prst="rect">
                <a:avLst/>
              </a:prstGeom>
            </p:spPr>
          </p:pic>
        </mc:Fallback>
      </mc:AlternateContent>
    </p:spTree>
    <p:extLst>
      <p:ext uri="{BB962C8B-B14F-4D97-AF65-F5344CB8AC3E}">
        <p14:creationId xmlns:p14="http://schemas.microsoft.com/office/powerpoint/2010/main" val="31877473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Arrow Connector 3">
            <a:extLst>
              <a:ext uri="{FF2B5EF4-FFF2-40B4-BE49-F238E27FC236}">
                <a16:creationId xmlns:a16="http://schemas.microsoft.com/office/drawing/2014/main" id="{B433DF94-96A1-E26A-67CF-FFC2CA9D5F5B}"/>
              </a:ext>
            </a:extLst>
          </p:cNvPr>
          <p:cNvCxnSpPr>
            <a:cxnSpLocks/>
          </p:cNvCxnSpPr>
          <p:nvPr/>
        </p:nvCxnSpPr>
        <p:spPr>
          <a:xfrm flipV="1">
            <a:off x="2015986" y="2308835"/>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693ACC3-326E-32A1-724E-2278E4E03681}"/>
              </a:ext>
            </a:extLst>
          </p:cNvPr>
          <p:cNvCxnSpPr>
            <a:cxnSpLocks/>
          </p:cNvCxnSpPr>
          <p:nvPr/>
        </p:nvCxnSpPr>
        <p:spPr>
          <a:xfrm>
            <a:off x="1887831" y="4908726"/>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42BC450-B21C-22E9-3C87-C13113CE24ED}"/>
              </a:ext>
            </a:extLst>
          </p:cNvPr>
          <p:cNvSpPr txBox="1"/>
          <p:nvPr/>
        </p:nvSpPr>
        <p:spPr>
          <a:xfrm rot="16200000">
            <a:off x="1048660" y="3508973"/>
            <a:ext cx="1309013" cy="369332"/>
          </a:xfrm>
          <a:prstGeom prst="rect">
            <a:avLst/>
          </a:prstGeom>
          <a:noFill/>
        </p:spPr>
        <p:txBody>
          <a:bodyPr wrap="none" rtlCol="0">
            <a:spAutoFit/>
          </a:bodyPr>
          <a:lstStyle/>
          <a:p>
            <a:r>
              <a:rPr lang="en-US" dirty="0"/>
              <a:t>Total tokens</a:t>
            </a:r>
          </a:p>
        </p:txBody>
      </p:sp>
      <p:sp>
        <p:nvSpPr>
          <p:cNvPr id="7" name="TextBox 6">
            <a:extLst>
              <a:ext uri="{FF2B5EF4-FFF2-40B4-BE49-F238E27FC236}">
                <a16:creationId xmlns:a16="http://schemas.microsoft.com/office/drawing/2014/main" id="{180497DE-0BE1-F63F-5A80-69631F6B661B}"/>
              </a:ext>
            </a:extLst>
          </p:cNvPr>
          <p:cNvSpPr txBox="1"/>
          <p:nvPr/>
        </p:nvSpPr>
        <p:spPr>
          <a:xfrm>
            <a:off x="3247588" y="4908726"/>
            <a:ext cx="716415" cy="369332"/>
          </a:xfrm>
          <a:prstGeom prst="rect">
            <a:avLst/>
          </a:prstGeom>
          <a:noFill/>
        </p:spPr>
        <p:txBody>
          <a:bodyPr wrap="none" rtlCol="0">
            <a:spAutoFit/>
          </a:bodyPr>
          <a:lstStyle/>
          <a:p>
            <a:r>
              <a:rPr lang="en-US" dirty="0"/>
              <a:t>Week</a:t>
            </a:r>
          </a:p>
        </p:txBody>
      </p:sp>
      <mc:AlternateContent xmlns:mc="http://schemas.openxmlformats.org/markup-compatibility/2006" xmlns:p14="http://schemas.microsoft.com/office/powerpoint/2010/main" xmlns:aink="http://schemas.microsoft.com/office/drawing/2016/ink">
        <mc:Choice Requires="p14 aink">
          <p:contentPart p14:bwMode="auto" r:id="rId2">
            <p14:nvContentPartPr>
              <p14:cNvPr id="8" name="Ink 7">
                <a:extLst>
                  <a:ext uri="{FF2B5EF4-FFF2-40B4-BE49-F238E27FC236}">
                    <a16:creationId xmlns:a16="http://schemas.microsoft.com/office/drawing/2014/main" id="{A018D7B9-2C0B-F61A-F19F-82A88869424C}"/>
                  </a:ext>
                </a:extLst>
              </p14:cNvPr>
              <p14:cNvContentPartPr/>
              <p14:nvPr/>
            </p14:nvContentPartPr>
            <p14:xfrm>
              <a:off x="2182012" y="4560813"/>
              <a:ext cx="42840" cy="47160"/>
            </p14:xfrm>
          </p:contentPart>
        </mc:Choice>
        <mc:Fallback xmlns="">
          <p:pic>
            <p:nvPicPr>
              <p:cNvPr id="8" name="Ink 7">
                <a:extLst>
                  <a:ext uri="{FF2B5EF4-FFF2-40B4-BE49-F238E27FC236}">
                    <a16:creationId xmlns:a16="http://schemas.microsoft.com/office/drawing/2014/main" id="{A018D7B9-2C0B-F61A-F19F-82A88869424C}"/>
                  </a:ext>
                </a:extLst>
              </p:cNvPr>
              <p:cNvPicPr/>
              <p:nvPr/>
            </p:nvPicPr>
            <p:blipFill>
              <a:blip r:embed="rId3"/>
              <a:stretch>
                <a:fillRect/>
              </a:stretch>
            </p:blipFill>
            <p:spPr>
              <a:xfrm>
                <a:off x="2173372" y="4551813"/>
                <a:ext cx="60480" cy="64800"/>
              </a:xfrm>
              <a:prstGeom prst="rect">
                <a:avLst/>
              </a:prstGeom>
            </p:spPr>
          </p:pic>
        </mc:Fallback>
      </mc:AlternateContent>
      <p:grpSp>
        <p:nvGrpSpPr>
          <p:cNvPr id="9" name="Group 8">
            <a:extLst>
              <a:ext uri="{FF2B5EF4-FFF2-40B4-BE49-F238E27FC236}">
                <a16:creationId xmlns:a16="http://schemas.microsoft.com/office/drawing/2014/main" id="{346BD413-5B39-E53A-15B8-2F2C465765E9}"/>
              </a:ext>
            </a:extLst>
          </p:cNvPr>
          <p:cNvGrpSpPr/>
          <p:nvPr/>
        </p:nvGrpSpPr>
        <p:grpSpPr>
          <a:xfrm>
            <a:off x="2222332" y="2537973"/>
            <a:ext cx="2451240" cy="2063160"/>
            <a:chOff x="4435445" y="3849938"/>
            <a:chExt cx="2451240" cy="2063160"/>
          </a:xfrm>
        </p:grpSpPr>
        <mc:AlternateContent xmlns:mc="http://schemas.openxmlformats.org/markup-compatibility/2006" xmlns:p14="http://schemas.microsoft.com/office/powerpoint/2010/main" xmlns:aink="http://schemas.microsoft.com/office/drawing/2016/ink">
          <mc:Choice Requires="p14 aink">
            <p:contentPart p14:bwMode="auto" r:id="rId4">
              <p14:nvContentPartPr>
                <p14:cNvPr id="10" name="Ink 9">
                  <a:extLst>
                    <a:ext uri="{FF2B5EF4-FFF2-40B4-BE49-F238E27FC236}">
                      <a16:creationId xmlns:a16="http://schemas.microsoft.com/office/drawing/2014/main" id="{EF7FE282-7D40-1E4F-F3F6-C61E0DD4DE34}"/>
                    </a:ext>
                  </a:extLst>
                </p14:cNvPr>
                <p14:cNvContentPartPr/>
                <p14:nvPr/>
              </p14:nvContentPartPr>
              <p14:xfrm>
                <a:off x="4435445" y="3849938"/>
                <a:ext cx="2451240" cy="2063160"/>
              </p14:xfrm>
            </p:contentPart>
          </mc:Choice>
          <mc:Fallback xmlns="">
            <p:pic>
              <p:nvPicPr>
                <p:cNvPr id="10" name="Ink 9">
                  <a:extLst>
                    <a:ext uri="{FF2B5EF4-FFF2-40B4-BE49-F238E27FC236}">
                      <a16:creationId xmlns:a16="http://schemas.microsoft.com/office/drawing/2014/main" id="{EF7FE282-7D40-1E4F-F3F6-C61E0DD4DE34}"/>
                    </a:ext>
                  </a:extLst>
                </p:cNvPr>
                <p:cNvPicPr/>
                <p:nvPr/>
              </p:nvPicPr>
              <p:blipFill>
                <a:blip r:embed="rId5"/>
                <a:stretch>
                  <a:fillRect/>
                </a:stretch>
              </p:blipFill>
              <p:spPr>
                <a:xfrm>
                  <a:off x="4426445" y="3840938"/>
                  <a:ext cx="2468880" cy="20808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11" name="Ink 10">
                  <a:extLst>
                    <a:ext uri="{FF2B5EF4-FFF2-40B4-BE49-F238E27FC236}">
                      <a16:creationId xmlns:a16="http://schemas.microsoft.com/office/drawing/2014/main" id="{E471638D-24DE-E1F6-4D2F-DED4F1583006}"/>
                    </a:ext>
                  </a:extLst>
                </p14:cNvPr>
                <p14:cNvContentPartPr/>
                <p14:nvPr/>
              </p14:nvContentPartPr>
              <p14:xfrm>
                <a:off x="6623525" y="3977378"/>
                <a:ext cx="61920" cy="76320"/>
              </p14:xfrm>
            </p:contentPart>
          </mc:Choice>
          <mc:Fallback xmlns="">
            <p:pic>
              <p:nvPicPr>
                <p:cNvPr id="11" name="Ink 10">
                  <a:extLst>
                    <a:ext uri="{FF2B5EF4-FFF2-40B4-BE49-F238E27FC236}">
                      <a16:creationId xmlns:a16="http://schemas.microsoft.com/office/drawing/2014/main" id="{E471638D-24DE-E1F6-4D2F-DED4F1583006}"/>
                    </a:ext>
                  </a:extLst>
                </p:cNvPr>
                <p:cNvPicPr/>
                <p:nvPr/>
              </p:nvPicPr>
              <p:blipFill>
                <a:blip r:embed="rId7"/>
                <a:stretch>
                  <a:fillRect/>
                </a:stretch>
              </p:blipFill>
              <p:spPr>
                <a:xfrm>
                  <a:off x="6614525" y="3968378"/>
                  <a:ext cx="79560" cy="93960"/>
                </a:xfrm>
                <a:prstGeom prst="rect">
                  <a:avLst/>
                </a:prstGeom>
              </p:spPr>
            </p:pic>
          </mc:Fallback>
        </mc:AlternateContent>
      </p:grpSp>
      <p:grpSp>
        <p:nvGrpSpPr>
          <p:cNvPr id="12" name="Group 11">
            <a:extLst>
              <a:ext uri="{FF2B5EF4-FFF2-40B4-BE49-F238E27FC236}">
                <a16:creationId xmlns:a16="http://schemas.microsoft.com/office/drawing/2014/main" id="{172F9D37-6AC9-4461-B910-8335914A75F8}"/>
              </a:ext>
            </a:extLst>
          </p:cNvPr>
          <p:cNvGrpSpPr/>
          <p:nvPr/>
        </p:nvGrpSpPr>
        <p:grpSpPr>
          <a:xfrm>
            <a:off x="2608252" y="3871773"/>
            <a:ext cx="1047240" cy="686880"/>
            <a:chOff x="4821365" y="5183738"/>
            <a:chExt cx="1047240" cy="686880"/>
          </a:xfrm>
        </p:grpSpPr>
        <mc:AlternateContent xmlns:mc="http://schemas.openxmlformats.org/markup-compatibility/2006" xmlns:p14="http://schemas.microsoft.com/office/powerpoint/2010/main" xmlns:aink="http://schemas.microsoft.com/office/drawing/2016/ink">
          <mc:Choice Requires="p14 aink">
            <p:contentPart p14:bwMode="auto" r:id="rId8">
              <p14:nvContentPartPr>
                <p14:cNvPr id="13" name="Ink 12">
                  <a:extLst>
                    <a:ext uri="{FF2B5EF4-FFF2-40B4-BE49-F238E27FC236}">
                      <a16:creationId xmlns:a16="http://schemas.microsoft.com/office/drawing/2014/main" id="{BAF90912-53C4-0AA8-E3E3-45FFB0B2FDC5}"/>
                    </a:ext>
                  </a:extLst>
                </p14:cNvPr>
                <p14:cNvContentPartPr/>
                <p14:nvPr/>
              </p14:nvContentPartPr>
              <p14:xfrm>
                <a:off x="4821365" y="5829938"/>
                <a:ext cx="47520" cy="40680"/>
              </p14:xfrm>
            </p:contentPart>
          </mc:Choice>
          <mc:Fallback xmlns="">
            <p:pic>
              <p:nvPicPr>
                <p:cNvPr id="13" name="Ink 12">
                  <a:extLst>
                    <a:ext uri="{FF2B5EF4-FFF2-40B4-BE49-F238E27FC236}">
                      <a16:creationId xmlns:a16="http://schemas.microsoft.com/office/drawing/2014/main" id="{BAF90912-53C4-0AA8-E3E3-45FFB0B2FDC5}"/>
                    </a:ext>
                  </a:extLst>
                </p:cNvPr>
                <p:cNvPicPr/>
                <p:nvPr/>
              </p:nvPicPr>
              <p:blipFill>
                <a:blip r:embed="rId9"/>
                <a:stretch>
                  <a:fillRect/>
                </a:stretch>
              </p:blipFill>
              <p:spPr>
                <a:xfrm>
                  <a:off x="4812365" y="5820938"/>
                  <a:ext cx="65160" cy="583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14" name="Ink 13">
                  <a:extLst>
                    <a:ext uri="{FF2B5EF4-FFF2-40B4-BE49-F238E27FC236}">
                      <a16:creationId xmlns:a16="http://schemas.microsoft.com/office/drawing/2014/main" id="{1FC87A30-1220-246C-6A41-17B1424894F6}"/>
                    </a:ext>
                  </a:extLst>
                </p14:cNvPr>
                <p14:cNvContentPartPr/>
                <p14:nvPr/>
              </p14:nvContentPartPr>
              <p14:xfrm>
                <a:off x="5162285" y="5640218"/>
                <a:ext cx="33480" cy="69120"/>
              </p14:xfrm>
            </p:contentPart>
          </mc:Choice>
          <mc:Fallback xmlns="">
            <p:pic>
              <p:nvPicPr>
                <p:cNvPr id="14" name="Ink 13">
                  <a:extLst>
                    <a:ext uri="{FF2B5EF4-FFF2-40B4-BE49-F238E27FC236}">
                      <a16:creationId xmlns:a16="http://schemas.microsoft.com/office/drawing/2014/main" id="{1FC87A30-1220-246C-6A41-17B1424894F6}"/>
                    </a:ext>
                  </a:extLst>
                </p:cNvPr>
                <p:cNvPicPr/>
                <p:nvPr/>
              </p:nvPicPr>
              <p:blipFill>
                <a:blip r:embed="rId11"/>
                <a:stretch>
                  <a:fillRect/>
                </a:stretch>
              </p:blipFill>
              <p:spPr>
                <a:xfrm>
                  <a:off x="5153285" y="5631218"/>
                  <a:ext cx="51120" cy="867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2">
              <p14:nvContentPartPr>
                <p14:cNvPr id="15" name="Ink 14">
                  <a:extLst>
                    <a:ext uri="{FF2B5EF4-FFF2-40B4-BE49-F238E27FC236}">
                      <a16:creationId xmlns:a16="http://schemas.microsoft.com/office/drawing/2014/main" id="{B44FF8BF-11EB-F8E2-EF18-6EC4AD0217DC}"/>
                    </a:ext>
                  </a:extLst>
                </p14:cNvPr>
                <p14:cNvContentPartPr/>
                <p14:nvPr/>
              </p14:nvContentPartPr>
              <p14:xfrm>
                <a:off x="5515085" y="5405858"/>
                <a:ext cx="41760" cy="73800"/>
              </p14:xfrm>
            </p:contentPart>
          </mc:Choice>
          <mc:Fallback xmlns="">
            <p:pic>
              <p:nvPicPr>
                <p:cNvPr id="15" name="Ink 14">
                  <a:extLst>
                    <a:ext uri="{FF2B5EF4-FFF2-40B4-BE49-F238E27FC236}">
                      <a16:creationId xmlns:a16="http://schemas.microsoft.com/office/drawing/2014/main" id="{B44FF8BF-11EB-F8E2-EF18-6EC4AD0217DC}"/>
                    </a:ext>
                  </a:extLst>
                </p:cNvPr>
                <p:cNvPicPr/>
                <p:nvPr/>
              </p:nvPicPr>
              <p:blipFill>
                <a:blip r:embed="rId13"/>
                <a:stretch>
                  <a:fillRect/>
                </a:stretch>
              </p:blipFill>
              <p:spPr>
                <a:xfrm>
                  <a:off x="5506085" y="5396858"/>
                  <a:ext cx="59400" cy="914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4">
              <p14:nvContentPartPr>
                <p14:cNvPr id="16" name="Ink 15">
                  <a:extLst>
                    <a:ext uri="{FF2B5EF4-FFF2-40B4-BE49-F238E27FC236}">
                      <a16:creationId xmlns:a16="http://schemas.microsoft.com/office/drawing/2014/main" id="{DDA36A73-BF16-FEA3-43EA-DB69481D615C}"/>
                    </a:ext>
                  </a:extLst>
                </p14:cNvPr>
                <p14:cNvContentPartPr/>
                <p14:nvPr/>
              </p14:nvContentPartPr>
              <p14:xfrm>
                <a:off x="5821085" y="5183738"/>
                <a:ext cx="47520" cy="52200"/>
              </p14:xfrm>
            </p:contentPart>
          </mc:Choice>
          <mc:Fallback xmlns="">
            <p:pic>
              <p:nvPicPr>
                <p:cNvPr id="16" name="Ink 15">
                  <a:extLst>
                    <a:ext uri="{FF2B5EF4-FFF2-40B4-BE49-F238E27FC236}">
                      <a16:creationId xmlns:a16="http://schemas.microsoft.com/office/drawing/2014/main" id="{DDA36A73-BF16-FEA3-43EA-DB69481D615C}"/>
                    </a:ext>
                  </a:extLst>
                </p:cNvPr>
                <p:cNvPicPr/>
                <p:nvPr/>
              </p:nvPicPr>
              <p:blipFill>
                <a:blip r:embed="rId15"/>
                <a:stretch>
                  <a:fillRect/>
                </a:stretch>
              </p:blipFill>
              <p:spPr>
                <a:xfrm>
                  <a:off x="5812445" y="5175098"/>
                  <a:ext cx="65160" cy="6984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17" name="Ink 16">
                <a:extLst>
                  <a:ext uri="{FF2B5EF4-FFF2-40B4-BE49-F238E27FC236}">
                    <a16:creationId xmlns:a16="http://schemas.microsoft.com/office/drawing/2014/main" id="{927C721F-E9FB-6F4F-5F05-747415622435}"/>
                  </a:ext>
                </a:extLst>
              </p14:cNvPr>
              <p14:cNvContentPartPr/>
              <p14:nvPr/>
            </p14:nvContentPartPr>
            <p14:xfrm>
              <a:off x="3976972" y="3432933"/>
              <a:ext cx="30240" cy="41760"/>
            </p14:xfrm>
          </p:contentPart>
        </mc:Choice>
        <mc:Fallback xmlns="">
          <p:pic>
            <p:nvPicPr>
              <p:cNvPr id="17" name="Ink 16">
                <a:extLst>
                  <a:ext uri="{FF2B5EF4-FFF2-40B4-BE49-F238E27FC236}">
                    <a16:creationId xmlns:a16="http://schemas.microsoft.com/office/drawing/2014/main" id="{927C721F-E9FB-6F4F-5F05-747415622435}"/>
                  </a:ext>
                </a:extLst>
              </p:cNvPr>
              <p:cNvPicPr/>
              <p:nvPr/>
            </p:nvPicPr>
            <p:blipFill>
              <a:blip r:embed="rId17"/>
              <a:stretch>
                <a:fillRect/>
              </a:stretch>
            </p:blipFill>
            <p:spPr>
              <a:xfrm>
                <a:off x="3967972" y="3423933"/>
                <a:ext cx="47880" cy="594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8">
            <p14:nvContentPartPr>
              <p14:cNvPr id="18" name="Ink 17">
                <a:extLst>
                  <a:ext uri="{FF2B5EF4-FFF2-40B4-BE49-F238E27FC236}">
                    <a16:creationId xmlns:a16="http://schemas.microsoft.com/office/drawing/2014/main" id="{2C28DD8E-B8F9-0FB7-79E7-B6BC81750111}"/>
                  </a:ext>
                </a:extLst>
              </p14:cNvPr>
              <p14:cNvContentPartPr/>
              <p14:nvPr/>
            </p14:nvContentPartPr>
            <p14:xfrm>
              <a:off x="4161652" y="3108213"/>
              <a:ext cx="24480" cy="37440"/>
            </p14:xfrm>
          </p:contentPart>
        </mc:Choice>
        <mc:Fallback xmlns="">
          <p:pic>
            <p:nvPicPr>
              <p:cNvPr id="18" name="Ink 17">
                <a:extLst>
                  <a:ext uri="{FF2B5EF4-FFF2-40B4-BE49-F238E27FC236}">
                    <a16:creationId xmlns:a16="http://schemas.microsoft.com/office/drawing/2014/main" id="{2C28DD8E-B8F9-0FB7-79E7-B6BC81750111}"/>
                  </a:ext>
                </a:extLst>
              </p:cNvPr>
              <p:cNvPicPr/>
              <p:nvPr/>
            </p:nvPicPr>
            <p:blipFill>
              <a:blip r:embed="rId19"/>
              <a:stretch>
                <a:fillRect/>
              </a:stretch>
            </p:blipFill>
            <p:spPr>
              <a:xfrm>
                <a:off x="4153012" y="3099573"/>
                <a:ext cx="42120" cy="55080"/>
              </a:xfrm>
              <a:prstGeom prst="rect">
                <a:avLst/>
              </a:prstGeom>
            </p:spPr>
          </p:pic>
        </mc:Fallback>
      </mc:AlternateContent>
      <p:cxnSp>
        <p:nvCxnSpPr>
          <p:cNvPr id="19" name="Straight Arrow Connector 18">
            <a:extLst>
              <a:ext uri="{FF2B5EF4-FFF2-40B4-BE49-F238E27FC236}">
                <a16:creationId xmlns:a16="http://schemas.microsoft.com/office/drawing/2014/main" id="{69E5220C-1BCC-7F36-24CA-21D8E393CF79}"/>
              </a:ext>
            </a:extLst>
          </p:cNvPr>
          <p:cNvCxnSpPr>
            <a:cxnSpLocks/>
          </p:cNvCxnSpPr>
          <p:nvPr/>
        </p:nvCxnSpPr>
        <p:spPr>
          <a:xfrm flipV="1">
            <a:off x="6996395" y="2265948"/>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5CCF634-3F24-A8A4-3863-BA23192136B7}"/>
              </a:ext>
            </a:extLst>
          </p:cNvPr>
          <p:cNvCxnSpPr>
            <a:cxnSpLocks/>
          </p:cNvCxnSpPr>
          <p:nvPr/>
        </p:nvCxnSpPr>
        <p:spPr>
          <a:xfrm>
            <a:off x="6868240" y="4865839"/>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652980F-25C9-E175-BF74-E694246A83E5}"/>
              </a:ext>
            </a:extLst>
          </p:cNvPr>
          <p:cNvSpPr txBox="1"/>
          <p:nvPr/>
        </p:nvSpPr>
        <p:spPr>
          <a:xfrm>
            <a:off x="8227997" y="4865839"/>
            <a:ext cx="716415" cy="369332"/>
          </a:xfrm>
          <a:prstGeom prst="rect">
            <a:avLst/>
          </a:prstGeom>
          <a:noFill/>
        </p:spPr>
        <p:txBody>
          <a:bodyPr wrap="none" rtlCol="0">
            <a:spAutoFit/>
          </a:bodyPr>
          <a:lstStyle/>
          <a:p>
            <a:r>
              <a:rPr lang="en-US" dirty="0"/>
              <a:t>Week</a:t>
            </a:r>
          </a:p>
        </p:txBody>
      </p:sp>
      <p:sp>
        <p:nvSpPr>
          <p:cNvPr id="25" name="TextBox 24">
            <a:extLst>
              <a:ext uri="{FF2B5EF4-FFF2-40B4-BE49-F238E27FC236}">
                <a16:creationId xmlns:a16="http://schemas.microsoft.com/office/drawing/2014/main" id="{8438658B-0E0F-D6DF-07E2-FB33473BF452}"/>
              </a:ext>
            </a:extLst>
          </p:cNvPr>
          <p:cNvSpPr txBox="1"/>
          <p:nvPr/>
        </p:nvSpPr>
        <p:spPr>
          <a:xfrm rot="16200000">
            <a:off x="5787221" y="3497125"/>
            <a:ext cx="1812804" cy="369332"/>
          </a:xfrm>
          <a:prstGeom prst="rect">
            <a:avLst/>
          </a:prstGeom>
          <a:noFill/>
        </p:spPr>
        <p:txBody>
          <a:bodyPr wrap="none" rtlCol="0">
            <a:spAutoFit/>
          </a:bodyPr>
          <a:lstStyle/>
          <a:p>
            <a:r>
              <a:rPr lang="en-US" dirty="0"/>
              <a:t>Prop. Of Amazing</a:t>
            </a:r>
          </a:p>
        </p:txBody>
      </p:sp>
      <p:grpSp>
        <p:nvGrpSpPr>
          <p:cNvPr id="36" name="Group 35">
            <a:extLst>
              <a:ext uri="{FF2B5EF4-FFF2-40B4-BE49-F238E27FC236}">
                <a16:creationId xmlns:a16="http://schemas.microsoft.com/office/drawing/2014/main" id="{F4213804-45F9-108E-1E21-39459FB83FD2}"/>
              </a:ext>
            </a:extLst>
          </p:cNvPr>
          <p:cNvGrpSpPr/>
          <p:nvPr/>
        </p:nvGrpSpPr>
        <p:grpSpPr>
          <a:xfrm>
            <a:off x="7210336" y="3622283"/>
            <a:ext cx="2647080" cy="142920"/>
            <a:chOff x="7210336" y="3622283"/>
            <a:chExt cx="2647080" cy="142920"/>
          </a:xfrm>
        </p:grpSpPr>
        <mc:AlternateContent xmlns:mc="http://schemas.openxmlformats.org/markup-compatibility/2006" xmlns:p14="http://schemas.microsoft.com/office/powerpoint/2010/main" xmlns:aink="http://schemas.microsoft.com/office/drawing/2016/ink">
          <mc:Choice Requires="p14 aink">
            <p:contentPart p14:bwMode="auto" r:id="rId20">
              <p14:nvContentPartPr>
                <p14:cNvPr id="26" name="Ink 25">
                  <a:extLst>
                    <a:ext uri="{FF2B5EF4-FFF2-40B4-BE49-F238E27FC236}">
                      <a16:creationId xmlns:a16="http://schemas.microsoft.com/office/drawing/2014/main" id="{CE8178EA-38F5-C083-AE98-090BD0165988}"/>
                    </a:ext>
                  </a:extLst>
                </p14:cNvPr>
                <p14:cNvContentPartPr/>
                <p14:nvPr/>
              </p14:nvContentPartPr>
              <p14:xfrm>
                <a:off x="7210336" y="3622283"/>
                <a:ext cx="2647080" cy="142920"/>
              </p14:xfrm>
            </p:contentPart>
          </mc:Choice>
          <mc:Fallback xmlns="">
            <p:pic>
              <p:nvPicPr>
                <p:cNvPr id="26" name="Ink 25">
                  <a:extLst>
                    <a:ext uri="{FF2B5EF4-FFF2-40B4-BE49-F238E27FC236}">
                      <a16:creationId xmlns:a16="http://schemas.microsoft.com/office/drawing/2014/main" id="{CE8178EA-38F5-C083-AE98-090BD0165988}"/>
                    </a:ext>
                  </a:extLst>
                </p:cNvPr>
                <p:cNvPicPr/>
                <p:nvPr/>
              </p:nvPicPr>
              <p:blipFill>
                <a:blip r:embed="rId21"/>
                <a:stretch>
                  <a:fillRect/>
                </a:stretch>
              </p:blipFill>
              <p:spPr>
                <a:xfrm>
                  <a:off x="7201336" y="3613643"/>
                  <a:ext cx="2664720" cy="1605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2">
              <p14:nvContentPartPr>
                <p14:cNvPr id="27" name="Ink 26">
                  <a:extLst>
                    <a:ext uri="{FF2B5EF4-FFF2-40B4-BE49-F238E27FC236}">
                      <a16:creationId xmlns:a16="http://schemas.microsoft.com/office/drawing/2014/main" id="{385D6C31-65F0-F04A-5831-24935C0D3DEE}"/>
                    </a:ext>
                  </a:extLst>
                </p14:cNvPr>
                <p14:cNvContentPartPr/>
                <p14:nvPr/>
              </p14:nvContentPartPr>
              <p14:xfrm>
                <a:off x="7315096" y="3695363"/>
                <a:ext cx="54000" cy="41040"/>
              </p14:xfrm>
            </p:contentPart>
          </mc:Choice>
          <mc:Fallback xmlns="">
            <p:pic>
              <p:nvPicPr>
                <p:cNvPr id="27" name="Ink 26">
                  <a:extLst>
                    <a:ext uri="{FF2B5EF4-FFF2-40B4-BE49-F238E27FC236}">
                      <a16:creationId xmlns:a16="http://schemas.microsoft.com/office/drawing/2014/main" id="{385D6C31-65F0-F04A-5831-24935C0D3DEE}"/>
                    </a:ext>
                  </a:extLst>
                </p:cNvPr>
                <p:cNvPicPr/>
                <p:nvPr/>
              </p:nvPicPr>
              <p:blipFill>
                <a:blip r:embed="rId23"/>
                <a:stretch>
                  <a:fillRect/>
                </a:stretch>
              </p:blipFill>
              <p:spPr>
                <a:xfrm>
                  <a:off x="7306096" y="3686723"/>
                  <a:ext cx="71640" cy="5868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4">
              <p14:nvContentPartPr>
                <p14:cNvPr id="29" name="Ink 28">
                  <a:extLst>
                    <a:ext uri="{FF2B5EF4-FFF2-40B4-BE49-F238E27FC236}">
                      <a16:creationId xmlns:a16="http://schemas.microsoft.com/office/drawing/2014/main" id="{010295A9-D29B-87D5-D2ED-0AE416F32BBD}"/>
                    </a:ext>
                  </a:extLst>
                </p14:cNvPr>
                <p14:cNvContentPartPr/>
                <p14:nvPr/>
              </p14:nvContentPartPr>
              <p14:xfrm>
                <a:off x="7644856" y="3722003"/>
                <a:ext cx="86040" cy="3600"/>
              </p14:xfrm>
            </p:contentPart>
          </mc:Choice>
          <mc:Fallback xmlns="">
            <p:pic>
              <p:nvPicPr>
                <p:cNvPr id="29" name="Ink 28">
                  <a:extLst>
                    <a:ext uri="{FF2B5EF4-FFF2-40B4-BE49-F238E27FC236}">
                      <a16:creationId xmlns:a16="http://schemas.microsoft.com/office/drawing/2014/main" id="{010295A9-D29B-87D5-D2ED-0AE416F32BBD}"/>
                    </a:ext>
                  </a:extLst>
                </p:cNvPr>
                <p:cNvPicPr/>
                <p:nvPr/>
              </p:nvPicPr>
              <p:blipFill>
                <a:blip r:embed="rId25"/>
                <a:stretch>
                  <a:fillRect/>
                </a:stretch>
              </p:blipFill>
              <p:spPr>
                <a:xfrm>
                  <a:off x="7636216" y="3713363"/>
                  <a:ext cx="103680" cy="212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6">
              <p14:nvContentPartPr>
                <p14:cNvPr id="31" name="Ink 30">
                  <a:extLst>
                    <a:ext uri="{FF2B5EF4-FFF2-40B4-BE49-F238E27FC236}">
                      <a16:creationId xmlns:a16="http://schemas.microsoft.com/office/drawing/2014/main" id="{2F9B83D1-99FE-E0FB-4957-81E9C4613762}"/>
                    </a:ext>
                  </a:extLst>
                </p14:cNvPr>
                <p14:cNvContentPartPr/>
                <p14:nvPr/>
              </p14:nvContentPartPr>
              <p14:xfrm>
                <a:off x="8010256" y="3678803"/>
                <a:ext cx="62640" cy="36720"/>
              </p14:xfrm>
            </p:contentPart>
          </mc:Choice>
          <mc:Fallback xmlns="">
            <p:pic>
              <p:nvPicPr>
                <p:cNvPr id="31" name="Ink 30">
                  <a:extLst>
                    <a:ext uri="{FF2B5EF4-FFF2-40B4-BE49-F238E27FC236}">
                      <a16:creationId xmlns:a16="http://schemas.microsoft.com/office/drawing/2014/main" id="{2F9B83D1-99FE-E0FB-4957-81E9C4613762}"/>
                    </a:ext>
                  </a:extLst>
                </p:cNvPr>
                <p:cNvPicPr/>
                <p:nvPr/>
              </p:nvPicPr>
              <p:blipFill>
                <a:blip r:embed="rId27"/>
                <a:stretch>
                  <a:fillRect/>
                </a:stretch>
              </p:blipFill>
              <p:spPr>
                <a:xfrm>
                  <a:off x="8001256" y="3669803"/>
                  <a:ext cx="80280" cy="543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8">
              <p14:nvContentPartPr>
                <p14:cNvPr id="33" name="Ink 32">
                  <a:extLst>
                    <a:ext uri="{FF2B5EF4-FFF2-40B4-BE49-F238E27FC236}">
                      <a16:creationId xmlns:a16="http://schemas.microsoft.com/office/drawing/2014/main" id="{D8BB0FA6-CD0C-3B10-7A75-DE6F2CADA3CC}"/>
                    </a:ext>
                  </a:extLst>
                </p14:cNvPr>
                <p14:cNvContentPartPr/>
                <p14:nvPr/>
              </p14:nvContentPartPr>
              <p14:xfrm>
                <a:off x="8563936" y="3689243"/>
                <a:ext cx="36360" cy="43560"/>
              </p14:xfrm>
            </p:contentPart>
          </mc:Choice>
          <mc:Fallback xmlns="">
            <p:pic>
              <p:nvPicPr>
                <p:cNvPr id="33" name="Ink 32">
                  <a:extLst>
                    <a:ext uri="{FF2B5EF4-FFF2-40B4-BE49-F238E27FC236}">
                      <a16:creationId xmlns:a16="http://schemas.microsoft.com/office/drawing/2014/main" id="{D8BB0FA6-CD0C-3B10-7A75-DE6F2CADA3CC}"/>
                    </a:ext>
                  </a:extLst>
                </p:cNvPr>
                <p:cNvPicPr/>
                <p:nvPr/>
              </p:nvPicPr>
              <p:blipFill>
                <a:blip r:embed="rId29"/>
                <a:stretch>
                  <a:fillRect/>
                </a:stretch>
              </p:blipFill>
              <p:spPr>
                <a:xfrm>
                  <a:off x="8554936" y="3680603"/>
                  <a:ext cx="54000" cy="61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30">
              <p14:nvContentPartPr>
                <p14:cNvPr id="35" name="Ink 34">
                  <a:extLst>
                    <a:ext uri="{FF2B5EF4-FFF2-40B4-BE49-F238E27FC236}">
                      <a16:creationId xmlns:a16="http://schemas.microsoft.com/office/drawing/2014/main" id="{2542687B-EB08-1231-587C-1B94FB0470C0}"/>
                    </a:ext>
                  </a:extLst>
                </p14:cNvPr>
                <p14:cNvContentPartPr/>
                <p14:nvPr/>
              </p14:nvContentPartPr>
              <p14:xfrm>
                <a:off x="9047416" y="3625883"/>
                <a:ext cx="10440" cy="27360"/>
              </p14:xfrm>
            </p:contentPart>
          </mc:Choice>
          <mc:Fallback xmlns="">
            <p:pic>
              <p:nvPicPr>
                <p:cNvPr id="35" name="Ink 34">
                  <a:extLst>
                    <a:ext uri="{FF2B5EF4-FFF2-40B4-BE49-F238E27FC236}">
                      <a16:creationId xmlns:a16="http://schemas.microsoft.com/office/drawing/2014/main" id="{2542687B-EB08-1231-587C-1B94FB0470C0}"/>
                    </a:ext>
                  </a:extLst>
                </p:cNvPr>
                <p:cNvPicPr/>
                <p:nvPr/>
              </p:nvPicPr>
              <p:blipFill>
                <a:blip r:embed="rId31"/>
                <a:stretch>
                  <a:fillRect/>
                </a:stretch>
              </p:blipFill>
              <p:spPr>
                <a:xfrm>
                  <a:off x="9038776" y="3617243"/>
                  <a:ext cx="28080" cy="4500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32">
            <p14:nvContentPartPr>
              <p14:cNvPr id="37" name="Ink 36">
                <a:extLst>
                  <a:ext uri="{FF2B5EF4-FFF2-40B4-BE49-F238E27FC236}">
                    <a16:creationId xmlns:a16="http://schemas.microsoft.com/office/drawing/2014/main" id="{A58D75F2-6DED-FFAE-B9D9-7A892D68B2D1}"/>
                  </a:ext>
                </a:extLst>
              </p14:cNvPr>
              <p14:cNvContentPartPr/>
              <p14:nvPr/>
            </p14:nvContentPartPr>
            <p14:xfrm>
              <a:off x="9452416" y="3735323"/>
              <a:ext cx="35280" cy="3960"/>
            </p14:xfrm>
          </p:contentPart>
        </mc:Choice>
        <mc:Fallback xmlns="">
          <p:pic>
            <p:nvPicPr>
              <p:cNvPr id="37" name="Ink 36">
                <a:extLst>
                  <a:ext uri="{FF2B5EF4-FFF2-40B4-BE49-F238E27FC236}">
                    <a16:creationId xmlns:a16="http://schemas.microsoft.com/office/drawing/2014/main" id="{A58D75F2-6DED-FFAE-B9D9-7A892D68B2D1}"/>
                  </a:ext>
                </a:extLst>
              </p:cNvPr>
              <p:cNvPicPr/>
              <p:nvPr/>
            </p:nvPicPr>
            <p:blipFill>
              <a:blip r:embed="rId33"/>
              <a:stretch>
                <a:fillRect/>
              </a:stretch>
            </p:blipFill>
            <p:spPr>
              <a:xfrm>
                <a:off x="9443416" y="3726683"/>
                <a:ext cx="52920" cy="21600"/>
              </a:xfrm>
              <a:prstGeom prst="rect">
                <a:avLst/>
              </a:prstGeom>
            </p:spPr>
          </p:pic>
        </mc:Fallback>
      </mc:AlternateContent>
    </p:spTree>
    <p:extLst>
      <p:ext uri="{BB962C8B-B14F-4D97-AF65-F5344CB8AC3E}">
        <p14:creationId xmlns:p14="http://schemas.microsoft.com/office/powerpoint/2010/main" val="1839844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Straight Arrow Connector 1">
            <a:extLst>
              <a:ext uri="{FF2B5EF4-FFF2-40B4-BE49-F238E27FC236}">
                <a16:creationId xmlns:a16="http://schemas.microsoft.com/office/drawing/2014/main" id="{E041E67D-16EB-1535-705D-3800D14A2926}"/>
              </a:ext>
            </a:extLst>
          </p:cNvPr>
          <p:cNvCxnSpPr>
            <a:cxnSpLocks/>
          </p:cNvCxnSpPr>
          <p:nvPr/>
        </p:nvCxnSpPr>
        <p:spPr>
          <a:xfrm flipV="1">
            <a:off x="2015986" y="2308835"/>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F0964B6B-AB91-A832-0B6A-A4AD0495A8C3}"/>
              </a:ext>
            </a:extLst>
          </p:cNvPr>
          <p:cNvCxnSpPr>
            <a:cxnSpLocks/>
          </p:cNvCxnSpPr>
          <p:nvPr/>
        </p:nvCxnSpPr>
        <p:spPr>
          <a:xfrm>
            <a:off x="1887831" y="4908726"/>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77063B13-A624-B381-1955-27EBC2A285A9}"/>
              </a:ext>
            </a:extLst>
          </p:cNvPr>
          <p:cNvSpPr txBox="1"/>
          <p:nvPr/>
        </p:nvSpPr>
        <p:spPr>
          <a:xfrm rot="16200000">
            <a:off x="1048660" y="3508973"/>
            <a:ext cx="1309013" cy="369332"/>
          </a:xfrm>
          <a:prstGeom prst="rect">
            <a:avLst/>
          </a:prstGeom>
          <a:noFill/>
        </p:spPr>
        <p:txBody>
          <a:bodyPr wrap="none" rtlCol="0">
            <a:spAutoFit/>
          </a:bodyPr>
          <a:lstStyle/>
          <a:p>
            <a:r>
              <a:rPr lang="en-US" dirty="0"/>
              <a:t>Total tokens</a:t>
            </a:r>
          </a:p>
        </p:txBody>
      </p:sp>
      <p:sp>
        <p:nvSpPr>
          <p:cNvPr id="5" name="TextBox 4">
            <a:extLst>
              <a:ext uri="{FF2B5EF4-FFF2-40B4-BE49-F238E27FC236}">
                <a16:creationId xmlns:a16="http://schemas.microsoft.com/office/drawing/2014/main" id="{4B66856C-F002-8DC7-B817-4629DB1A87DD}"/>
              </a:ext>
            </a:extLst>
          </p:cNvPr>
          <p:cNvSpPr txBox="1"/>
          <p:nvPr/>
        </p:nvSpPr>
        <p:spPr>
          <a:xfrm>
            <a:off x="3247588" y="4908726"/>
            <a:ext cx="716415" cy="369332"/>
          </a:xfrm>
          <a:prstGeom prst="rect">
            <a:avLst/>
          </a:prstGeom>
          <a:noFill/>
        </p:spPr>
        <p:txBody>
          <a:bodyPr wrap="none" rtlCol="0">
            <a:spAutoFit/>
          </a:bodyPr>
          <a:lstStyle/>
          <a:p>
            <a:r>
              <a:rPr lang="en-US" dirty="0"/>
              <a:t>Week</a:t>
            </a:r>
          </a:p>
        </p:txBody>
      </p:sp>
      <p:cxnSp>
        <p:nvCxnSpPr>
          <p:cNvPr id="17" name="Straight Arrow Connector 16">
            <a:extLst>
              <a:ext uri="{FF2B5EF4-FFF2-40B4-BE49-F238E27FC236}">
                <a16:creationId xmlns:a16="http://schemas.microsoft.com/office/drawing/2014/main" id="{FDC65FD2-BD70-A564-1FAE-0E19A1DBF9EF}"/>
              </a:ext>
            </a:extLst>
          </p:cNvPr>
          <p:cNvCxnSpPr>
            <a:cxnSpLocks/>
          </p:cNvCxnSpPr>
          <p:nvPr/>
        </p:nvCxnSpPr>
        <p:spPr>
          <a:xfrm flipV="1">
            <a:off x="6996395" y="2265948"/>
            <a:ext cx="0" cy="2769609"/>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C08890B5-818A-BEA8-72AD-E0C141B4CCC0}"/>
              </a:ext>
            </a:extLst>
          </p:cNvPr>
          <p:cNvCxnSpPr>
            <a:cxnSpLocks/>
          </p:cNvCxnSpPr>
          <p:nvPr/>
        </p:nvCxnSpPr>
        <p:spPr>
          <a:xfrm>
            <a:off x="6868240" y="4865839"/>
            <a:ext cx="33077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689FF51-151C-DA16-B02A-9B1F0AAB5456}"/>
              </a:ext>
            </a:extLst>
          </p:cNvPr>
          <p:cNvSpPr txBox="1"/>
          <p:nvPr/>
        </p:nvSpPr>
        <p:spPr>
          <a:xfrm>
            <a:off x="8227997" y="4865839"/>
            <a:ext cx="716415" cy="369332"/>
          </a:xfrm>
          <a:prstGeom prst="rect">
            <a:avLst/>
          </a:prstGeom>
          <a:noFill/>
        </p:spPr>
        <p:txBody>
          <a:bodyPr wrap="none" rtlCol="0">
            <a:spAutoFit/>
          </a:bodyPr>
          <a:lstStyle/>
          <a:p>
            <a:r>
              <a:rPr lang="en-US" dirty="0"/>
              <a:t>Week</a:t>
            </a:r>
          </a:p>
        </p:txBody>
      </p:sp>
      <p:sp>
        <p:nvSpPr>
          <p:cNvPr id="20" name="TextBox 19">
            <a:extLst>
              <a:ext uri="{FF2B5EF4-FFF2-40B4-BE49-F238E27FC236}">
                <a16:creationId xmlns:a16="http://schemas.microsoft.com/office/drawing/2014/main" id="{7048BC85-DD23-60EF-EBDC-52AF97E98795}"/>
              </a:ext>
            </a:extLst>
          </p:cNvPr>
          <p:cNvSpPr txBox="1"/>
          <p:nvPr/>
        </p:nvSpPr>
        <p:spPr>
          <a:xfrm rot="16200000">
            <a:off x="5787221" y="3497125"/>
            <a:ext cx="1812804" cy="369332"/>
          </a:xfrm>
          <a:prstGeom prst="rect">
            <a:avLst/>
          </a:prstGeom>
          <a:noFill/>
        </p:spPr>
        <p:txBody>
          <a:bodyPr wrap="none" rtlCol="0">
            <a:spAutoFit/>
          </a:bodyPr>
          <a:lstStyle/>
          <a:p>
            <a:r>
              <a:rPr lang="en-US" dirty="0"/>
              <a:t>Prop. Of Amazing</a:t>
            </a:r>
          </a:p>
        </p:txBody>
      </p:sp>
      <p:grpSp>
        <p:nvGrpSpPr>
          <p:cNvPr id="33" name="Group 32">
            <a:extLst>
              <a:ext uri="{FF2B5EF4-FFF2-40B4-BE49-F238E27FC236}">
                <a16:creationId xmlns:a16="http://schemas.microsoft.com/office/drawing/2014/main" id="{0D347E94-8B52-159C-22B9-EFA19A84ED1D}"/>
              </a:ext>
            </a:extLst>
          </p:cNvPr>
          <p:cNvGrpSpPr/>
          <p:nvPr/>
        </p:nvGrpSpPr>
        <p:grpSpPr>
          <a:xfrm>
            <a:off x="2155576" y="1459403"/>
            <a:ext cx="2686680" cy="3079800"/>
            <a:chOff x="2155576" y="1459403"/>
            <a:chExt cx="2686680" cy="3079800"/>
          </a:xfrm>
        </p:grpSpPr>
        <mc:AlternateContent xmlns:mc="http://schemas.openxmlformats.org/markup-compatibility/2006" xmlns:p14="http://schemas.microsoft.com/office/powerpoint/2010/main" xmlns:aink="http://schemas.microsoft.com/office/drawing/2016/ink">
          <mc:Choice Requires="p14 aink">
            <p:contentPart p14:bwMode="auto" r:id="rId2">
              <p14:nvContentPartPr>
                <p14:cNvPr id="29" name="Ink 28">
                  <a:extLst>
                    <a:ext uri="{FF2B5EF4-FFF2-40B4-BE49-F238E27FC236}">
                      <a16:creationId xmlns:a16="http://schemas.microsoft.com/office/drawing/2014/main" id="{2EB2C10E-09AE-D5F1-F65F-6611DC4BF102}"/>
                    </a:ext>
                  </a:extLst>
                </p14:cNvPr>
                <p14:cNvContentPartPr/>
                <p14:nvPr/>
              </p14:nvContentPartPr>
              <p14:xfrm>
                <a:off x="2155576" y="1459403"/>
                <a:ext cx="2686680" cy="3079800"/>
              </p14:xfrm>
            </p:contentPart>
          </mc:Choice>
          <mc:Fallback xmlns="">
            <p:pic>
              <p:nvPicPr>
                <p:cNvPr id="29" name="Ink 28">
                  <a:extLst>
                    <a:ext uri="{FF2B5EF4-FFF2-40B4-BE49-F238E27FC236}">
                      <a16:creationId xmlns:a16="http://schemas.microsoft.com/office/drawing/2014/main" id="{2EB2C10E-09AE-D5F1-F65F-6611DC4BF102}"/>
                    </a:ext>
                  </a:extLst>
                </p:cNvPr>
                <p:cNvPicPr/>
                <p:nvPr/>
              </p:nvPicPr>
              <p:blipFill>
                <a:blip r:embed="rId3"/>
                <a:stretch>
                  <a:fillRect/>
                </a:stretch>
              </p:blipFill>
              <p:spPr>
                <a:xfrm>
                  <a:off x="2146936" y="1450403"/>
                  <a:ext cx="2704320" cy="30974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4">
              <p14:nvContentPartPr>
                <p14:cNvPr id="30" name="Ink 29">
                  <a:extLst>
                    <a:ext uri="{FF2B5EF4-FFF2-40B4-BE49-F238E27FC236}">
                      <a16:creationId xmlns:a16="http://schemas.microsoft.com/office/drawing/2014/main" id="{7CBCB4CA-B6AF-17D5-292D-F3F013D67EC6}"/>
                    </a:ext>
                  </a:extLst>
                </p14:cNvPr>
                <p14:cNvContentPartPr/>
                <p14:nvPr/>
              </p14:nvContentPartPr>
              <p14:xfrm>
                <a:off x="2851816" y="4093883"/>
                <a:ext cx="57960" cy="360"/>
              </p14:xfrm>
            </p:contentPart>
          </mc:Choice>
          <mc:Fallback xmlns="">
            <p:pic>
              <p:nvPicPr>
                <p:cNvPr id="30" name="Ink 29">
                  <a:extLst>
                    <a:ext uri="{FF2B5EF4-FFF2-40B4-BE49-F238E27FC236}">
                      <a16:creationId xmlns:a16="http://schemas.microsoft.com/office/drawing/2014/main" id="{7CBCB4CA-B6AF-17D5-292D-F3F013D67EC6}"/>
                    </a:ext>
                  </a:extLst>
                </p:cNvPr>
                <p:cNvPicPr/>
                <p:nvPr/>
              </p:nvPicPr>
              <p:blipFill>
                <a:blip r:embed="rId5"/>
                <a:stretch>
                  <a:fillRect/>
                </a:stretch>
              </p:blipFill>
              <p:spPr>
                <a:xfrm>
                  <a:off x="2842816" y="4085243"/>
                  <a:ext cx="7560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32" name="Ink 31">
                  <a:extLst>
                    <a:ext uri="{FF2B5EF4-FFF2-40B4-BE49-F238E27FC236}">
                      <a16:creationId xmlns:a16="http://schemas.microsoft.com/office/drawing/2014/main" id="{9AC03862-4427-727D-26F5-7F2558E4DAC0}"/>
                    </a:ext>
                  </a:extLst>
                </p14:cNvPr>
                <p14:cNvContentPartPr/>
                <p14:nvPr/>
              </p14:nvContentPartPr>
              <p14:xfrm>
                <a:off x="3139816" y="3532283"/>
                <a:ext cx="3600" cy="109080"/>
              </p14:xfrm>
            </p:contentPart>
          </mc:Choice>
          <mc:Fallback xmlns="">
            <p:pic>
              <p:nvPicPr>
                <p:cNvPr id="32" name="Ink 31">
                  <a:extLst>
                    <a:ext uri="{FF2B5EF4-FFF2-40B4-BE49-F238E27FC236}">
                      <a16:creationId xmlns:a16="http://schemas.microsoft.com/office/drawing/2014/main" id="{9AC03862-4427-727D-26F5-7F2558E4DAC0}"/>
                    </a:ext>
                  </a:extLst>
                </p:cNvPr>
                <p:cNvPicPr/>
                <p:nvPr/>
              </p:nvPicPr>
              <p:blipFill>
                <a:blip r:embed="rId7"/>
                <a:stretch>
                  <a:fillRect/>
                </a:stretch>
              </p:blipFill>
              <p:spPr>
                <a:xfrm>
                  <a:off x="3131176" y="3523283"/>
                  <a:ext cx="21240" cy="12672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8">
            <p14:nvContentPartPr>
              <p14:cNvPr id="34" name="Ink 33">
                <a:extLst>
                  <a:ext uri="{FF2B5EF4-FFF2-40B4-BE49-F238E27FC236}">
                    <a16:creationId xmlns:a16="http://schemas.microsoft.com/office/drawing/2014/main" id="{278E6537-7BA1-4AF5-2B81-117536C69219}"/>
                  </a:ext>
                </a:extLst>
              </p14:cNvPr>
              <p14:cNvContentPartPr/>
              <p14:nvPr/>
            </p14:nvContentPartPr>
            <p14:xfrm>
              <a:off x="3304696" y="2994803"/>
              <a:ext cx="360" cy="360"/>
            </p14:xfrm>
          </p:contentPart>
        </mc:Choice>
        <mc:Fallback xmlns="">
          <p:pic>
            <p:nvPicPr>
              <p:cNvPr id="34" name="Ink 33">
                <a:extLst>
                  <a:ext uri="{FF2B5EF4-FFF2-40B4-BE49-F238E27FC236}">
                    <a16:creationId xmlns:a16="http://schemas.microsoft.com/office/drawing/2014/main" id="{278E6537-7BA1-4AF5-2B81-117536C69219}"/>
                  </a:ext>
                </a:extLst>
              </p:cNvPr>
              <p:cNvPicPr/>
              <p:nvPr/>
            </p:nvPicPr>
            <p:blipFill>
              <a:blip r:embed="rId9"/>
              <a:stretch>
                <a:fillRect/>
              </a:stretch>
            </p:blipFill>
            <p:spPr>
              <a:xfrm>
                <a:off x="3296056" y="2986163"/>
                <a:ext cx="1800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35" name="Ink 34">
                <a:extLst>
                  <a:ext uri="{FF2B5EF4-FFF2-40B4-BE49-F238E27FC236}">
                    <a16:creationId xmlns:a16="http://schemas.microsoft.com/office/drawing/2014/main" id="{BC045CBB-7721-E180-E763-47ED90A258F1}"/>
                  </a:ext>
                </a:extLst>
              </p14:cNvPr>
              <p14:cNvContentPartPr/>
              <p14:nvPr/>
            </p14:nvContentPartPr>
            <p14:xfrm>
              <a:off x="3621856" y="2381723"/>
              <a:ext cx="360" cy="360"/>
            </p14:xfrm>
          </p:contentPart>
        </mc:Choice>
        <mc:Fallback xmlns="">
          <p:pic>
            <p:nvPicPr>
              <p:cNvPr id="35" name="Ink 34">
                <a:extLst>
                  <a:ext uri="{FF2B5EF4-FFF2-40B4-BE49-F238E27FC236}">
                    <a16:creationId xmlns:a16="http://schemas.microsoft.com/office/drawing/2014/main" id="{BC045CBB-7721-E180-E763-47ED90A258F1}"/>
                  </a:ext>
                </a:extLst>
              </p:cNvPr>
              <p:cNvPicPr/>
              <p:nvPr/>
            </p:nvPicPr>
            <p:blipFill>
              <a:blip r:embed="rId11"/>
              <a:stretch>
                <a:fillRect/>
              </a:stretch>
            </p:blipFill>
            <p:spPr>
              <a:xfrm>
                <a:off x="3613216" y="2372723"/>
                <a:ext cx="1800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2">
            <p14:nvContentPartPr>
              <p14:cNvPr id="36" name="Ink 35">
                <a:extLst>
                  <a:ext uri="{FF2B5EF4-FFF2-40B4-BE49-F238E27FC236}">
                    <a16:creationId xmlns:a16="http://schemas.microsoft.com/office/drawing/2014/main" id="{BEEFBBF6-DB2F-4100-A376-18005251A996}"/>
                  </a:ext>
                </a:extLst>
              </p14:cNvPr>
              <p14:cNvContentPartPr/>
              <p14:nvPr/>
            </p14:nvContentPartPr>
            <p14:xfrm>
              <a:off x="3846496" y="1868723"/>
              <a:ext cx="360" cy="27720"/>
            </p14:xfrm>
          </p:contentPart>
        </mc:Choice>
        <mc:Fallback xmlns="">
          <p:pic>
            <p:nvPicPr>
              <p:cNvPr id="36" name="Ink 35">
                <a:extLst>
                  <a:ext uri="{FF2B5EF4-FFF2-40B4-BE49-F238E27FC236}">
                    <a16:creationId xmlns:a16="http://schemas.microsoft.com/office/drawing/2014/main" id="{BEEFBBF6-DB2F-4100-A376-18005251A996}"/>
                  </a:ext>
                </a:extLst>
              </p:cNvPr>
              <p:cNvPicPr/>
              <p:nvPr/>
            </p:nvPicPr>
            <p:blipFill>
              <a:blip r:embed="rId13"/>
              <a:stretch>
                <a:fillRect/>
              </a:stretch>
            </p:blipFill>
            <p:spPr>
              <a:xfrm>
                <a:off x="3837496" y="1860083"/>
                <a:ext cx="18000" cy="453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4">
            <p14:nvContentPartPr>
              <p14:cNvPr id="37" name="Ink 36">
                <a:extLst>
                  <a:ext uri="{FF2B5EF4-FFF2-40B4-BE49-F238E27FC236}">
                    <a16:creationId xmlns:a16="http://schemas.microsoft.com/office/drawing/2014/main" id="{8CB74D4E-7F2C-05F8-75E9-47931C6986EF}"/>
                  </a:ext>
                </a:extLst>
              </p14:cNvPr>
              <p14:cNvContentPartPr/>
              <p14:nvPr/>
            </p14:nvContentPartPr>
            <p14:xfrm>
              <a:off x="4092376" y="1725443"/>
              <a:ext cx="3600" cy="360"/>
            </p14:xfrm>
          </p:contentPart>
        </mc:Choice>
        <mc:Fallback xmlns="">
          <p:pic>
            <p:nvPicPr>
              <p:cNvPr id="37" name="Ink 36">
                <a:extLst>
                  <a:ext uri="{FF2B5EF4-FFF2-40B4-BE49-F238E27FC236}">
                    <a16:creationId xmlns:a16="http://schemas.microsoft.com/office/drawing/2014/main" id="{8CB74D4E-7F2C-05F8-75E9-47931C6986EF}"/>
                  </a:ext>
                </a:extLst>
              </p:cNvPr>
              <p:cNvPicPr/>
              <p:nvPr/>
            </p:nvPicPr>
            <p:blipFill>
              <a:blip r:embed="rId15"/>
              <a:stretch>
                <a:fillRect/>
              </a:stretch>
            </p:blipFill>
            <p:spPr>
              <a:xfrm>
                <a:off x="4083736" y="1716443"/>
                <a:ext cx="21240" cy="18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40" name="Ink 39">
                <a:extLst>
                  <a:ext uri="{FF2B5EF4-FFF2-40B4-BE49-F238E27FC236}">
                    <a16:creationId xmlns:a16="http://schemas.microsoft.com/office/drawing/2014/main" id="{C1C628D3-47BC-6FBB-2A23-70F833FAE5EB}"/>
                  </a:ext>
                </a:extLst>
              </p14:cNvPr>
              <p14:cNvContentPartPr/>
              <p14:nvPr/>
            </p14:nvContentPartPr>
            <p14:xfrm>
              <a:off x="4599616" y="1476323"/>
              <a:ext cx="360" cy="360"/>
            </p14:xfrm>
          </p:contentPart>
        </mc:Choice>
        <mc:Fallback xmlns="">
          <p:pic>
            <p:nvPicPr>
              <p:cNvPr id="40" name="Ink 39">
                <a:extLst>
                  <a:ext uri="{FF2B5EF4-FFF2-40B4-BE49-F238E27FC236}">
                    <a16:creationId xmlns:a16="http://schemas.microsoft.com/office/drawing/2014/main" id="{C1C628D3-47BC-6FBB-2A23-70F833FAE5EB}"/>
                  </a:ext>
                </a:extLst>
              </p:cNvPr>
              <p:cNvPicPr/>
              <p:nvPr/>
            </p:nvPicPr>
            <p:blipFill>
              <a:blip r:embed="rId17"/>
              <a:stretch>
                <a:fillRect/>
              </a:stretch>
            </p:blipFill>
            <p:spPr>
              <a:xfrm>
                <a:off x="4590616" y="1467323"/>
                <a:ext cx="18000" cy="18000"/>
              </a:xfrm>
              <a:prstGeom prst="rect">
                <a:avLst/>
              </a:prstGeom>
            </p:spPr>
          </p:pic>
        </mc:Fallback>
      </mc:AlternateContent>
      <p:grpSp>
        <p:nvGrpSpPr>
          <p:cNvPr id="49" name="Group 48">
            <a:extLst>
              <a:ext uri="{FF2B5EF4-FFF2-40B4-BE49-F238E27FC236}">
                <a16:creationId xmlns:a16="http://schemas.microsoft.com/office/drawing/2014/main" id="{4B3618B7-FC32-E580-56D7-AC898BE8EFC2}"/>
              </a:ext>
            </a:extLst>
          </p:cNvPr>
          <p:cNvGrpSpPr/>
          <p:nvPr/>
        </p:nvGrpSpPr>
        <p:grpSpPr>
          <a:xfrm>
            <a:off x="7392856" y="2581523"/>
            <a:ext cx="2499840" cy="2004840"/>
            <a:chOff x="7392856" y="2581523"/>
            <a:chExt cx="2499840" cy="2004840"/>
          </a:xfrm>
        </p:grpSpPr>
        <mc:AlternateContent xmlns:mc="http://schemas.openxmlformats.org/markup-compatibility/2006" xmlns:p14="http://schemas.microsoft.com/office/powerpoint/2010/main" xmlns:aink="http://schemas.microsoft.com/office/drawing/2016/ink">
          <mc:Choice Requires="p14 aink">
            <p:contentPart p14:bwMode="auto" r:id="rId18">
              <p14:nvContentPartPr>
                <p14:cNvPr id="41" name="Ink 40">
                  <a:extLst>
                    <a:ext uri="{FF2B5EF4-FFF2-40B4-BE49-F238E27FC236}">
                      <a16:creationId xmlns:a16="http://schemas.microsoft.com/office/drawing/2014/main" id="{3DB9AE09-8CBB-90B8-4C36-5C4F309343FF}"/>
                    </a:ext>
                  </a:extLst>
                </p14:cNvPr>
                <p14:cNvContentPartPr/>
                <p14:nvPr/>
              </p14:nvContentPartPr>
              <p14:xfrm>
                <a:off x="7392856" y="2581523"/>
                <a:ext cx="2499840" cy="2004840"/>
              </p14:xfrm>
            </p:contentPart>
          </mc:Choice>
          <mc:Fallback xmlns="">
            <p:pic>
              <p:nvPicPr>
                <p:cNvPr id="41" name="Ink 40">
                  <a:extLst>
                    <a:ext uri="{FF2B5EF4-FFF2-40B4-BE49-F238E27FC236}">
                      <a16:creationId xmlns:a16="http://schemas.microsoft.com/office/drawing/2014/main" id="{3DB9AE09-8CBB-90B8-4C36-5C4F309343FF}"/>
                    </a:ext>
                  </a:extLst>
                </p:cNvPr>
                <p:cNvPicPr/>
                <p:nvPr/>
              </p:nvPicPr>
              <p:blipFill>
                <a:blip r:embed="rId19"/>
                <a:stretch>
                  <a:fillRect/>
                </a:stretch>
              </p:blipFill>
              <p:spPr>
                <a:xfrm>
                  <a:off x="7384216" y="2572883"/>
                  <a:ext cx="2517480" cy="202248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0">
              <p14:nvContentPartPr>
                <p14:cNvPr id="42" name="Ink 41">
                  <a:extLst>
                    <a:ext uri="{FF2B5EF4-FFF2-40B4-BE49-F238E27FC236}">
                      <a16:creationId xmlns:a16="http://schemas.microsoft.com/office/drawing/2014/main" id="{290DB31D-5E3B-8703-7FC0-58CB516453AD}"/>
                    </a:ext>
                  </a:extLst>
                </p14:cNvPr>
                <p14:cNvContentPartPr/>
                <p14:nvPr/>
              </p14:nvContentPartPr>
              <p14:xfrm>
                <a:off x="7796416" y="2838563"/>
                <a:ext cx="34920" cy="70920"/>
              </p14:xfrm>
            </p:contentPart>
          </mc:Choice>
          <mc:Fallback xmlns="">
            <p:pic>
              <p:nvPicPr>
                <p:cNvPr id="42" name="Ink 41">
                  <a:extLst>
                    <a:ext uri="{FF2B5EF4-FFF2-40B4-BE49-F238E27FC236}">
                      <a16:creationId xmlns:a16="http://schemas.microsoft.com/office/drawing/2014/main" id="{290DB31D-5E3B-8703-7FC0-58CB516453AD}"/>
                    </a:ext>
                  </a:extLst>
                </p:cNvPr>
                <p:cNvPicPr/>
                <p:nvPr/>
              </p:nvPicPr>
              <p:blipFill>
                <a:blip r:embed="rId21"/>
                <a:stretch>
                  <a:fillRect/>
                </a:stretch>
              </p:blipFill>
              <p:spPr>
                <a:xfrm>
                  <a:off x="7787776" y="2829923"/>
                  <a:ext cx="52560" cy="885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2">
              <p14:nvContentPartPr>
                <p14:cNvPr id="44" name="Ink 43">
                  <a:extLst>
                    <a:ext uri="{FF2B5EF4-FFF2-40B4-BE49-F238E27FC236}">
                      <a16:creationId xmlns:a16="http://schemas.microsoft.com/office/drawing/2014/main" id="{12591777-3CDB-BF37-5056-9F34CCAC4B53}"/>
                    </a:ext>
                  </a:extLst>
                </p14:cNvPr>
                <p14:cNvContentPartPr/>
                <p14:nvPr/>
              </p14:nvContentPartPr>
              <p14:xfrm>
                <a:off x="8140936" y="3126563"/>
                <a:ext cx="42120" cy="43560"/>
              </p14:xfrm>
            </p:contentPart>
          </mc:Choice>
          <mc:Fallback xmlns="">
            <p:pic>
              <p:nvPicPr>
                <p:cNvPr id="44" name="Ink 43">
                  <a:extLst>
                    <a:ext uri="{FF2B5EF4-FFF2-40B4-BE49-F238E27FC236}">
                      <a16:creationId xmlns:a16="http://schemas.microsoft.com/office/drawing/2014/main" id="{12591777-3CDB-BF37-5056-9F34CCAC4B53}"/>
                    </a:ext>
                  </a:extLst>
                </p:cNvPr>
                <p:cNvPicPr/>
                <p:nvPr/>
              </p:nvPicPr>
              <p:blipFill>
                <a:blip r:embed="rId23"/>
                <a:stretch>
                  <a:fillRect/>
                </a:stretch>
              </p:blipFill>
              <p:spPr>
                <a:xfrm>
                  <a:off x="8131936" y="3117923"/>
                  <a:ext cx="59760" cy="61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4">
              <p14:nvContentPartPr>
                <p14:cNvPr id="46" name="Ink 45">
                  <a:extLst>
                    <a:ext uri="{FF2B5EF4-FFF2-40B4-BE49-F238E27FC236}">
                      <a16:creationId xmlns:a16="http://schemas.microsoft.com/office/drawing/2014/main" id="{A5778912-B353-EBC1-FEA2-7698CB6DE4DF}"/>
                    </a:ext>
                  </a:extLst>
                </p14:cNvPr>
                <p14:cNvContentPartPr/>
                <p14:nvPr/>
              </p14:nvContentPartPr>
              <p14:xfrm>
                <a:off x="8609296" y="3357323"/>
                <a:ext cx="9720" cy="20520"/>
              </p14:xfrm>
            </p:contentPart>
          </mc:Choice>
          <mc:Fallback xmlns="">
            <p:pic>
              <p:nvPicPr>
                <p:cNvPr id="46" name="Ink 45">
                  <a:extLst>
                    <a:ext uri="{FF2B5EF4-FFF2-40B4-BE49-F238E27FC236}">
                      <a16:creationId xmlns:a16="http://schemas.microsoft.com/office/drawing/2014/main" id="{A5778912-B353-EBC1-FEA2-7698CB6DE4DF}"/>
                    </a:ext>
                  </a:extLst>
                </p:cNvPr>
                <p:cNvPicPr/>
                <p:nvPr/>
              </p:nvPicPr>
              <p:blipFill>
                <a:blip r:embed="rId25"/>
                <a:stretch>
                  <a:fillRect/>
                </a:stretch>
              </p:blipFill>
              <p:spPr>
                <a:xfrm>
                  <a:off x="8600656" y="3348683"/>
                  <a:ext cx="27360" cy="3816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26">
              <p14:nvContentPartPr>
                <p14:cNvPr id="48" name="Ink 47">
                  <a:extLst>
                    <a:ext uri="{FF2B5EF4-FFF2-40B4-BE49-F238E27FC236}">
                      <a16:creationId xmlns:a16="http://schemas.microsoft.com/office/drawing/2014/main" id="{A4E59899-ABBA-13E2-75D5-9317A1A5B618}"/>
                    </a:ext>
                  </a:extLst>
                </p14:cNvPr>
                <p14:cNvContentPartPr/>
                <p14:nvPr/>
              </p14:nvContentPartPr>
              <p14:xfrm>
                <a:off x="9155416" y="3612203"/>
                <a:ext cx="26280" cy="28080"/>
              </p14:xfrm>
            </p:contentPart>
          </mc:Choice>
          <mc:Fallback xmlns="">
            <p:pic>
              <p:nvPicPr>
                <p:cNvPr id="48" name="Ink 47">
                  <a:extLst>
                    <a:ext uri="{FF2B5EF4-FFF2-40B4-BE49-F238E27FC236}">
                      <a16:creationId xmlns:a16="http://schemas.microsoft.com/office/drawing/2014/main" id="{A4E59899-ABBA-13E2-75D5-9317A1A5B618}"/>
                    </a:ext>
                  </a:extLst>
                </p:cNvPr>
                <p:cNvPicPr/>
                <p:nvPr/>
              </p:nvPicPr>
              <p:blipFill>
                <a:blip r:embed="rId27"/>
                <a:stretch>
                  <a:fillRect/>
                </a:stretch>
              </p:blipFill>
              <p:spPr>
                <a:xfrm>
                  <a:off x="9146776" y="3603203"/>
                  <a:ext cx="43920" cy="45720"/>
                </a:xfrm>
                <a:prstGeom prst="rect">
                  <a:avLst/>
                </a:prstGeom>
              </p:spPr>
            </p:pic>
          </mc:Fallback>
        </mc:AlternateContent>
      </p:grpSp>
      <mc:AlternateContent xmlns:mc="http://schemas.openxmlformats.org/markup-compatibility/2006" xmlns:p14="http://schemas.microsoft.com/office/powerpoint/2010/main" xmlns:aink="http://schemas.microsoft.com/office/drawing/2016/ink">
        <mc:Choice Requires="p14 aink">
          <p:contentPart p14:bwMode="auto" r:id="rId28">
            <p14:nvContentPartPr>
              <p14:cNvPr id="50" name="Ink 49">
                <a:extLst>
                  <a:ext uri="{FF2B5EF4-FFF2-40B4-BE49-F238E27FC236}">
                    <a16:creationId xmlns:a16="http://schemas.microsoft.com/office/drawing/2014/main" id="{B69F75A2-7AC0-3927-F6C1-6CE1A32CB578}"/>
                  </a:ext>
                </a:extLst>
              </p14:cNvPr>
              <p14:cNvContentPartPr/>
              <p14:nvPr/>
            </p14:nvContentPartPr>
            <p14:xfrm>
              <a:off x="9567256" y="3955283"/>
              <a:ext cx="360" cy="3600"/>
            </p14:xfrm>
          </p:contentPart>
        </mc:Choice>
        <mc:Fallback xmlns="">
          <p:pic>
            <p:nvPicPr>
              <p:cNvPr id="50" name="Ink 49">
                <a:extLst>
                  <a:ext uri="{FF2B5EF4-FFF2-40B4-BE49-F238E27FC236}">
                    <a16:creationId xmlns:a16="http://schemas.microsoft.com/office/drawing/2014/main" id="{B69F75A2-7AC0-3927-F6C1-6CE1A32CB578}"/>
                  </a:ext>
                </a:extLst>
              </p:cNvPr>
              <p:cNvPicPr/>
              <p:nvPr/>
            </p:nvPicPr>
            <p:blipFill>
              <a:blip r:embed="rId29"/>
              <a:stretch>
                <a:fillRect/>
              </a:stretch>
            </p:blipFill>
            <p:spPr>
              <a:xfrm>
                <a:off x="9558616" y="3946643"/>
                <a:ext cx="18000" cy="2124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30">
            <p14:nvContentPartPr>
              <p14:cNvPr id="51" name="Ink 50">
                <a:extLst>
                  <a:ext uri="{FF2B5EF4-FFF2-40B4-BE49-F238E27FC236}">
                    <a16:creationId xmlns:a16="http://schemas.microsoft.com/office/drawing/2014/main" id="{25500BB0-5DD0-7CDD-EEC9-4ACFF8D5AF5C}"/>
                  </a:ext>
                </a:extLst>
              </p14:cNvPr>
              <p14:cNvContentPartPr/>
              <p14:nvPr/>
            </p14:nvContentPartPr>
            <p14:xfrm>
              <a:off x="9842296" y="4279643"/>
              <a:ext cx="6840" cy="13680"/>
            </p14:xfrm>
          </p:contentPart>
        </mc:Choice>
        <mc:Fallback xmlns="">
          <p:pic>
            <p:nvPicPr>
              <p:cNvPr id="51" name="Ink 50">
                <a:extLst>
                  <a:ext uri="{FF2B5EF4-FFF2-40B4-BE49-F238E27FC236}">
                    <a16:creationId xmlns:a16="http://schemas.microsoft.com/office/drawing/2014/main" id="{25500BB0-5DD0-7CDD-EEC9-4ACFF8D5AF5C}"/>
                  </a:ext>
                </a:extLst>
              </p:cNvPr>
              <p:cNvPicPr/>
              <p:nvPr/>
            </p:nvPicPr>
            <p:blipFill>
              <a:blip r:embed="rId31"/>
              <a:stretch>
                <a:fillRect/>
              </a:stretch>
            </p:blipFill>
            <p:spPr>
              <a:xfrm>
                <a:off x="9833656" y="4271003"/>
                <a:ext cx="24480" cy="31320"/>
              </a:xfrm>
              <a:prstGeom prst="rect">
                <a:avLst/>
              </a:prstGeom>
            </p:spPr>
          </p:pic>
        </mc:Fallback>
      </mc:AlternateContent>
      <p:pic>
        <p:nvPicPr>
          <p:cNvPr id="1026" name="Picture 2" descr="Waiting GIF - Waiting GIFs">
            <a:extLst>
              <a:ext uri="{FF2B5EF4-FFF2-40B4-BE49-F238E27FC236}">
                <a16:creationId xmlns:a16="http://schemas.microsoft.com/office/drawing/2014/main" id="{1DCC9F38-20B4-AF82-A524-343A793719CE}"/>
              </a:ext>
            </a:extLst>
          </p:cNvPr>
          <p:cNvPicPr>
            <a:picLocks noChangeAspect="1" noChangeArrowheads="1"/>
          </p:cNvPicPr>
          <p:nvPr/>
        </p:nvPicPr>
        <p:blipFill>
          <a:blip r:embed="rId32">
            <a:extLst>
              <a:ext uri="{28A0092B-C50C-407E-A947-70E740481C1C}">
                <a14:useLocalDpi xmlns:a14="http://schemas.microsoft.com/office/drawing/2010/main" val="0"/>
              </a:ext>
            </a:extLst>
          </a:blip>
          <a:srcRect/>
          <a:stretch>
            <a:fillRect/>
          </a:stretch>
        </p:blipFill>
        <p:spPr bwMode="auto">
          <a:xfrm rot="1873708">
            <a:off x="7944868" y="1026455"/>
            <a:ext cx="3364347" cy="22511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3287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C25FD-60EA-442C-E269-068289E01C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D3B4578-60A5-272F-FAF5-E1FB48ACA955}"/>
              </a:ext>
            </a:extLst>
          </p:cNvPr>
          <p:cNvSpPr>
            <a:spLocks noGrp="1"/>
          </p:cNvSpPr>
          <p:nvPr>
            <p:ph idx="1"/>
          </p:nvPr>
        </p:nvSpPr>
        <p:spPr/>
        <p:txBody>
          <a:bodyPr/>
          <a:lstStyle/>
          <a:p>
            <a:r>
              <a:rPr lang="en-US" dirty="0"/>
              <a:t>What if we also had words indicating other types of sentiment.</a:t>
            </a:r>
          </a:p>
          <a:p>
            <a:pPr lvl="1"/>
            <a:r>
              <a:rPr lang="en-US" dirty="0"/>
              <a:t>For example: “I was furious to be at a lecture at 9AM but I was filled with utter joy and elation upon entering the classroom…”</a:t>
            </a:r>
          </a:p>
          <a:p>
            <a:pPr lvl="1"/>
            <a:r>
              <a:rPr lang="en-US" dirty="0"/>
              <a:t>Is this positive or negative?</a:t>
            </a:r>
          </a:p>
          <a:p>
            <a:pPr lvl="1"/>
            <a:r>
              <a:rPr lang="en-US" dirty="0"/>
              <a:t>How would you go about </a:t>
            </a:r>
            <a:r>
              <a:rPr lang="en-US" dirty="0">
                <a:solidFill>
                  <a:schemeClr val="accent2"/>
                </a:solidFill>
              </a:rPr>
              <a:t>denominating</a:t>
            </a:r>
            <a:r>
              <a:rPr lang="en-US" dirty="0"/>
              <a:t> our measure of sentiment?</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854608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C25FD-60EA-442C-E269-068289E01C5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D3B4578-60A5-272F-FAF5-E1FB48ACA955}"/>
              </a:ext>
            </a:extLst>
          </p:cNvPr>
          <p:cNvSpPr>
            <a:spLocks noGrp="1"/>
          </p:cNvSpPr>
          <p:nvPr>
            <p:ph idx="1"/>
          </p:nvPr>
        </p:nvSpPr>
        <p:spPr/>
        <p:txBody>
          <a:bodyPr>
            <a:normAutofit lnSpcReduction="10000"/>
          </a:bodyPr>
          <a:lstStyle/>
          <a:p>
            <a:r>
              <a:rPr lang="en-US" dirty="0"/>
              <a:t>What if we also had words indicating other types of sentiment.</a:t>
            </a:r>
          </a:p>
          <a:p>
            <a:pPr lvl="1"/>
            <a:r>
              <a:rPr lang="en-US" dirty="0"/>
              <a:t>For example: “I was </a:t>
            </a:r>
            <a:r>
              <a:rPr lang="en-US" dirty="0">
                <a:solidFill>
                  <a:srgbClr val="C00000"/>
                </a:solidFill>
              </a:rPr>
              <a:t>furious</a:t>
            </a:r>
            <a:r>
              <a:rPr lang="en-US" dirty="0"/>
              <a:t> to be at a lecture at 9AM but I was filled with utter </a:t>
            </a:r>
            <a:r>
              <a:rPr lang="en-US" dirty="0">
                <a:solidFill>
                  <a:schemeClr val="accent6"/>
                </a:solidFill>
              </a:rPr>
              <a:t>joy</a:t>
            </a:r>
            <a:r>
              <a:rPr lang="en-US" dirty="0"/>
              <a:t> and </a:t>
            </a:r>
            <a:r>
              <a:rPr lang="en-US" dirty="0">
                <a:solidFill>
                  <a:schemeClr val="accent6"/>
                </a:solidFill>
              </a:rPr>
              <a:t>elation</a:t>
            </a:r>
            <a:r>
              <a:rPr lang="en-US" dirty="0"/>
              <a:t> upon entering the classroom…”</a:t>
            </a:r>
          </a:p>
          <a:p>
            <a:pPr lvl="2"/>
            <a:r>
              <a:rPr lang="en-US" dirty="0"/>
              <a:t>+ 2 positive words</a:t>
            </a:r>
          </a:p>
          <a:p>
            <a:pPr lvl="2"/>
            <a:r>
              <a:rPr lang="en-US" dirty="0"/>
              <a:t>+ 1 negative word</a:t>
            </a:r>
          </a:p>
          <a:p>
            <a:pPr lvl="2"/>
            <a:r>
              <a:rPr lang="en-US" dirty="0"/>
              <a:t>23 total words</a:t>
            </a:r>
          </a:p>
          <a:p>
            <a:pPr lvl="1"/>
            <a:r>
              <a:rPr lang="en-US" dirty="0"/>
              <a:t>Positive: 2/23 = 0.087</a:t>
            </a:r>
          </a:p>
          <a:p>
            <a:pPr lvl="1"/>
            <a:r>
              <a:rPr lang="en-US" dirty="0"/>
              <a:t>Negative: 1/23 = 0.044</a:t>
            </a:r>
          </a:p>
          <a:p>
            <a:pPr lvl="2"/>
            <a:endParaRPr lang="en-US" dirty="0"/>
          </a:p>
          <a:p>
            <a:pPr lvl="1"/>
            <a:r>
              <a:rPr lang="en-US" dirty="0"/>
              <a:t>What else could we do?</a:t>
            </a:r>
          </a:p>
          <a:p>
            <a:pPr lvl="1"/>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27046406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5591D-EBF6-C74B-3F1B-DFA83DA7845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A96AA58-59E6-6D9C-D6B5-DA1059528B3D}"/>
              </a:ext>
            </a:extLst>
          </p:cNvPr>
          <p:cNvSpPr>
            <a:spLocks noGrp="1"/>
          </p:cNvSpPr>
          <p:nvPr>
            <p:ph idx="1"/>
          </p:nvPr>
        </p:nvSpPr>
        <p:spPr/>
        <p:txBody>
          <a:bodyPr/>
          <a:lstStyle/>
          <a:p>
            <a:r>
              <a:rPr lang="en-US" dirty="0"/>
              <a:t>We can also create ratio variables (e.g., a ratio of positive sentiment):</a:t>
            </a:r>
          </a:p>
          <a:p>
            <a:pPr lvl="1"/>
            <a:r>
              <a:rPr lang="en-US" dirty="0"/>
              <a:t>2 (positive) – 1 (negative) = +1. Interpretation?</a:t>
            </a:r>
          </a:p>
          <a:p>
            <a:pPr lvl="1"/>
            <a:r>
              <a:rPr lang="en-US" dirty="0"/>
              <a:t>2 (positive) / 1 (negative) = 2. Interpretation?</a:t>
            </a:r>
          </a:p>
          <a:p>
            <a:pPr lvl="1"/>
            <a:r>
              <a:rPr lang="en-US"/>
              <a:t>Martins </a:t>
            </a:r>
            <a:r>
              <a:rPr lang="en-US" dirty="0"/>
              <a:t>and </a:t>
            </a:r>
            <a:r>
              <a:rPr lang="en-US" dirty="0" err="1"/>
              <a:t>Baumard</a:t>
            </a:r>
            <a:r>
              <a:rPr lang="en-US" dirty="0"/>
              <a:t> (2020): (2 – 1) / (2 + 1) = 1/3. Interpretation?</a:t>
            </a:r>
          </a:p>
          <a:p>
            <a:pPr lvl="1"/>
            <a:r>
              <a:rPr lang="en-US" dirty="0"/>
              <a:t>Young and </a:t>
            </a:r>
            <a:r>
              <a:rPr lang="en-US" dirty="0" err="1"/>
              <a:t>Soroka</a:t>
            </a:r>
            <a:r>
              <a:rPr lang="en-US" dirty="0"/>
              <a:t> (2012) : (2/23) – (1/23) = 0.044. Interpretation?</a:t>
            </a:r>
          </a:p>
          <a:p>
            <a:pPr lvl="1"/>
            <a:r>
              <a:rPr lang="en-US" dirty="0"/>
              <a:t>TF-IDF: (2/23) * log(1/1) = Not relevant. Interpretation?</a:t>
            </a:r>
          </a:p>
        </p:txBody>
      </p:sp>
    </p:spTree>
    <p:extLst>
      <p:ext uri="{BB962C8B-B14F-4D97-AF65-F5344CB8AC3E}">
        <p14:creationId xmlns:p14="http://schemas.microsoft.com/office/powerpoint/2010/main" val="3704480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91D6B0D-3DE2-B1EF-5FAC-B238F5885522}"/>
              </a:ext>
            </a:extLst>
          </p:cNvPr>
          <p:cNvPicPr>
            <a:picLocks noChangeAspect="1"/>
          </p:cNvPicPr>
          <p:nvPr/>
        </p:nvPicPr>
        <p:blipFill>
          <a:blip r:embed="rId3"/>
          <a:stretch>
            <a:fillRect/>
          </a:stretch>
        </p:blipFill>
        <p:spPr>
          <a:xfrm>
            <a:off x="2454780" y="643467"/>
            <a:ext cx="7282440" cy="5571066"/>
          </a:xfrm>
          <a:prstGeom prst="rect">
            <a:avLst/>
          </a:prstGeom>
        </p:spPr>
      </p:pic>
      <p:sp>
        <p:nvSpPr>
          <p:cNvPr id="5" name="TextBox 4">
            <a:extLst>
              <a:ext uri="{FF2B5EF4-FFF2-40B4-BE49-F238E27FC236}">
                <a16:creationId xmlns:a16="http://schemas.microsoft.com/office/drawing/2014/main" id="{3C4A4153-E554-779E-E199-E42A69862C13}"/>
              </a:ext>
            </a:extLst>
          </p:cNvPr>
          <p:cNvSpPr txBox="1"/>
          <p:nvPr/>
        </p:nvSpPr>
        <p:spPr>
          <a:xfrm rot="20698159">
            <a:off x="895116" y="380477"/>
            <a:ext cx="3917373" cy="646331"/>
          </a:xfrm>
          <a:prstGeom prst="rect">
            <a:avLst/>
          </a:prstGeom>
          <a:noFill/>
        </p:spPr>
        <p:txBody>
          <a:bodyPr wrap="square" rtlCol="0">
            <a:spAutoFit/>
          </a:bodyPr>
          <a:lstStyle/>
          <a:p>
            <a:pPr algn="ctr"/>
            <a:r>
              <a:rPr lang="en-US" dirty="0">
                <a:latin typeface="Garamond" panose="02020404030301010803" pitchFamily="18" charset="0"/>
              </a:rPr>
              <a:t>How might this change if we estimate the ratios differently?</a:t>
            </a:r>
          </a:p>
        </p:txBody>
      </p:sp>
      <p:grpSp>
        <p:nvGrpSpPr>
          <p:cNvPr id="8" name="Group 7">
            <a:extLst>
              <a:ext uri="{FF2B5EF4-FFF2-40B4-BE49-F238E27FC236}">
                <a16:creationId xmlns:a16="http://schemas.microsoft.com/office/drawing/2014/main" id="{6C01DEA3-0EC3-A4B2-20B0-034169DF51DC}"/>
              </a:ext>
            </a:extLst>
          </p:cNvPr>
          <p:cNvGrpSpPr/>
          <p:nvPr/>
        </p:nvGrpSpPr>
        <p:grpSpPr>
          <a:xfrm rot="605246">
            <a:off x="1855685" y="1272209"/>
            <a:ext cx="569880" cy="1182729"/>
            <a:chOff x="1855685" y="1659338"/>
            <a:chExt cx="569880" cy="795600"/>
          </a:xfrm>
        </p:grpSpPr>
        <mc:AlternateContent xmlns:mc="http://schemas.openxmlformats.org/markup-compatibility/2006" xmlns:p14="http://schemas.microsoft.com/office/powerpoint/2010/main" xmlns:aink="http://schemas.microsoft.com/office/drawing/2016/ink">
          <mc:Choice Requires="p14 aink">
            <p:contentPart p14:bwMode="auto" r:id="rId4">
              <p14:nvContentPartPr>
                <p14:cNvPr id="6" name="Ink 5">
                  <a:extLst>
                    <a:ext uri="{FF2B5EF4-FFF2-40B4-BE49-F238E27FC236}">
                      <a16:creationId xmlns:a16="http://schemas.microsoft.com/office/drawing/2014/main" id="{14A0FD41-2AD7-ECA2-4052-E856600A84DA}"/>
                    </a:ext>
                  </a:extLst>
                </p14:cNvPr>
                <p14:cNvContentPartPr/>
                <p14:nvPr/>
              </p14:nvContentPartPr>
              <p14:xfrm>
                <a:off x="1855685" y="1659338"/>
                <a:ext cx="500760" cy="713160"/>
              </p14:xfrm>
            </p:contentPart>
          </mc:Choice>
          <mc:Fallback xmlns="">
            <p:pic>
              <p:nvPicPr>
                <p:cNvPr id="6" name="Ink 5">
                  <a:extLst>
                    <a:ext uri="{FF2B5EF4-FFF2-40B4-BE49-F238E27FC236}">
                      <a16:creationId xmlns:a16="http://schemas.microsoft.com/office/drawing/2014/main" id="{14A0FD41-2AD7-ECA2-4052-E856600A84DA}"/>
                    </a:ext>
                  </a:extLst>
                </p:cNvPr>
                <p:cNvPicPr/>
                <p:nvPr/>
              </p:nvPicPr>
              <p:blipFill>
                <a:blip r:embed="rId5"/>
                <a:stretch>
                  <a:fillRect/>
                </a:stretch>
              </p:blipFill>
              <p:spPr>
                <a:xfrm>
                  <a:off x="1847045" y="1653282"/>
                  <a:ext cx="518400" cy="72503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6">
              <p14:nvContentPartPr>
                <p14:cNvPr id="7" name="Ink 6">
                  <a:extLst>
                    <a:ext uri="{FF2B5EF4-FFF2-40B4-BE49-F238E27FC236}">
                      <a16:creationId xmlns:a16="http://schemas.microsoft.com/office/drawing/2014/main" id="{483685F4-A625-0C20-3707-E58AF5F019E8}"/>
                    </a:ext>
                  </a:extLst>
                </p14:cNvPr>
                <p14:cNvContentPartPr/>
                <p14:nvPr/>
              </p14:nvContentPartPr>
              <p14:xfrm>
                <a:off x="2293085" y="2276738"/>
                <a:ext cx="132480" cy="178200"/>
              </p14:xfrm>
            </p:contentPart>
          </mc:Choice>
          <mc:Fallback xmlns="">
            <p:pic>
              <p:nvPicPr>
                <p:cNvPr id="7" name="Ink 6">
                  <a:extLst>
                    <a:ext uri="{FF2B5EF4-FFF2-40B4-BE49-F238E27FC236}">
                      <a16:creationId xmlns:a16="http://schemas.microsoft.com/office/drawing/2014/main" id="{483685F4-A625-0C20-3707-E58AF5F019E8}"/>
                    </a:ext>
                  </a:extLst>
                </p:cNvPr>
                <p:cNvPicPr/>
                <p:nvPr/>
              </p:nvPicPr>
              <p:blipFill>
                <a:blip r:embed="rId7"/>
                <a:stretch>
                  <a:fillRect/>
                </a:stretch>
              </p:blipFill>
              <p:spPr>
                <a:xfrm>
                  <a:off x="2284085" y="2270677"/>
                  <a:ext cx="150120" cy="190080"/>
                </a:xfrm>
                <a:prstGeom prst="rect">
                  <a:avLst/>
                </a:prstGeom>
              </p:spPr>
            </p:pic>
          </mc:Fallback>
        </mc:AlternateContent>
      </p:grpSp>
      <p:sp>
        <p:nvSpPr>
          <p:cNvPr id="10" name="TextBox 9">
            <a:extLst>
              <a:ext uri="{FF2B5EF4-FFF2-40B4-BE49-F238E27FC236}">
                <a16:creationId xmlns:a16="http://schemas.microsoft.com/office/drawing/2014/main" id="{A463276A-40C3-4ED6-3B2A-E304B44AF2E2}"/>
              </a:ext>
            </a:extLst>
          </p:cNvPr>
          <p:cNvSpPr txBox="1"/>
          <p:nvPr/>
        </p:nvSpPr>
        <p:spPr>
          <a:xfrm rot="2199286">
            <a:off x="8091842" y="1746005"/>
            <a:ext cx="3614387" cy="369332"/>
          </a:xfrm>
          <a:prstGeom prst="rect">
            <a:avLst/>
          </a:prstGeom>
          <a:noFill/>
        </p:spPr>
        <p:txBody>
          <a:bodyPr wrap="none" rtlCol="0">
            <a:spAutoFit/>
          </a:bodyPr>
          <a:lstStyle/>
          <a:p>
            <a:r>
              <a:rPr lang="en-US" dirty="0">
                <a:latin typeface="Garamond" panose="02020404030301010803" pitchFamily="18" charset="0"/>
              </a:rPr>
              <a:t>How would the interpretation change?</a:t>
            </a:r>
          </a:p>
        </p:txBody>
      </p:sp>
    </p:spTree>
    <p:extLst>
      <p:ext uri="{BB962C8B-B14F-4D97-AF65-F5344CB8AC3E}">
        <p14:creationId xmlns:p14="http://schemas.microsoft.com/office/powerpoint/2010/main" val="250347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BB05E-511D-065D-797B-DD9C6F88643D}"/>
              </a:ext>
            </a:extLst>
          </p:cNvPr>
          <p:cNvSpPr>
            <a:spLocks noGrp="1"/>
          </p:cNvSpPr>
          <p:nvPr>
            <p:ph type="title"/>
          </p:nvPr>
        </p:nvSpPr>
        <p:spPr/>
        <p:txBody>
          <a:bodyPr/>
          <a:lstStyle/>
          <a:p>
            <a:r>
              <a:rPr lang="en-US" dirty="0"/>
              <a:t>Some final considerations</a:t>
            </a:r>
          </a:p>
        </p:txBody>
      </p:sp>
      <p:sp>
        <p:nvSpPr>
          <p:cNvPr id="3" name="Content Placeholder 2">
            <a:extLst>
              <a:ext uri="{FF2B5EF4-FFF2-40B4-BE49-F238E27FC236}">
                <a16:creationId xmlns:a16="http://schemas.microsoft.com/office/drawing/2014/main" id="{FA0486E3-F4AE-490C-CE10-57264ECEFE41}"/>
              </a:ext>
            </a:extLst>
          </p:cNvPr>
          <p:cNvSpPr>
            <a:spLocks noGrp="1"/>
          </p:cNvSpPr>
          <p:nvPr>
            <p:ph idx="1"/>
          </p:nvPr>
        </p:nvSpPr>
        <p:spPr/>
        <p:txBody>
          <a:bodyPr/>
          <a:lstStyle/>
          <a:p>
            <a:r>
              <a:rPr lang="en-US" dirty="0"/>
              <a:t>Do we care about the degree (</a:t>
            </a:r>
            <a:r>
              <a:rPr lang="en-US" dirty="0">
                <a:solidFill>
                  <a:schemeClr val="accent1"/>
                </a:solidFill>
              </a:rPr>
              <a:t>valence</a:t>
            </a:r>
            <a:r>
              <a:rPr lang="en-US" dirty="0"/>
              <a:t>) with which a word denotes a concept?</a:t>
            </a:r>
          </a:p>
          <a:p>
            <a:pPr lvl="1"/>
            <a:r>
              <a:rPr lang="en-US" dirty="0"/>
              <a:t>Do we care the utter joy &gt; joy &gt; glad ?</a:t>
            </a:r>
          </a:p>
          <a:p>
            <a:r>
              <a:rPr lang="en-US" dirty="0"/>
              <a:t>Does it matter that opposing concepts (e.g., positive v. negative) might have unbalanced synonyms?</a:t>
            </a:r>
          </a:p>
          <a:p>
            <a:r>
              <a:rPr lang="en-US" dirty="0"/>
              <a:t>Does it matter that some words can change the meaning of words? </a:t>
            </a:r>
          </a:p>
          <a:p>
            <a:pPr lvl="1"/>
            <a:r>
              <a:rPr lang="en-US" dirty="0"/>
              <a:t>For example: </a:t>
            </a:r>
            <a:r>
              <a:rPr lang="en-US" dirty="0">
                <a:solidFill>
                  <a:schemeClr val="accent2"/>
                </a:solidFill>
              </a:rPr>
              <a:t>not</a:t>
            </a:r>
            <a:r>
              <a:rPr lang="en-US" dirty="0"/>
              <a:t> happy != happy. </a:t>
            </a:r>
          </a:p>
          <a:p>
            <a:pPr lvl="1"/>
            <a:endParaRPr lang="en-US" dirty="0"/>
          </a:p>
        </p:txBody>
      </p:sp>
    </p:spTree>
    <p:extLst>
      <p:ext uri="{BB962C8B-B14F-4D97-AF65-F5344CB8AC3E}">
        <p14:creationId xmlns:p14="http://schemas.microsoft.com/office/powerpoint/2010/main" val="3801333788"/>
      </p:ext>
    </p:extLst>
  </p:cSld>
  <p:clrMapOvr>
    <a:masterClrMapping/>
  </p:clrMapOvr>
</p:sld>
</file>

<file path=ppt/theme/theme1.xml><?xml version="1.0" encoding="utf-8"?>
<a:theme xmlns:a="http://schemas.openxmlformats.org/drawingml/2006/main" name="Badge">
  <a:themeElements>
    <a:clrScheme name="Badge">
      <a:dk1>
        <a:sysClr val="windowText" lastClr="000000"/>
      </a:dk1>
      <a:lt1>
        <a:sysClr val="window" lastClr="FFFFFF"/>
      </a:lt1>
      <a:dk2>
        <a:srgbClr val="2A1A00"/>
      </a:dk2>
      <a:lt2>
        <a:srgbClr val="F3F3F2"/>
      </a:lt2>
      <a:accent1>
        <a:srgbClr val="F8B323"/>
      </a:accent1>
      <a:accent2>
        <a:srgbClr val="656A59"/>
      </a:accent2>
      <a:accent3>
        <a:srgbClr val="46B2B5"/>
      </a:accent3>
      <a:accent4>
        <a:srgbClr val="8CAA7E"/>
      </a:accent4>
      <a:accent5>
        <a:srgbClr val="D36F68"/>
      </a:accent5>
      <a:accent6>
        <a:srgbClr val="826276"/>
      </a:accent6>
      <a:hlink>
        <a:srgbClr val="46B2B5"/>
      </a:hlink>
      <a:folHlink>
        <a:srgbClr val="A46694"/>
      </a:folHlink>
    </a:clrScheme>
    <a:fontScheme name="Badge">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771EA782-DFA6-45B1-AEA3-661F1715B3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{0E485437-9C64-634D-9FB8-65EB535908DD}tf10001071</Template>
  <TotalTime>528</TotalTime>
  <Words>1121</Words>
  <Application>Microsoft Macintosh PowerPoint</Application>
  <PresentationFormat>Widescreen</PresentationFormat>
  <Paragraphs>123</Paragraphs>
  <Slides>26</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26</vt:i4>
      </vt:variant>
    </vt:vector>
  </HeadingPairs>
  <TitlesOfParts>
    <vt:vector size="32" baseType="lpstr">
      <vt:lpstr>Aptos</vt:lpstr>
      <vt:lpstr>Arial</vt:lpstr>
      <vt:lpstr>Garamond</vt:lpstr>
      <vt:lpstr>Gill Sans MT</vt:lpstr>
      <vt:lpstr>Impact</vt:lpstr>
      <vt:lpstr>Badge</vt:lpstr>
      <vt:lpstr>Dictionary-Based Techniques</vt:lpstr>
      <vt:lpstr>PowerPoint Presentation</vt:lpstr>
      <vt:lpstr>Dictionaries</vt:lpstr>
      <vt:lpstr>PowerPoint Presentation</vt:lpstr>
      <vt:lpstr>Keywords</vt:lpstr>
      <vt:lpstr>PowerPoint Presentation</vt:lpstr>
      <vt:lpstr>Examples: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Dictionaries</vt:lpstr>
      <vt:lpstr>PowerPoint Presentation</vt:lpstr>
      <vt:lpstr>Examples:</vt:lpstr>
      <vt:lpstr>PowerPoint Presentation</vt:lpstr>
      <vt:lpstr>PowerPoint Presentation</vt:lpstr>
      <vt:lpstr>PowerPoint Presentation</vt:lpstr>
      <vt:lpstr>PowerPoint Presentation</vt:lpstr>
      <vt:lpstr>PowerPoint Presentation</vt:lpstr>
      <vt:lpstr>PowerPoint Presentation</vt:lpstr>
      <vt:lpstr>Some final considerations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Dictionary-Based Techniques</dc:title>
  <dc:creator>Sebastian Vallejo Vera</dc:creator>
  <cp:lastModifiedBy>Sebastian Vallejo Vera</cp:lastModifiedBy>
  <cp:revision>4</cp:revision>
  <dcterms:created xsi:type="dcterms:W3CDTF">2023-12-29T16:30:29Z</dcterms:created>
  <dcterms:modified xsi:type="dcterms:W3CDTF">2026-01-19T19:08:34Z</dcterms:modified>
</cp:coreProperties>
</file>
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7" r:id="rId2"/>
    <p:sldId id="266" r:id="rId3"/>
    <p:sldId id="279" r:id="rId4"/>
    <p:sldId id="280" r:id="rId5"/>
    <p:sldId id="281" r:id="rId6"/>
    <p:sldId id="282" r:id="rId7"/>
    <p:sldId id="283" r:id="rId8"/>
    <p:sldId id="284" r:id="rId9"/>
    <p:sldId id="285" r:id="rId10"/>
    <p:sldId id="286" r:id="rId11"/>
    <p:sldId id="287" r:id="rId12"/>
    <p:sldId id="294" r:id="rId13"/>
    <p:sldId id="269" r:id="rId14"/>
    <p:sldId id="270" r:id="rId15"/>
    <p:sldId id="295" r:id="rId16"/>
    <p:sldId id="296" r:id="rId17"/>
    <p:sldId id="289" r:id="rId18"/>
    <p:sldId id="267" r:id="rId19"/>
    <p:sldId id="271" r:id="rId20"/>
    <p:sldId id="272" r:id="rId21"/>
    <p:sldId id="292" r:id="rId22"/>
    <p:sldId id="293" r:id="rId23"/>
    <p:sldId id="297" r:id="rId24"/>
    <p:sldId id="275" r:id="rId25"/>
    <p:sldId id="277" r:id="rId26"/>
    <p:sldId id="290" r:id="rId27"/>
    <p:sldId id="29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203EFA-D608-0348-BDED-946E98174B77}" v="31" dt="2026-01-05T17:21:56.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65203EFA-D608-0348-BDED-946E98174B77}"/>
    <pc:docChg chg="undo custSel addSld delSld modSld sldOrd">
      <pc:chgData name="Sebastian Vallejo Vera" userId="661f42ee-5565-49c4-8b1d-325f2d699b91" providerId="ADAL" clId="{65203EFA-D608-0348-BDED-946E98174B77}" dt="2026-01-05T18:01:26.565" v="3721" actId="20577"/>
      <pc:docMkLst>
        <pc:docMk/>
      </pc:docMkLst>
      <pc:sldChg chg="modSp">
        <pc:chgData name="Sebastian Vallejo Vera" userId="661f42ee-5565-49c4-8b1d-325f2d699b91" providerId="ADAL" clId="{65203EFA-D608-0348-BDED-946E98174B77}" dt="2026-01-05T17:21:56.042" v="3146" actId="404"/>
        <pc:sldMkLst>
          <pc:docMk/>
          <pc:sldMk cId="3053553732" sldId="257"/>
        </pc:sldMkLst>
        <pc:spChg chg="mod">
          <ac:chgData name="Sebastian Vallejo Vera" userId="661f42ee-5565-49c4-8b1d-325f2d699b91" providerId="ADAL" clId="{65203EFA-D608-0348-BDED-946E98174B77}" dt="2026-01-05T17:21:56.042" v="3146" actId="404"/>
          <ac:spMkLst>
            <pc:docMk/>
            <pc:sldMk cId="3053553732" sldId="257"/>
            <ac:spMk id="2" creationId="{A141F44F-73F7-6FD4-D955-D28857AFBB65}"/>
          </ac:spMkLst>
        </pc:spChg>
      </pc:sldChg>
      <pc:sldChg chg="modSp mod">
        <pc:chgData name="Sebastian Vallejo Vera" userId="661f42ee-5565-49c4-8b1d-325f2d699b91" providerId="ADAL" clId="{65203EFA-D608-0348-BDED-946E98174B77}" dt="2026-01-05T16:44:34.090" v="311" actId="20577"/>
        <pc:sldMkLst>
          <pc:docMk/>
          <pc:sldMk cId="3669837101" sldId="267"/>
        </pc:sldMkLst>
        <pc:spChg chg="mod">
          <ac:chgData name="Sebastian Vallejo Vera" userId="661f42ee-5565-49c4-8b1d-325f2d699b91" providerId="ADAL" clId="{65203EFA-D608-0348-BDED-946E98174B77}" dt="2026-01-05T16:44:34.090" v="311" actId="20577"/>
          <ac:spMkLst>
            <pc:docMk/>
            <pc:sldMk cId="3669837101" sldId="267"/>
            <ac:spMk id="2" creationId="{21E4BC16-E6D9-DE41-E3E3-39585B786F12}"/>
          </ac:spMkLst>
        </pc:spChg>
      </pc:sldChg>
      <pc:sldChg chg="del">
        <pc:chgData name="Sebastian Vallejo Vera" userId="661f42ee-5565-49c4-8b1d-325f2d699b91" providerId="ADAL" clId="{65203EFA-D608-0348-BDED-946E98174B77}" dt="2026-01-05T17:13:23.265" v="2376" actId="2696"/>
        <pc:sldMkLst>
          <pc:docMk/>
          <pc:sldMk cId="3001126437" sldId="268"/>
        </pc:sldMkLst>
      </pc:sldChg>
      <pc:sldChg chg="ord">
        <pc:chgData name="Sebastian Vallejo Vera" userId="661f42ee-5565-49c4-8b1d-325f2d699b91" providerId="ADAL" clId="{65203EFA-D608-0348-BDED-946E98174B77}" dt="2026-01-05T16:58:34.236" v="1312" actId="20578"/>
        <pc:sldMkLst>
          <pc:docMk/>
          <pc:sldMk cId="3168747025" sldId="269"/>
        </pc:sldMkLst>
      </pc:sldChg>
      <pc:sldChg chg="ord">
        <pc:chgData name="Sebastian Vallejo Vera" userId="661f42ee-5565-49c4-8b1d-325f2d699b91" providerId="ADAL" clId="{65203EFA-D608-0348-BDED-946E98174B77}" dt="2026-01-05T16:58:38.334" v="1313" actId="20578"/>
        <pc:sldMkLst>
          <pc:docMk/>
          <pc:sldMk cId="3921849035" sldId="270"/>
        </pc:sldMkLst>
      </pc:sldChg>
      <pc:sldChg chg="modSp mod">
        <pc:chgData name="Sebastian Vallejo Vera" userId="661f42ee-5565-49c4-8b1d-325f2d699b91" providerId="ADAL" clId="{65203EFA-D608-0348-BDED-946E98174B77}" dt="2026-01-05T17:16:01.828" v="2569" actId="20577"/>
        <pc:sldMkLst>
          <pc:docMk/>
          <pc:sldMk cId="3489787575" sldId="272"/>
        </pc:sldMkLst>
        <pc:spChg chg="mod">
          <ac:chgData name="Sebastian Vallejo Vera" userId="661f42ee-5565-49c4-8b1d-325f2d699b91" providerId="ADAL" clId="{65203EFA-D608-0348-BDED-946E98174B77}" dt="2026-01-05T17:16:01.828" v="2569" actId="20577"/>
          <ac:spMkLst>
            <pc:docMk/>
            <pc:sldMk cId="3489787575" sldId="272"/>
            <ac:spMk id="5" creationId="{14FA6D94-44ED-1314-3E44-2C53EEB4ABF1}"/>
          </ac:spMkLst>
        </pc:spChg>
      </pc:sldChg>
      <pc:sldChg chg="del">
        <pc:chgData name="Sebastian Vallejo Vera" userId="661f42ee-5565-49c4-8b1d-325f2d699b91" providerId="ADAL" clId="{65203EFA-D608-0348-BDED-946E98174B77}" dt="2026-01-05T17:21:11.757" v="3117" actId="2696"/>
        <pc:sldMkLst>
          <pc:docMk/>
          <pc:sldMk cId="3652465401" sldId="274"/>
        </pc:sldMkLst>
      </pc:sldChg>
      <pc:sldChg chg="del">
        <pc:chgData name="Sebastian Vallejo Vera" userId="661f42ee-5565-49c4-8b1d-325f2d699b91" providerId="ADAL" clId="{65203EFA-D608-0348-BDED-946E98174B77}" dt="2026-01-05T17:21:11.757" v="3117" actId="2696"/>
        <pc:sldMkLst>
          <pc:docMk/>
          <pc:sldMk cId="2710037845" sldId="276"/>
        </pc:sldMkLst>
      </pc:sldChg>
      <pc:sldChg chg="modSp">
        <pc:chgData name="Sebastian Vallejo Vera" userId="661f42ee-5565-49c4-8b1d-325f2d699b91" providerId="ADAL" clId="{65203EFA-D608-0348-BDED-946E98174B77}" dt="2026-01-05T17:21:33.161" v="3145" actId="20577"/>
        <pc:sldMkLst>
          <pc:docMk/>
          <pc:sldMk cId="2798160788" sldId="277"/>
        </pc:sldMkLst>
        <pc:spChg chg="mod">
          <ac:chgData name="Sebastian Vallejo Vera" userId="661f42ee-5565-49c4-8b1d-325f2d699b91" providerId="ADAL" clId="{65203EFA-D608-0348-BDED-946E98174B77}" dt="2026-01-05T17:21:33.161" v="3145" actId="20577"/>
          <ac:spMkLst>
            <pc:docMk/>
            <pc:sldMk cId="2798160788" sldId="277"/>
            <ac:spMk id="5" creationId="{BD37FF52-DE6C-EC60-E0D5-6372BBC37903}"/>
          </ac:spMkLst>
        </pc:spChg>
      </pc:sldChg>
      <pc:sldChg chg="modSp mod">
        <pc:chgData name="Sebastian Vallejo Vera" userId="661f42ee-5565-49c4-8b1d-325f2d699b91" providerId="ADAL" clId="{65203EFA-D608-0348-BDED-946E98174B77}" dt="2026-01-05T16:31:39.270" v="310" actId="27636"/>
        <pc:sldMkLst>
          <pc:docMk/>
          <pc:sldMk cId="3539767557" sldId="280"/>
        </pc:sldMkLst>
        <pc:spChg chg="mod">
          <ac:chgData name="Sebastian Vallejo Vera" userId="661f42ee-5565-49c4-8b1d-325f2d699b91" providerId="ADAL" clId="{65203EFA-D608-0348-BDED-946E98174B77}" dt="2026-01-05T16:31:39.270" v="310" actId="27636"/>
          <ac:spMkLst>
            <pc:docMk/>
            <pc:sldMk cId="3539767557" sldId="280"/>
            <ac:spMk id="3" creationId="{EE8A539B-62B0-5197-48A3-DDF377F99C38}"/>
          </ac:spMkLst>
        </pc:spChg>
      </pc:sldChg>
      <pc:sldChg chg="del">
        <pc:chgData name="Sebastian Vallejo Vera" userId="661f42ee-5565-49c4-8b1d-325f2d699b91" providerId="ADAL" clId="{65203EFA-D608-0348-BDED-946E98174B77}" dt="2026-01-05T17:13:33.522" v="2377" actId="2696"/>
        <pc:sldMkLst>
          <pc:docMk/>
          <pc:sldMk cId="3426399120" sldId="288"/>
        </pc:sldMkLst>
      </pc:sldChg>
      <pc:sldChg chg="ord">
        <pc:chgData name="Sebastian Vallejo Vera" userId="661f42ee-5565-49c4-8b1d-325f2d699b91" providerId="ADAL" clId="{65203EFA-D608-0348-BDED-946E98174B77}" dt="2026-01-05T17:10:51.665" v="2375" actId="20578"/>
        <pc:sldMkLst>
          <pc:docMk/>
          <pc:sldMk cId="3422745569" sldId="289"/>
        </pc:sldMkLst>
      </pc:sldChg>
      <pc:sldChg chg="modSp mod">
        <pc:chgData name="Sebastian Vallejo Vera" userId="661f42ee-5565-49c4-8b1d-325f2d699b91" providerId="ADAL" clId="{65203EFA-D608-0348-BDED-946E98174B77}" dt="2026-01-05T17:20:55.063" v="3116" actId="20577"/>
        <pc:sldMkLst>
          <pc:docMk/>
          <pc:sldMk cId="3042713909" sldId="293"/>
        </pc:sldMkLst>
        <pc:spChg chg="mod">
          <ac:chgData name="Sebastian Vallejo Vera" userId="661f42ee-5565-49c4-8b1d-325f2d699b91" providerId="ADAL" clId="{65203EFA-D608-0348-BDED-946E98174B77}" dt="2026-01-05T17:20:55.063" v="3116" actId="20577"/>
          <ac:spMkLst>
            <pc:docMk/>
            <pc:sldMk cId="3042713909" sldId="293"/>
            <ac:spMk id="3" creationId="{B8961EB0-958A-52A5-BA49-6DE5F2983BD8}"/>
          </ac:spMkLst>
        </pc:spChg>
      </pc:sldChg>
      <pc:sldChg chg="modSp new mod">
        <pc:chgData name="Sebastian Vallejo Vera" userId="661f42ee-5565-49c4-8b1d-325f2d699b91" providerId="ADAL" clId="{65203EFA-D608-0348-BDED-946E98174B77}" dt="2026-01-05T16:44:58.196" v="352" actId="20577"/>
        <pc:sldMkLst>
          <pc:docMk/>
          <pc:sldMk cId="208986110" sldId="294"/>
        </pc:sldMkLst>
        <pc:spChg chg="mod">
          <ac:chgData name="Sebastian Vallejo Vera" userId="661f42ee-5565-49c4-8b1d-325f2d699b91" providerId="ADAL" clId="{65203EFA-D608-0348-BDED-946E98174B77}" dt="2026-01-05T16:44:58.196" v="352" actId="20577"/>
          <ac:spMkLst>
            <pc:docMk/>
            <pc:sldMk cId="208986110" sldId="294"/>
            <ac:spMk id="2" creationId="{7102499B-C196-1BF6-CD95-F31693921241}"/>
          </ac:spMkLst>
        </pc:spChg>
      </pc:sldChg>
      <pc:sldChg chg="new del">
        <pc:chgData name="Sebastian Vallejo Vera" userId="661f42ee-5565-49c4-8b1d-325f2d699b91" providerId="ADAL" clId="{65203EFA-D608-0348-BDED-946E98174B77}" dt="2026-01-05T16:27:56.367" v="64" actId="680"/>
        <pc:sldMkLst>
          <pc:docMk/>
          <pc:sldMk cId="3465062050" sldId="294"/>
        </pc:sldMkLst>
      </pc:sldChg>
      <pc:sldChg chg="addSp delSp modSp new mod chgLayout">
        <pc:chgData name="Sebastian Vallejo Vera" userId="661f42ee-5565-49c4-8b1d-325f2d699b91" providerId="ADAL" clId="{65203EFA-D608-0348-BDED-946E98174B77}" dt="2026-01-05T16:58:28.561" v="1311"/>
        <pc:sldMkLst>
          <pc:docMk/>
          <pc:sldMk cId="1978956688" sldId="295"/>
        </pc:sldMkLst>
        <pc:spChg chg="del mod ord">
          <ac:chgData name="Sebastian Vallejo Vera" userId="661f42ee-5565-49c4-8b1d-325f2d699b91" providerId="ADAL" clId="{65203EFA-D608-0348-BDED-946E98174B77}" dt="2026-01-05T16:44:51.922" v="340" actId="700"/>
          <ac:spMkLst>
            <pc:docMk/>
            <pc:sldMk cId="1978956688" sldId="295"/>
            <ac:spMk id="2" creationId="{0DCE6839-FBEB-5287-5C9D-6ADD14058800}"/>
          </ac:spMkLst>
        </pc:spChg>
        <pc:spChg chg="del mod ord">
          <ac:chgData name="Sebastian Vallejo Vera" userId="661f42ee-5565-49c4-8b1d-325f2d699b91" providerId="ADAL" clId="{65203EFA-D608-0348-BDED-946E98174B77}" dt="2026-01-05T16:44:51.922" v="340" actId="700"/>
          <ac:spMkLst>
            <pc:docMk/>
            <pc:sldMk cId="1978956688" sldId="295"/>
            <ac:spMk id="3" creationId="{89D32673-FCA9-2B7F-D652-3A2B74CA1F38}"/>
          </ac:spMkLst>
        </pc:spChg>
        <pc:spChg chg="add mod ord">
          <ac:chgData name="Sebastian Vallejo Vera" userId="661f42ee-5565-49c4-8b1d-325f2d699b91" providerId="ADAL" clId="{65203EFA-D608-0348-BDED-946E98174B77}" dt="2026-01-05T16:56:51.647" v="948" actId="20577"/>
          <ac:spMkLst>
            <pc:docMk/>
            <pc:sldMk cId="1978956688" sldId="295"/>
            <ac:spMk id="4" creationId="{299C7ADF-B345-89A8-5009-9F2D791733A2}"/>
          </ac:spMkLst>
        </pc:spChg>
        <pc:spChg chg="add mod ord">
          <ac:chgData name="Sebastian Vallejo Vera" userId="661f42ee-5565-49c4-8b1d-325f2d699b91" providerId="ADAL" clId="{65203EFA-D608-0348-BDED-946E98174B77}" dt="2026-01-05T16:58:24.842" v="1309" actId="20577"/>
          <ac:spMkLst>
            <pc:docMk/>
            <pc:sldMk cId="1978956688" sldId="295"/>
            <ac:spMk id="5" creationId="{2264877B-1DDA-6629-5EEE-4EE260550FAE}"/>
          </ac:spMkLst>
        </pc:spChg>
        <pc:spChg chg="add del mod">
          <ac:chgData name="Sebastian Vallejo Vera" userId="661f42ee-5565-49c4-8b1d-325f2d699b91" providerId="ADAL" clId="{65203EFA-D608-0348-BDED-946E98174B77}" dt="2026-01-05T16:58:28.561" v="1311"/>
          <ac:spMkLst>
            <pc:docMk/>
            <pc:sldMk cId="1978956688" sldId="295"/>
            <ac:spMk id="6" creationId="{6B344563-7BFE-E46A-60B9-D13297D3CBF5}"/>
          </ac:spMkLst>
        </pc:spChg>
      </pc:sldChg>
      <pc:sldChg chg="modSp new mod">
        <pc:chgData name="Sebastian Vallejo Vera" userId="661f42ee-5565-49c4-8b1d-325f2d699b91" providerId="ADAL" clId="{65203EFA-D608-0348-BDED-946E98174B77}" dt="2026-01-05T17:10:34.664" v="2373" actId="20577"/>
        <pc:sldMkLst>
          <pc:docMk/>
          <pc:sldMk cId="1447396893" sldId="296"/>
        </pc:sldMkLst>
        <pc:spChg chg="mod">
          <ac:chgData name="Sebastian Vallejo Vera" userId="661f42ee-5565-49c4-8b1d-325f2d699b91" providerId="ADAL" clId="{65203EFA-D608-0348-BDED-946E98174B77}" dt="2026-01-05T17:01:16.948" v="1712" actId="313"/>
          <ac:spMkLst>
            <pc:docMk/>
            <pc:sldMk cId="1447396893" sldId="296"/>
            <ac:spMk id="2" creationId="{C030B654-35B7-9824-34B2-4AA0D2E363F2}"/>
          </ac:spMkLst>
        </pc:spChg>
        <pc:spChg chg="mod">
          <ac:chgData name="Sebastian Vallejo Vera" userId="661f42ee-5565-49c4-8b1d-325f2d699b91" providerId="ADAL" clId="{65203EFA-D608-0348-BDED-946E98174B77}" dt="2026-01-05T17:10:34.664" v="2373" actId="20577"/>
          <ac:spMkLst>
            <pc:docMk/>
            <pc:sldMk cId="1447396893" sldId="296"/>
            <ac:spMk id="3" creationId="{10C7AF03-9DE6-0E8E-93E6-05F7C7B8F521}"/>
          </ac:spMkLst>
        </pc:spChg>
      </pc:sldChg>
      <pc:sldChg chg="modSp new mod">
        <pc:chgData name="Sebastian Vallejo Vera" userId="661f42ee-5565-49c4-8b1d-325f2d699b91" providerId="ADAL" clId="{65203EFA-D608-0348-BDED-946E98174B77}" dt="2026-01-05T18:01:26.565" v="3721" actId="20577"/>
        <pc:sldMkLst>
          <pc:docMk/>
          <pc:sldMk cId="1929760890" sldId="297"/>
        </pc:sldMkLst>
        <pc:spChg chg="mod">
          <ac:chgData name="Sebastian Vallejo Vera" userId="661f42ee-5565-49c4-8b1d-325f2d699b91" providerId="ADAL" clId="{65203EFA-D608-0348-BDED-946E98174B77}" dt="2026-01-05T17:55:20.857" v="3191" actId="20577"/>
          <ac:spMkLst>
            <pc:docMk/>
            <pc:sldMk cId="1929760890" sldId="297"/>
            <ac:spMk id="2" creationId="{5ACA9C96-0326-F869-BDAB-102FD4067D32}"/>
          </ac:spMkLst>
        </pc:spChg>
        <pc:spChg chg="mod">
          <ac:chgData name="Sebastian Vallejo Vera" userId="661f42ee-5565-49c4-8b1d-325f2d699b91" providerId="ADAL" clId="{65203EFA-D608-0348-BDED-946E98174B77}" dt="2026-01-05T18:01:26.565" v="3721" actId="20577"/>
          <ac:spMkLst>
            <pc:docMk/>
            <pc:sldMk cId="1929760890" sldId="297"/>
            <ac:spMk id="3" creationId="{8B39B1FE-A277-3512-C3C2-0C28C4B25C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A7006-4415-CD4E-8A1D-35DC06DE4EE9}" type="datetimeFigureOut">
              <a:rPr lang="en-US" smtClean="0"/>
              <a:t>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00C965-8A2F-5043-A72C-692AA1E91604}" type="slidenum">
              <a:rPr lang="en-US" smtClean="0"/>
              <a:t>‹#›</a:t>
            </a:fld>
            <a:endParaRPr lang="en-US"/>
          </a:p>
        </p:txBody>
      </p:sp>
    </p:spTree>
    <p:extLst>
      <p:ext uri="{BB962C8B-B14F-4D97-AF65-F5344CB8AC3E}">
        <p14:creationId xmlns:p14="http://schemas.microsoft.com/office/powerpoint/2010/main" val="548790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500E504-7D07-2C4E-9EAF-433CDC3D5B2E}" type="datetimeFigureOut">
              <a:rPr lang="en-US" smtClean="0"/>
              <a:t>1/5/26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2DF50350-7DCE-A140-A1AB-35B131A0BAF6}"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42411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00E504-7D07-2C4E-9EAF-433CDC3D5B2E}"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1646357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500E504-7D07-2C4E-9EAF-433CDC3D5B2E}" type="datetimeFigureOut">
              <a:rPr lang="en-US" smtClean="0"/>
              <a:t>1/5/26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2DF50350-7DCE-A140-A1AB-35B131A0BAF6}"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403350270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00E504-7D07-2C4E-9EAF-433CDC3D5B2E}" type="datetimeFigureOut">
              <a:rPr lang="en-US" smtClean="0"/>
              <a:t>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329462999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00E504-7D07-2C4E-9EAF-433CDC3D5B2E}" type="datetimeFigureOut">
              <a:rPr lang="en-US" smtClean="0"/>
              <a:t>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25312096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00E504-7D07-2C4E-9EAF-433CDC3D5B2E}" type="datetimeFigureOut">
              <a:rPr lang="en-US" smtClean="0"/>
              <a:t>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3301214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00E504-7D07-2C4E-9EAF-433CDC3D5B2E}" type="datetimeFigureOut">
              <a:rPr lang="en-US" smtClean="0"/>
              <a:t>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3643681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1500E504-7D07-2C4E-9EAF-433CDC3D5B2E}" type="datetimeFigureOut">
              <a:rPr lang="en-US" smtClean="0"/>
              <a:t>1/5/26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2DF50350-7DCE-A140-A1AB-35B131A0BAF6}"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345429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1500E504-7D07-2C4E-9EAF-433CDC3D5B2E}" type="datetimeFigureOut">
              <a:rPr lang="en-US" smtClean="0"/>
              <a:t>1/5/26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1514751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00E504-7D07-2C4E-9EAF-433CDC3D5B2E}"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3630211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00E504-7D07-2C4E-9EAF-433CDC3D5B2E}"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50350-7DCE-A140-A1AB-35B131A0BAF6}" type="slidenum">
              <a:rPr lang="en-US" smtClean="0"/>
              <a:t>‹#›</a:t>
            </a:fld>
            <a:endParaRPr lang="en-US"/>
          </a:p>
        </p:txBody>
      </p:sp>
    </p:spTree>
    <p:extLst>
      <p:ext uri="{BB962C8B-B14F-4D97-AF65-F5344CB8AC3E}">
        <p14:creationId xmlns:p14="http://schemas.microsoft.com/office/powerpoint/2010/main" val="3087643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500E504-7D07-2C4E-9EAF-433CDC3D5B2E}" type="datetimeFigureOut">
              <a:rPr lang="en-US" smtClean="0"/>
              <a:t>1/5/26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2DF50350-7DCE-A140-A1AB-35B131A0BAF6}"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0328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www.svallejovera.com/" TargetMode="External"/><Relationship Id="rId2" Type="http://schemas.openxmlformats.org/officeDocument/2006/relationships/hyperlink" Target="mailto:sebastian.vallejo@uwo.c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vallejovera.github.io/cpa_uwo/"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868916-58B2-48F0-B6C8-D995E8977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101010 data lines to infinity">
            <a:extLst>
              <a:ext uri="{FF2B5EF4-FFF2-40B4-BE49-F238E27FC236}">
                <a16:creationId xmlns:a16="http://schemas.microsoft.com/office/drawing/2014/main" id="{3A7EAABD-B734-67D4-6849-1E4524743575}"/>
              </a:ext>
            </a:extLst>
          </p:cNvPr>
          <p:cNvPicPr>
            <a:picLocks noChangeAspect="1"/>
          </p:cNvPicPr>
          <p:nvPr/>
        </p:nvPicPr>
        <p:blipFill rotWithShape="1">
          <a:blip r:embed="rId2"/>
          <a:srcRect l="33676" r="30172" b="1"/>
          <a:stretch/>
        </p:blipFill>
        <p:spPr>
          <a:xfrm>
            <a:off x="8362943" y="10"/>
            <a:ext cx="3829057" cy="6857990"/>
          </a:xfrm>
          <a:prstGeom prst="rect">
            <a:avLst/>
          </a:prstGeom>
        </p:spPr>
      </p:pic>
      <p:sp>
        <p:nvSpPr>
          <p:cNvPr id="11" name="Freeform 13">
            <a:extLst>
              <a:ext uri="{FF2B5EF4-FFF2-40B4-BE49-F238E27FC236}">
                <a16:creationId xmlns:a16="http://schemas.microsoft.com/office/drawing/2014/main" id="{BB82496C-9AD4-4916-BAB7-FF3CC04B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0" y="0"/>
            <a:ext cx="9807836" cy="6858000"/>
          </a:xfrm>
          <a:custGeom>
            <a:avLst/>
            <a:gdLst>
              <a:gd name="connsiteX0" fmla="*/ 9807836 w 9807836"/>
              <a:gd name="connsiteY0" fmla="*/ 0 h 6858000"/>
              <a:gd name="connsiteX1" fmla="*/ 0 w 9807836"/>
              <a:gd name="connsiteY1" fmla="*/ 0 h 6858000"/>
              <a:gd name="connsiteX2" fmla="*/ 26987 w 9807836"/>
              <a:gd name="connsiteY2" fmla="*/ 87312 h 6858000"/>
              <a:gd name="connsiteX3" fmla="*/ 52387 w 9807836"/>
              <a:gd name="connsiteY3" fmla="*/ 174625 h 6858000"/>
              <a:gd name="connsiteX4" fmla="*/ 77787 w 9807836"/>
              <a:gd name="connsiteY4" fmla="*/ 263525 h 6858000"/>
              <a:gd name="connsiteX5" fmla="*/ 100012 w 9807836"/>
              <a:gd name="connsiteY5" fmla="*/ 354012 h 6858000"/>
              <a:gd name="connsiteX6" fmla="*/ 127000 w 9807836"/>
              <a:gd name="connsiteY6" fmla="*/ 441325 h 6858000"/>
              <a:gd name="connsiteX7" fmla="*/ 155575 w 9807836"/>
              <a:gd name="connsiteY7" fmla="*/ 525462 h 6858000"/>
              <a:gd name="connsiteX8" fmla="*/ 192087 w 9807836"/>
              <a:gd name="connsiteY8" fmla="*/ 604837 h 6858000"/>
              <a:gd name="connsiteX9" fmla="*/ 234950 w 9807836"/>
              <a:gd name="connsiteY9" fmla="*/ 677862 h 6858000"/>
              <a:gd name="connsiteX10" fmla="*/ 282575 w 9807836"/>
              <a:gd name="connsiteY10" fmla="*/ 739775 h 6858000"/>
              <a:gd name="connsiteX11" fmla="*/ 334962 w 9807836"/>
              <a:gd name="connsiteY11" fmla="*/ 798512 h 6858000"/>
              <a:gd name="connsiteX12" fmla="*/ 395287 w 9807836"/>
              <a:gd name="connsiteY12" fmla="*/ 852487 h 6858000"/>
              <a:gd name="connsiteX13" fmla="*/ 458787 w 9807836"/>
              <a:gd name="connsiteY13" fmla="*/ 906462 h 6858000"/>
              <a:gd name="connsiteX14" fmla="*/ 525462 w 9807836"/>
              <a:gd name="connsiteY14" fmla="*/ 957262 h 6858000"/>
              <a:gd name="connsiteX15" fmla="*/ 592137 w 9807836"/>
              <a:gd name="connsiteY15" fmla="*/ 1008062 h 6858000"/>
              <a:gd name="connsiteX16" fmla="*/ 660400 w 9807836"/>
              <a:gd name="connsiteY16" fmla="*/ 1060450 h 6858000"/>
              <a:gd name="connsiteX17" fmla="*/ 725487 w 9807836"/>
              <a:gd name="connsiteY17" fmla="*/ 1111250 h 6858000"/>
              <a:gd name="connsiteX18" fmla="*/ 787400 w 9807836"/>
              <a:gd name="connsiteY18" fmla="*/ 1165225 h 6858000"/>
              <a:gd name="connsiteX19" fmla="*/ 844550 w 9807836"/>
              <a:gd name="connsiteY19" fmla="*/ 1223962 h 6858000"/>
              <a:gd name="connsiteX20" fmla="*/ 896937 w 9807836"/>
              <a:gd name="connsiteY20" fmla="*/ 1282700 h 6858000"/>
              <a:gd name="connsiteX21" fmla="*/ 939800 w 9807836"/>
              <a:gd name="connsiteY21" fmla="*/ 1346200 h 6858000"/>
              <a:gd name="connsiteX22" fmla="*/ 976312 w 9807836"/>
              <a:gd name="connsiteY22" fmla="*/ 1417637 h 6858000"/>
              <a:gd name="connsiteX23" fmla="*/ 998537 w 9807836"/>
              <a:gd name="connsiteY23" fmla="*/ 1487487 h 6858000"/>
              <a:gd name="connsiteX24" fmla="*/ 1012825 w 9807836"/>
              <a:gd name="connsiteY24" fmla="*/ 1565275 h 6858000"/>
              <a:gd name="connsiteX25" fmla="*/ 1019175 w 9807836"/>
              <a:gd name="connsiteY25" fmla="*/ 1641475 h 6858000"/>
              <a:gd name="connsiteX26" fmla="*/ 1017587 w 9807836"/>
              <a:gd name="connsiteY26" fmla="*/ 1722437 h 6858000"/>
              <a:gd name="connsiteX27" fmla="*/ 1011237 w 9807836"/>
              <a:gd name="connsiteY27" fmla="*/ 1803400 h 6858000"/>
              <a:gd name="connsiteX28" fmla="*/ 1003300 w 9807836"/>
              <a:gd name="connsiteY28" fmla="*/ 1887537 h 6858000"/>
              <a:gd name="connsiteX29" fmla="*/ 992187 w 9807836"/>
              <a:gd name="connsiteY29" fmla="*/ 1971675 h 6858000"/>
              <a:gd name="connsiteX30" fmla="*/ 979487 w 9807836"/>
              <a:gd name="connsiteY30" fmla="*/ 2055812 h 6858000"/>
              <a:gd name="connsiteX31" fmla="*/ 969962 w 9807836"/>
              <a:gd name="connsiteY31" fmla="*/ 2139950 h 6858000"/>
              <a:gd name="connsiteX32" fmla="*/ 963612 w 9807836"/>
              <a:gd name="connsiteY32" fmla="*/ 2224087 h 6858000"/>
              <a:gd name="connsiteX33" fmla="*/ 958850 w 9807836"/>
              <a:gd name="connsiteY33" fmla="*/ 2305050 h 6858000"/>
              <a:gd name="connsiteX34" fmla="*/ 963612 w 9807836"/>
              <a:gd name="connsiteY34" fmla="*/ 2384425 h 6858000"/>
              <a:gd name="connsiteX35" fmla="*/ 973137 w 9807836"/>
              <a:gd name="connsiteY35" fmla="*/ 2462212 h 6858000"/>
              <a:gd name="connsiteX36" fmla="*/ 993775 w 9807836"/>
              <a:gd name="connsiteY36" fmla="*/ 2543175 h 6858000"/>
              <a:gd name="connsiteX37" fmla="*/ 1025525 w 9807836"/>
              <a:gd name="connsiteY37" fmla="*/ 2622550 h 6858000"/>
              <a:gd name="connsiteX38" fmla="*/ 1063625 w 9807836"/>
              <a:gd name="connsiteY38" fmla="*/ 2701925 h 6858000"/>
              <a:gd name="connsiteX39" fmla="*/ 1106487 w 9807836"/>
              <a:gd name="connsiteY39" fmla="*/ 2781300 h 6858000"/>
              <a:gd name="connsiteX40" fmla="*/ 1150937 w 9807836"/>
              <a:gd name="connsiteY40" fmla="*/ 2859087 h 6858000"/>
              <a:gd name="connsiteX41" fmla="*/ 1198562 w 9807836"/>
              <a:gd name="connsiteY41" fmla="*/ 2938462 h 6858000"/>
              <a:gd name="connsiteX42" fmla="*/ 1241425 w 9807836"/>
              <a:gd name="connsiteY42" fmla="*/ 3017837 h 6858000"/>
              <a:gd name="connsiteX43" fmla="*/ 1284288 w 9807836"/>
              <a:gd name="connsiteY43" fmla="*/ 3098800 h 6858000"/>
              <a:gd name="connsiteX44" fmla="*/ 1320800 w 9807836"/>
              <a:gd name="connsiteY44" fmla="*/ 3179762 h 6858000"/>
              <a:gd name="connsiteX45" fmla="*/ 1349375 w 9807836"/>
              <a:gd name="connsiteY45" fmla="*/ 3260725 h 6858000"/>
              <a:gd name="connsiteX46" fmla="*/ 1365250 w 9807836"/>
              <a:gd name="connsiteY46" fmla="*/ 3343275 h 6858000"/>
              <a:gd name="connsiteX47" fmla="*/ 1374775 w 9807836"/>
              <a:gd name="connsiteY47" fmla="*/ 3429000 h 6858000"/>
              <a:gd name="connsiteX48" fmla="*/ 1365250 w 9807836"/>
              <a:gd name="connsiteY48" fmla="*/ 3514725 h 6858000"/>
              <a:gd name="connsiteX49" fmla="*/ 1349375 w 9807836"/>
              <a:gd name="connsiteY49" fmla="*/ 3597275 h 6858000"/>
              <a:gd name="connsiteX50" fmla="*/ 1320800 w 9807836"/>
              <a:gd name="connsiteY50" fmla="*/ 3678237 h 6858000"/>
              <a:gd name="connsiteX51" fmla="*/ 1284288 w 9807836"/>
              <a:gd name="connsiteY51" fmla="*/ 3759200 h 6858000"/>
              <a:gd name="connsiteX52" fmla="*/ 1241425 w 9807836"/>
              <a:gd name="connsiteY52" fmla="*/ 3840162 h 6858000"/>
              <a:gd name="connsiteX53" fmla="*/ 1198562 w 9807836"/>
              <a:gd name="connsiteY53" fmla="*/ 3919537 h 6858000"/>
              <a:gd name="connsiteX54" fmla="*/ 1150937 w 9807836"/>
              <a:gd name="connsiteY54" fmla="*/ 3998912 h 6858000"/>
              <a:gd name="connsiteX55" fmla="*/ 1106487 w 9807836"/>
              <a:gd name="connsiteY55" fmla="*/ 4076700 h 6858000"/>
              <a:gd name="connsiteX56" fmla="*/ 1063625 w 9807836"/>
              <a:gd name="connsiteY56" fmla="*/ 4156075 h 6858000"/>
              <a:gd name="connsiteX57" fmla="*/ 1025525 w 9807836"/>
              <a:gd name="connsiteY57" fmla="*/ 4235450 h 6858000"/>
              <a:gd name="connsiteX58" fmla="*/ 993775 w 9807836"/>
              <a:gd name="connsiteY58" fmla="*/ 4314825 h 6858000"/>
              <a:gd name="connsiteX59" fmla="*/ 973137 w 9807836"/>
              <a:gd name="connsiteY59" fmla="*/ 4395787 h 6858000"/>
              <a:gd name="connsiteX60" fmla="*/ 963612 w 9807836"/>
              <a:gd name="connsiteY60" fmla="*/ 4473575 h 6858000"/>
              <a:gd name="connsiteX61" fmla="*/ 958850 w 9807836"/>
              <a:gd name="connsiteY61" fmla="*/ 4552950 h 6858000"/>
              <a:gd name="connsiteX62" fmla="*/ 963612 w 9807836"/>
              <a:gd name="connsiteY62" fmla="*/ 4633912 h 6858000"/>
              <a:gd name="connsiteX63" fmla="*/ 969962 w 9807836"/>
              <a:gd name="connsiteY63" fmla="*/ 4718050 h 6858000"/>
              <a:gd name="connsiteX64" fmla="*/ 979487 w 9807836"/>
              <a:gd name="connsiteY64" fmla="*/ 4802187 h 6858000"/>
              <a:gd name="connsiteX65" fmla="*/ 992187 w 9807836"/>
              <a:gd name="connsiteY65" fmla="*/ 4886325 h 6858000"/>
              <a:gd name="connsiteX66" fmla="*/ 1003300 w 9807836"/>
              <a:gd name="connsiteY66" fmla="*/ 4970462 h 6858000"/>
              <a:gd name="connsiteX67" fmla="*/ 1011237 w 9807836"/>
              <a:gd name="connsiteY67" fmla="*/ 5054600 h 6858000"/>
              <a:gd name="connsiteX68" fmla="*/ 1017587 w 9807836"/>
              <a:gd name="connsiteY68" fmla="*/ 5135562 h 6858000"/>
              <a:gd name="connsiteX69" fmla="*/ 1019175 w 9807836"/>
              <a:gd name="connsiteY69" fmla="*/ 5216525 h 6858000"/>
              <a:gd name="connsiteX70" fmla="*/ 1012825 w 9807836"/>
              <a:gd name="connsiteY70" fmla="*/ 5292725 h 6858000"/>
              <a:gd name="connsiteX71" fmla="*/ 998537 w 9807836"/>
              <a:gd name="connsiteY71" fmla="*/ 5370512 h 6858000"/>
              <a:gd name="connsiteX72" fmla="*/ 976312 w 9807836"/>
              <a:gd name="connsiteY72" fmla="*/ 5440362 h 6858000"/>
              <a:gd name="connsiteX73" fmla="*/ 939800 w 9807836"/>
              <a:gd name="connsiteY73" fmla="*/ 5511800 h 6858000"/>
              <a:gd name="connsiteX74" fmla="*/ 896937 w 9807836"/>
              <a:gd name="connsiteY74" fmla="*/ 5575300 h 6858000"/>
              <a:gd name="connsiteX75" fmla="*/ 844550 w 9807836"/>
              <a:gd name="connsiteY75" fmla="*/ 5634037 h 6858000"/>
              <a:gd name="connsiteX76" fmla="*/ 787400 w 9807836"/>
              <a:gd name="connsiteY76" fmla="*/ 5692775 h 6858000"/>
              <a:gd name="connsiteX77" fmla="*/ 725487 w 9807836"/>
              <a:gd name="connsiteY77" fmla="*/ 5746750 h 6858000"/>
              <a:gd name="connsiteX78" fmla="*/ 660400 w 9807836"/>
              <a:gd name="connsiteY78" fmla="*/ 5797550 h 6858000"/>
              <a:gd name="connsiteX79" fmla="*/ 592137 w 9807836"/>
              <a:gd name="connsiteY79" fmla="*/ 5849937 h 6858000"/>
              <a:gd name="connsiteX80" fmla="*/ 525462 w 9807836"/>
              <a:gd name="connsiteY80" fmla="*/ 5900737 h 6858000"/>
              <a:gd name="connsiteX81" fmla="*/ 458787 w 9807836"/>
              <a:gd name="connsiteY81" fmla="*/ 5951537 h 6858000"/>
              <a:gd name="connsiteX82" fmla="*/ 395287 w 9807836"/>
              <a:gd name="connsiteY82" fmla="*/ 6005512 h 6858000"/>
              <a:gd name="connsiteX83" fmla="*/ 334962 w 9807836"/>
              <a:gd name="connsiteY83" fmla="*/ 6059487 h 6858000"/>
              <a:gd name="connsiteX84" fmla="*/ 282575 w 9807836"/>
              <a:gd name="connsiteY84" fmla="*/ 6118225 h 6858000"/>
              <a:gd name="connsiteX85" fmla="*/ 234950 w 9807836"/>
              <a:gd name="connsiteY85" fmla="*/ 6180137 h 6858000"/>
              <a:gd name="connsiteX86" fmla="*/ 192087 w 9807836"/>
              <a:gd name="connsiteY86" fmla="*/ 6253162 h 6858000"/>
              <a:gd name="connsiteX87" fmla="*/ 155575 w 9807836"/>
              <a:gd name="connsiteY87" fmla="*/ 6332537 h 6858000"/>
              <a:gd name="connsiteX88" fmla="*/ 127000 w 9807836"/>
              <a:gd name="connsiteY88" fmla="*/ 6416675 h 6858000"/>
              <a:gd name="connsiteX89" fmla="*/ 100012 w 9807836"/>
              <a:gd name="connsiteY89" fmla="*/ 6503987 h 6858000"/>
              <a:gd name="connsiteX90" fmla="*/ 77787 w 9807836"/>
              <a:gd name="connsiteY90" fmla="*/ 6594475 h 6858000"/>
              <a:gd name="connsiteX91" fmla="*/ 52387 w 9807836"/>
              <a:gd name="connsiteY91" fmla="*/ 6683375 h 6858000"/>
              <a:gd name="connsiteX92" fmla="*/ 26987 w 9807836"/>
              <a:gd name="connsiteY92" fmla="*/ 6770687 h 6858000"/>
              <a:gd name="connsiteX93" fmla="*/ 0 w 9807836"/>
              <a:gd name="connsiteY93" fmla="*/ 6858000 h 6858000"/>
              <a:gd name="connsiteX94" fmla="*/ 9807836 w 9807836"/>
              <a:gd name="connsiteY94" fmla="*/ 6858000 h 6858000"/>
              <a:gd name="connsiteX95" fmla="*/ 9807836 w 9807836"/>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807836" h="6858000">
                <a:moveTo>
                  <a:pt x="9807836" y="0"/>
                </a:moveTo>
                <a:lnTo>
                  <a:pt x="0" y="0"/>
                </a:lnTo>
                <a:lnTo>
                  <a:pt x="26987" y="87312"/>
                </a:lnTo>
                <a:lnTo>
                  <a:pt x="52387" y="174625"/>
                </a:lnTo>
                <a:lnTo>
                  <a:pt x="77787" y="263525"/>
                </a:lnTo>
                <a:lnTo>
                  <a:pt x="100012" y="354012"/>
                </a:lnTo>
                <a:lnTo>
                  <a:pt x="127000" y="441325"/>
                </a:lnTo>
                <a:lnTo>
                  <a:pt x="155575" y="525462"/>
                </a:lnTo>
                <a:lnTo>
                  <a:pt x="192087" y="604837"/>
                </a:lnTo>
                <a:lnTo>
                  <a:pt x="234950" y="677862"/>
                </a:lnTo>
                <a:lnTo>
                  <a:pt x="282575" y="739775"/>
                </a:lnTo>
                <a:lnTo>
                  <a:pt x="334962" y="798512"/>
                </a:lnTo>
                <a:lnTo>
                  <a:pt x="395287" y="852487"/>
                </a:lnTo>
                <a:lnTo>
                  <a:pt x="458787" y="906462"/>
                </a:lnTo>
                <a:lnTo>
                  <a:pt x="525462" y="957262"/>
                </a:lnTo>
                <a:lnTo>
                  <a:pt x="592137" y="1008062"/>
                </a:lnTo>
                <a:lnTo>
                  <a:pt x="660400" y="1060450"/>
                </a:lnTo>
                <a:lnTo>
                  <a:pt x="725487" y="1111250"/>
                </a:lnTo>
                <a:lnTo>
                  <a:pt x="787400" y="1165225"/>
                </a:lnTo>
                <a:lnTo>
                  <a:pt x="844550" y="1223962"/>
                </a:lnTo>
                <a:lnTo>
                  <a:pt x="896937" y="1282700"/>
                </a:lnTo>
                <a:lnTo>
                  <a:pt x="939800" y="1346200"/>
                </a:lnTo>
                <a:lnTo>
                  <a:pt x="976312" y="1417637"/>
                </a:lnTo>
                <a:lnTo>
                  <a:pt x="998537" y="1487487"/>
                </a:lnTo>
                <a:lnTo>
                  <a:pt x="1012825" y="1565275"/>
                </a:lnTo>
                <a:lnTo>
                  <a:pt x="1019175" y="1641475"/>
                </a:lnTo>
                <a:lnTo>
                  <a:pt x="1017587" y="1722437"/>
                </a:lnTo>
                <a:lnTo>
                  <a:pt x="1011237" y="1803400"/>
                </a:lnTo>
                <a:lnTo>
                  <a:pt x="1003300" y="1887537"/>
                </a:lnTo>
                <a:lnTo>
                  <a:pt x="992187" y="1971675"/>
                </a:lnTo>
                <a:lnTo>
                  <a:pt x="979487" y="2055812"/>
                </a:lnTo>
                <a:lnTo>
                  <a:pt x="969962" y="2139950"/>
                </a:lnTo>
                <a:lnTo>
                  <a:pt x="963612" y="2224087"/>
                </a:lnTo>
                <a:lnTo>
                  <a:pt x="958850" y="2305050"/>
                </a:lnTo>
                <a:lnTo>
                  <a:pt x="963612" y="2384425"/>
                </a:lnTo>
                <a:lnTo>
                  <a:pt x="973137" y="2462212"/>
                </a:lnTo>
                <a:lnTo>
                  <a:pt x="993775" y="2543175"/>
                </a:lnTo>
                <a:lnTo>
                  <a:pt x="1025525" y="2622550"/>
                </a:lnTo>
                <a:lnTo>
                  <a:pt x="1063625" y="2701925"/>
                </a:lnTo>
                <a:lnTo>
                  <a:pt x="1106487" y="2781300"/>
                </a:lnTo>
                <a:lnTo>
                  <a:pt x="1150937" y="2859087"/>
                </a:lnTo>
                <a:lnTo>
                  <a:pt x="1198562" y="2938462"/>
                </a:lnTo>
                <a:lnTo>
                  <a:pt x="1241425" y="3017837"/>
                </a:lnTo>
                <a:lnTo>
                  <a:pt x="1284288" y="3098800"/>
                </a:lnTo>
                <a:lnTo>
                  <a:pt x="1320800" y="3179762"/>
                </a:lnTo>
                <a:lnTo>
                  <a:pt x="1349375" y="3260725"/>
                </a:lnTo>
                <a:lnTo>
                  <a:pt x="1365250" y="3343275"/>
                </a:lnTo>
                <a:lnTo>
                  <a:pt x="1374775" y="3429000"/>
                </a:lnTo>
                <a:lnTo>
                  <a:pt x="1365250" y="3514725"/>
                </a:lnTo>
                <a:lnTo>
                  <a:pt x="1349375" y="3597275"/>
                </a:lnTo>
                <a:lnTo>
                  <a:pt x="1320800" y="3678237"/>
                </a:lnTo>
                <a:lnTo>
                  <a:pt x="1284288" y="3759200"/>
                </a:lnTo>
                <a:lnTo>
                  <a:pt x="1241425" y="3840162"/>
                </a:lnTo>
                <a:lnTo>
                  <a:pt x="1198562" y="3919537"/>
                </a:lnTo>
                <a:lnTo>
                  <a:pt x="1150937" y="3998912"/>
                </a:lnTo>
                <a:lnTo>
                  <a:pt x="1106487" y="4076700"/>
                </a:lnTo>
                <a:lnTo>
                  <a:pt x="1063625" y="4156075"/>
                </a:lnTo>
                <a:lnTo>
                  <a:pt x="1025525" y="4235450"/>
                </a:lnTo>
                <a:lnTo>
                  <a:pt x="993775" y="4314825"/>
                </a:lnTo>
                <a:lnTo>
                  <a:pt x="973137" y="4395787"/>
                </a:lnTo>
                <a:lnTo>
                  <a:pt x="963612" y="4473575"/>
                </a:lnTo>
                <a:lnTo>
                  <a:pt x="958850" y="4552950"/>
                </a:lnTo>
                <a:lnTo>
                  <a:pt x="963612" y="4633912"/>
                </a:lnTo>
                <a:lnTo>
                  <a:pt x="969962" y="4718050"/>
                </a:lnTo>
                <a:lnTo>
                  <a:pt x="979487" y="4802187"/>
                </a:lnTo>
                <a:lnTo>
                  <a:pt x="992187" y="4886325"/>
                </a:lnTo>
                <a:lnTo>
                  <a:pt x="1003300" y="4970462"/>
                </a:lnTo>
                <a:lnTo>
                  <a:pt x="1011237" y="5054600"/>
                </a:lnTo>
                <a:lnTo>
                  <a:pt x="1017587" y="5135562"/>
                </a:lnTo>
                <a:lnTo>
                  <a:pt x="1019175" y="5216525"/>
                </a:lnTo>
                <a:lnTo>
                  <a:pt x="1012825" y="5292725"/>
                </a:lnTo>
                <a:lnTo>
                  <a:pt x="998537" y="5370512"/>
                </a:lnTo>
                <a:lnTo>
                  <a:pt x="976312" y="5440362"/>
                </a:lnTo>
                <a:lnTo>
                  <a:pt x="939800" y="5511800"/>
                </a:lnTo>
                <a:lnTo>
                  <a:pt x="896937" y="5575300"/>
                </a:lnTo>
                <a:lnTo>
                  <a:pt x="844550" y="5634037"/>
                </a:lnTo>
                <a:lnTo>
                  <a:pt x="787400" y="5692775"/>
                </a:lnTo>
                <a:lnTo>
                  <a:pt x="725487" y="5746750"/>
                </a:lnTo>
                <a:lnTo>
                  <a:pt x="660400" y="5797550"/>
                </a:lnTo>
                <a:lnTo>
                  <a:pt x="592137" y="5849937"/>
                </a:lnTo>
                <a:lnTo>
                  <a:pt x="525462" y="5900737"/>
                </a:lnTo>
                <a:lnTo>
                  <a:pt x="458787" y="5951537"/>
                </a:lnTo>
                <a:lnTo>
                  <a:pt x="395287" y="6005512"/>
                </a:lnTo>
                <a:lnTo>
                  <a:pt x="334962" y="6059487"/>
                </a:lnTo>
                <a:lnTo>
                  <a:pt x="282575" y="6118225"/>
                </a:lnTo>
                <a:lnTo>
                  <a:pt x="234950" y="6180137"/>
                </a:lnTo>
                <a:lnTo>
                  <a:pt x="192087" y="6253162"/>
                </a:lnTo>
                <a:lnTo>
                  <a:pt x="155575" y="6332537"/>
                </a:lnTo>
                <a:lnTo>
                  <a:pt x="127000" y="6416675"/>
                </a:lnTo>
                <a:lnTo>
                  <a:pt x="100012" y="6503987"/>
                </a:lnTo>
                <a:lnTo>
                  <a:pt x="77787" y="6594475"/>
                </a:lnTo>
                <a:lnTo>
                  <a:pt x="52387" y="6683375"/>
                </a:lnTo>
                <a:lnTo>
                  <a:pt x="26987" y="6770687"/>
                </a:lnTo>
                <a:lnTo>
                  <a:pt x="0" y="6858000"/>
                </a:lnTo>
                <a:lnTo>
                  <a:pt x="9807836" y="6858000"/>
                </a:lnTo>
                <a:lnTo>
                  <a:pt x="9807836" y="0"/>
                </a:lnTo>
                <a:close/>
              </a:path>
            </a:pathLst>
          </a:custGeom>
          <a:solidFill>
            <a:schemeClr val="accent1"/>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A141F44F-73F7-6FD4-D955-D28857AFBB65}"/>
              </a:ext>
            </a:extLst>
          </p:cNvPr>
          <p:cNvSpPr>
            <a:spLocks noGrp="1"/>
          </p:cNvSpPr>
          <p:nvPr>
            <p:ph type="ctrTitle"/>
          </p:nvPr>
        </p:nvSpPr>
        <p:spPr>
          <a:xfrm>
            <a:off x="544403" y="1098388"/>
            <a:ext cx="7818540" cy="4394988"/>
          </a:xfrm>
        </p:spPr>
        <p:txBody>
          <a:bodyPr>
            <a:normAutofit/>
          </a:bodyPr>
          <a:lstStyle/>
          <a:p>
            <a:pPr algn="l"/>
            <a:r>
              <a:rPr lang="es-ES_tradnl" sz="6600" err="1"/>
              <a:t>Introduction</a:t>
            </a:r>
            <a:r>
              <a:rPr lang="es-ES_tradnl" sz="6600"/>
              <a:t> </a:t>
            </a:r>
            <a:r>
              <a:rPr lang="es-ES_tradnl" sz="6600" err="1"/>
              <a:t>to</a:t>
            </a:r>
            <a:r>
              <a:rPr lang="es-ES_tradnl" sz="6600"/>
              <a:t> </a:t>
            </a:r>
            <a:r>
              <a:rPr lang="es-ES_tradnl" sz="7000" i="1" err="1"/>
              <a:t>Computational</a:t>
            </a:r>
            <a:r>
              <a:rPr lang="es-ES_tradnl" sz="7000" i="1"/>
              <a:t> Text </a:t>
            </a:r>
            <a:r>
              <a:rPr lang="es-ES_tradnl" sz="7000" i="1" err="1"/>
              <a:t>Analysis</a:t>
            </a:r>
            <a:endParaRPr lang="es-ES_tradnl" sz="7000" i="1"/>
          </a:p>
        </p:txBody>
      </p:sp>
      <p:sp>
        <p:nvSpPr>
          <p:cNvPr id="3" name="Subtitle 2">
            <a:extLst>
              <a:ext uri="{FF2B5EF4-FFF2-40B4-BE49-F238E27FC236}">
                <a16:creationId xmlns:a16="http://schemas.microsoft.com/office/drawing/2014/main" id="{3D24B819-8026-3DB4-0C53-A1FF2FDBF4E9}"/>
              </a:ext>
            </a:extLst>
          </p:cNvPr>
          <p:cNvSpPr>
            <a:spLocks noGrp="1"/>
          </p:cNvSpPr>
          <p:nvPr>
            <p:ph type="subTitle" idx="1"/>
          </p:nvPr>
        </p:nvSpPr>
        <p:spPr>
          <a:xfrm>
            <a:off x="544403" y="5563388"/>
            <a:ext cx="7818540" cy="742279"/>
          </a:xfrm>
        </p:spPr>
        <p:txBody>
          <a:bodyPr>
            <a:normAutofit/>
          </a:bodyPr>
          <a:lstStyle/>
          <a:p>
            <a:pPr algn="l"/>
            <a:r>
              <a:rPr lang="es-ES_tradnl">
                <a:solidFill>
                  <a:schemeClr val="bg2"/>
                </a:solidFill>
              </a:rPr>
              <a:t>Prof. Sebastián Vallejo Vera</a:t>
            </a:r>
          </a:p>
        </p:txBody>
      </p:sp>
      <p:sp>
        <p:nvSpPr>
          <p:cNvPr id="13" name="Rectangle 12">
            <a:extLst>
              <a:ext uri="{FF2B5EF4-FFF2-40B4-BE49-F238E27FC236}">
                <a16:creationId xmlns:a16="http://schemas.microsoft.com/office/drawing/2014/main" id="{517C1286-B472-4907-9B47-E8C9FE290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Freeform 16">
            <a:extLst>
              <a:ext uri="{FF2B5EF4-FFF2-40B4-BE49-F238E27FC236}">
                <a16:creationId xmlns:a16="http://schemas.microsoft.com/office/drawing/2014/main" id="{28B35564-38A4-457A-BD01-15D6F1659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33061"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bg2"/>
          </a:solidFill>
          <a:ln w="0">
            <a:noFill/>
            <a:prstDash val="solid"/>
            <a:round/>
            <a:headEnd/>
            <a:tailEnd/>
          </a:ln>
        </p:spPr>
        <p:txBody>
          <a:bodyPr/>
          <a:lstStyle/>
          <a:p>
            <a:endParaRPr lang="en-US"/>
          </a:p>
        </p:txBody>
      </p:sp>
    </p:spTree>
    <p:extLst>
      <p:ext uri="{BB962C8B-B14F-4D97-AF65-F5344CB8AC3E}">
        <p14:creationId xmlns:p14="http://schemas.microsoft.com/office/powerpoint/2010/main" val="305355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579C-CA5B-733A-8492-CF7640A4ABD3}"/>
              </a:ext>
            </a:extLst>
          </p:cNvPr>
          <p:cNvSpPr>
            <a:spLocks noGrp="1"/>
          </p:cNvSpPr>
          <p:nvPr>
            <p:ph type="title"/>
          </p:nvPr>
        </p:nvSpPr>
        <p:spPr/>
        <p:txBody>
          <a:bodyPr/>
          <a:lstStyle/>
          <a:p>
            <a:r>
              <a:rPr lang="es-ES_tradnl"/>
              <a:t>Who am I?</a:t>
            </a:r>
          </a:p>
        </p:txBody>
      </p:sp>
      <p:sp>
        <p:nvSpPr>
          <p:cNvPr id="3" name="Text Placeholder 2">
            <a:extLst>
              <a:ext uri="{FF2B5EF4-FFF2-40B4-BE49-F238E27FC236}">
                <a16:creationId xmlns:a16="http://schemas.microsoft.com/office/drawing/2014/main" id="{B0EFE6FC-C8C3-80DE-CB87-50B1A9E24FCC}"/>
              </a:ext>
            </a:extLst>
          </p:cNvPr>
          <p:cNvSpPr>
            <a:spLocks noGrp="1"/>
          </p:cNvSpPr>
          <p:nvPr>
            <p:ph type="body" idx="1"/>
          </p:nvPr>
        </p:nvSpPr>
        <p:spPr/>
        <p:txBody>
          <a:bodyPr>
            <a:normAutofit lnSpcReduction="10000"/>
          </a:bodyPr>
          <a:lstStyle/>
          <a:p>
            <a:r>
              <a:rPr lang="es-ES_tradnl"/>
              <a:t>(</a:t>
            </a:r>
            <a:r>
              <a:rPr lang="es-ES_tradnl" err="1"/>
              <a:t>All</a:t>
            </a:r>
            <a:r>
              <a:rPr lang="es-ES_tradnl"/>
              <a:t> </a:t>
            </a:r>
            <a:r>
              <a:rPr lang="es-ES_tradnl" err="1"/>
              <a:t>questions</a:t>
            </a:r>
            <a:r>
              <a:rPr lang="es-ES_tradnl"/>
              <a:t> </a:t>
            </a:r>
            <a:r>
              <a:rPr lang="es-ES_tradnl" err="1"/>
              <a:t>about</a:t>
            </a:r>
            <a:r>
              <a:rPr lang="es-ES_tradnl"/>
              <a:t> </a:t>
            </a:r>
            <a:r>
              <a:rPr lang="es-ES_tradnl" err="1"/>
              <a:t>my</a:t>
            </a:r>
            <a:r>
              <a:rPr lang="es-ES_tradnl"/>
              <a:t> personal </a:t>
            </a:r>
            <a:r>
              <a:rPr lang="es-ES_tradnl" err="1"/>
              <a:t>life</a:t>
            </a:r>
            <a:r>
              <a:rPr lang="es-ES_tradnl"/>
              <a:t> are </a:t>
            </a:r>
            <a:r>
              <a:rPr lang="es-ES_tradnl" err="1"/>
              <a:t>fair</a:t>
            </a:r>
            <a:r>
              <a:rPr lang="es-ES_tradnl"/>
              <a:t> </a:t>
            </a:r>
            <a:r>
              <a:rPr lang="es-ES_tradnl" err="1"/>
              <a:t>questions</a:t>
            </a:r>
            <a:r>
              <a:rPr lang="es-ES_tradnl"/>
              <a:t> </a:t>
            </a:r>
            <a:r>
              <a:rPr lang="es-ES_tradnl" err="1"/>
              <a:t>right</a:t>
            </a:r>
            <a:r>
              <a:rPr lang="es-ES_tradnl"/>
              <a:t> </a:t>
            </a:r>
            <a:r>
              <a:rPr lang="es-ES_tradnl" err="1"/>
              <a:t>now</a:t>
            </a:r>
            <a:r>
              <a:rPr lang="es-ES_tradnl"/>
              <a:t>--and </a:t>
            </a:r>
            <a:r>
              <a:rPr lang="es-ES_tradnl" err="1"/>
              <a:t>only</a:t>
            </a:r>
            <a:r>
              <a:rPr lang="es-ES_tradnl"/>
              <a:t> </a:t>
            </a:r>
            <a:r>
              <a:rPr lang="es-ES_tradnl" err="1"/>
              <a:t>now</a:t>
            </a:r>
            <a:r>
              <a:rPr lang="es-ES_tradnl"/>
              <a:t>)</a:t>
            </a:r>
          </a:p>
        </p:txBody>
      </p:sp>
    </p:spTree>
    <p:extLst>
      <p:ext uri="{BB962C8B-B14F-4D97-AF65-F5344CB8AC3E}">
        <p14:creationId xmlns:p14="http://schemas.microsoft.com/office/powerpoint/2010/main" val="2308186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7FDFA-7119-F2DD-59DE-634A4D7120B5}"/>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D5BD237B-6426-1B6B-742B-97105E635A87}"/>
              </a:ext>
            </a:extLst>
          </p:cNvPr>
          <p:cNvSpPr>
            <a:spLocks noGrp="1"/>
          </p:cNvSpPr>
          <p:nvPr>
            <p:ph idx="1"/>
          </p:nvPr>
        </p:nvSpPr>
        <p:spPr/>
        <p:txBody>
          <a:bodyPr/>
          <a:lstStyle/>
          <a:p>
            <a:r>
              <a:rPr lang="en-US"/>
              <a:t>My first names is </a:t>
            </a:r>
            <a:r>
              <a:rPr lang="en-US" i="1"/>
              <a:t>Sebastián</a:t>
            </a:r>
            <a:r>
              <a:rPr lang="en-US"/>
              <a:t>; my last names is </a:t>
            </a:r>
            <a:r>
              <a:rPr lang="en-US" i="1"/>
              <a:t>Vallejo Vera. </a:t>
            </a:r>
          </a:p>
          <a:p>
            <a:pPr lvl="1"/>
            <a:r>
              <a:rPr lang="en-US"/>
              <a:t>You can call me however you feel more comfortable: Sebastián, Professor Vallejo, Professor Vallejo Vera, Dr. Vallejo, and/or Dr. Vallejo Vera. Dr. Vera is my mom. </a:t>
            </a:r>
          </a:p>
          <a:p>
            <a:r>
              <a:rPr lang="en-US"/>
              <a:t>I received my PhD in 2019 from the University of Maryland, College Park (just like Dave). I am a comparativist and a methodologist.</a:t>
            </a:r>
          </a:p>
          <a:p>
            <a:endParaRPr lang="en-US"/>
          </a:p>
          <a:p>
            <a:r>
              <a:rPr lang="en-US"/>
              <a:t>Reach me at:</a:t>
            </a:r>
          </a:p>
          <a:p>
            <a:pPr lvl="1"/>
            <a:r>
              <a:rPr lang="en-US">
                <a:hlinkClick r:id="rId2"/>
              </a:rPr>
              <a:t>sebastian.vallejo@uwo.ca</a:t>
            </a:r>
            <a:endParaRPr lang="en-US"/>
          </a:p>
          <a:p>
            <a:pPr lvl="1"/>
            <a:r>
              <a:rPr lang="en-US">
                <a:hlinkClick r:id="rId3"/>
              </a:rPr>
              <a:t>www.svallejovera.com</a:t>
            </a:r>
            <a:endParaRPr lang="en-US"/>
          </a:p>
          <a:p>
            <a:pPr lvl="1"/>
            <a:endParaRPr lang="en-US"/>
          </a:p>
          <a:p>
            <a:pPr lvl="1"/>
            <a:endParaRPr lang="en-US"/>
          </a:p>
          <a:p>
            <a:endParaRPr lang="en-US"/>
          </a:p>
        </p:txBody>
      </p:sp>
    </p:spTree>
    <p:extLst>
      <p:ext uri="{BB962C8B-B14F-4D97-AF65-F5344CB8AC3E}">
        <p14:creationId xmlns:p14="http://schemas.microsoft.com/office/powerpoint/2010/main" val="1805844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D8DC-262C-D06C-763A-9FCED02F3CD1}"/>
              </a:ext>
            </a:extLst>
          </p:cNvPr>
          <p:cNvSpPr>
            <a:spLocks noGrp="1"/>
          </p:cNvSpPr>
          <p:nvPr>
            <p:ph type="title"/>
          </p:nvPr>
        </p:nvSpPr>
        <p:spPr/>
        <p:txBody>
          <a:bodyPr/>
          <a:lstStyle/>
          <a:p>
            <a:r>
              <a:rPr lang="en-US"/>
              <a:t>My Research: Text Analysis</a:t>
            </a:r>
          </a:p>
        </p:txBody>
      </p:sp>
      <p:sp>
        <p:nvSpPr>
          <p:cNvPr id="3" name="Content Placeholder 2">
            <a:extLst>
              <a:ext uri="{FF2B5EF4-FFF2-40B4-BE49-F238E27FC236}">
                <a16:creationId xmlns:a16="http://schemas.microsoft.com/office/drawing/2014/main" id="{EE8A539B-62B0-5197-48A3-DDF377F99C38}"/>
              </a:ext>
            </a:extLst>
          </p:cNvPr>
          <p:cNvSpPr>
            <a:spLocks noGrp="1"/>
          </p:cNvSpPr>
          <p:nvPr>
            <p:ph idx="1"/>
          </p:nvPr>
        </p:nvSpPr>
        <p:spPr/>
        <p:txBody>
          <a:bodyPr>
            <a:normAutofit fontScale="85000" lnSpcReduction="20000"/>
          </a:bodyPr>
          <a:lstStyle/>
          <a:p>
            <a:r>
              <a:rPr lang="en-US"/>
              <a:t>Application of Large Language Models (LLM) in the social science:</a:t>
            </a:r>
          </a:p>
          <a:p>
            <a:pPr lvl="1"/>
            <a:r>
              <a:rPr lang="en-US" err="1"/>
              <a:t>Timoneda</a:t>
            </a:r>
            <a:r>
              <a:rPr lang="en-US"/>
              <a:t>, Joan C., and </a:t>
            </a:r>
            <a:r>
              <a:rPr lang="en-US" b="1"/>
              <a:t>Sebastián Vallejo Vera</a:t>
            </a:r>
            <a:r>
              <a:rPr lang="en-US"/>
              <a:t>. "BERT, </a:t>
            </a:r>
            <a:r>
              <a:rPr lang="en-US" err="1"/>
              <a:t>RoBERTa</a:t>
            </a:r>
            <a:r>
              <a:rPr lang="en-US"/>
              <a:t>, or </a:t>
            </a:r>
            <a:r>
              <a:rPr lang="en-US" err="1"/>
              <a:t>DeBERTa</a:t>
            </a:r>
            <a:r>
              <a:rPr lang="en-US"/>
              <a:t>? Comparing Performance Across Transformers Models in Political Science Text." </a:t>
            </a:r>
            <a:r>
              <a:rPr lang="en-US" i="1"/>
              <a:t>The Journal of Politics </a:t>
            </a:r>
            <a:r>
              <a:rPr lang="en-US"/>
              <a:t>87, no. 1 (2025): 347-364</a:t>
            </a:r>
            <a:r>
              <a:rPr lang="en-US" i="1"/>
              <a:t>.</a:t>
            </a:r>
          </a:p>
          <a:p>
            <a:pPr lvl="1"/>
            <a:r>
              <a:rPr lang="en-US" err="1"/>
              <a:t>Timoneda</a:t>
            </a:r>
            <a:r>
              <a:rPr lang="en-US"/>
              <a:t>, Joan C., and </a:t>
            </a:r>
            <a:r>
              <a:rPr lang="en-US" b="1"/>
              <a:t>Sebastián Vallejo Vera</a:t>
            </a:r>
            <a:r>
              <a:rPr lang="en-US"/>
              <a:t>. "Rolling Memory: A New Approach to Annotation with Generative LLMs in Social and Political Research</a:t>
            </a:r>
            <a:r>
              <a:rPr lang="en-US" i="1"/>
              <a:t>”. Chinese Political Science Review (Forthcoming)</a:t>
            </a:r>
          </a:p>
          <a:p>
            <a:pPr lvl="1"/>
            <a:r>
              <a:rPr lang="en-US"/>
              <a:t>Davila Gordillo, D., J.C. </a:t>
            </a:r>
            <a:r>
              <a:rPr lang="en-US" err="1"/>
              <a:t>Timoneda</a:t>
            </a:r>
            <a:r>
              <a:rPr lang="en-US"/>
              <a:t>, and </a:t>
            </a:r>
            <a:r>
              <a:rPr lang="en-US" b="1"/>
              <a:t>S. Vallejo Vera</a:t>
            </a:r>
            <a:r>
              <a:rPr lang="en-US"/>
              <a:t>. “Machines Do See Color: Using LLMs to Classify Overt and Covert Racism in Text”. </a:t>
            </a:r>
            <a:r>
              <a:rPr lang="en-US" i="1"/>
              <a:t>Sociological Method and Research </a:t>
            </a:r>
            <a:r>
              <a:rPr lang="en-US"/>
              <a:t>(</a:t>
            </a:r>
            <a:r>
              <a:rPr lang="en-US" i="1"/>
              <a:t>Forthcoming</a:t>
            </a:r>
            <a:r>
              <a:rPr lang="en-US"/>
              <a:t>)</a:t>
            </a:r>
            <a:r>
              <a:rPr lang="en-US" i="1"/>
              <a:t>.</a:t>
            </a:r>
          </a:p>
          <a:p>
            <a:pPr lvl="1"/>
            <a:r>
              <a:rPr lang="en-US" err="1"/>
              <a:t>Timoneda</a:t>
            </a:r>
            <a:r>
              <a:rPr lang="en-US"/>
              <a:t>, Joan C., and </a:t>
            </a:r>
            <a:r>
              <a:rPr lang="en-US" b="1"/>
              <a:t>Sebastián Vallejo Vera. </a:t>
            </a:r>
            <a:r>
              <a:rPr lang="en-US"/>
              <a:t>"Behind the mask: Random and selective masking in transformer models applied to specialized social science texts." </a:t>
            </a:r>
            <a:r>
              <a:rPr lang="en-US" i="1" err="1"/>
              <a:t>PloS</a:t>
            </a:r>
            <a:r>
              <a:rPr lang="en-US" i="1"/>
              <a:t> one </a:t>
            </a:r>
            <a:r>
              <a:rPr lang="en-US"/>
              <a:t>20, no. 2 (2025): e0318421.</a:t>
            </a:r>
          </a:p>
          <a:p>
            <a:pPr lvl="1"/>
            <a:r>
              <a:rPr lang="en-CA" b="1"/>
              <a:t>Vallejo Vera, Sebastián, </a:t>
            </a:r>
            <a:r>
              <a:rPr lang="en-CA"/>
              <a:t>and Hunter Driggers. "LLMs as annotators: the effect of party cues on labelling decisions by large language models." </a:t>
            </a:r>
            <a:r>
              <a:rPr lang="en-CA" i="1"/>
              <a:t>Humanities and Social Sciences Communications</a:t>
            </a:r>
            <a:r>
              <a:rPr lang="en-CA"/>
              <a:t> 12, no. 1 (2025): 1-11.</a:t>
            </a:r>
          </a:p>
          <a:p>
            <a:r>
              <a:rPr lang="en-CA"/>
              <a:t>Human-LLM interactions:</a:t>
            </a:r>
          </a:p>
          <a:p>
            <a:pPr lvl="1"/>
            <a:r>
              <a:rPr lang="en-CA"/>
              <a:t>SSHRC IDG: “LLMs, Rabbit Holes, Echo Chamber, and Bias”. 	</a:t>
            </a:r>
          </a:p>
          <a:p>
            <a:pPr lvl="1"/>
            <a:endParaRPr lang="en-US" i="1"/>
          </a:p>
        </p:txBody>
      </p:sp>
    </p:spTree>
    <p:extLst>
      <p:ext uri="{BB962C8B-B14F-4D97-AF65-F5344CB8AC3E}">
        <p14:creationId xmlns:p14="http://schemas.microsoft.com/office/powerpoint/2010/main" val="3539767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D8DC-262C-D06C-763A-9FCED02F3CD1}"/>
              </a:ext>
            </a:extLst>
          </p:cNvPr>
          <p:cNvSpPr>
            <a:spLocks noGrp="1"/>
          </p:cNvSpPr>
          <p:nvPr>
            <p:ph type="title"/>
          </p:nvPr>
        </p:nvSpPr>
        <p:spPr/>
        <p:txBody>
          <a:bodyPr/>
          <a:lstStyle/>
          <a:p>
            <a:r>
              <a:rPr lang="en-US"/>
              <a:t>My Research: Gender and Politics</a:t>
            </a:r>
          </a:p>
        </p:txBody>
      </p:sp>
      <p:pic>
        <p:nvPicPr>
          <p:cNvPr id="6" name="Picture 5">
            <a:extLst>
              <a:ext uri="{FF2B5EF4-FFF2-40B4-BE49-F238E27FC236}">
                <a16:creationId xmlns:a16="http://schemas.microsoft.com/office/drawing/2014/main" id="{9FBD5AD0-D90A-4FA0-B8DE-E5BCF0F51608}"/>
              </a:ext>
            </a:extLst>
          </p:cNvPr>
          <p:cNvPicPr>
            <a:picLocks noChangeAspect="1"/>
          </p:cNvPicPr>
          <p:nvPr/>
        </p:nvPicPr>
        <p:blipFill>
          <a:blip r:embed="rId2"/>
          <a:stretch>
            <a:fillRect/>
          </a:stretch>
        </p:blipFill>
        <p:spPr>
          <a:xfrm>
            <a:off x="3237386" y="1905035"/>
            <a:ext cx="5717227" cy="3587279"/>
          </a:xfrm>
          <a:prstGeom prst="rect">
            <a:avLst/>
          </a:prstGeom>
        </p:spPr>
      </p:pic>
      <p:sp>
        <p:nvSpPr>
          <p:cNvPr id="7" name="TextBox 6">
            <a:extLst>
              <a:ext uri="{FF2B5EF4-FFF2-40B4-BE49-F238E27FC236}">
                <a16:creationId xmlns:a16="http://schemas.microsoft.com/office/drawing/2014/main" id="{0973E307-40A9-6A44-9242-BC31962C247E}"/>
              </a:ext>
            </a:extLst>
          </p:cNvPr>
          <p:cNvSpPr txBox="1"/>
          <p:nvPr/>
        </p:nvSpPr>
        <p:spPr>
          <a:xfrm>
            <a:off x="1083038" y="5724463"/>
            <a:ext cx="10515601" cy="923330"/>
          </a:xfrm>
          <a:prstGeom prst="rect">
            <a:avLst/>
          </a:prstGeom>
          <a:noFill/>
        </p:spPr>
        <p:txBody>
          <a:bodyPr wrap="square" rtlCol="0">
            <a:spAutoFit/>
          </a:bodyPr>
          <a:lstStyle/>
          <a:p>
            <a:r>
              <a:rPr lang="en-CA">
                <a:latin typeface="Garamond" panose="02020404030301010803" pitchFamily="18" charset="0"/>
              </a:rPr>
              <a:t>Vallejo Vera, S., &amp; Gómez Vidal, A. (2022). The politics of interruptions: gendered disruptions of legislative speeches. </a:t>
            </a:r>
            <a:r>
              <a:rPr lang="en-CA" i="1">
                <a:latin typeface="Garamond" panose="02020404030301010803" pitchFamily="18" charset="0"/>
              </a:rPr>
              <a:t>The Journal of Politics</a:t>
            </a:r>
            <a:r>
              <a:rPr lang="en-CA">
                <a:latin typeface="Garamond" panose="02020404030301010803" pitchFamily="18" charset="0"/>
              </a:rPr>
              <a:t>, </a:t>
            </a:r>
            <a:r>
              <a:rPr lang="en-CA" i="1">
                <a:latin typeface="Garamond" panose="02020404030301010803" pitchFamily="18" charset="0"/>
              </a:rPr>
              <a:t>84</a:t>
            </a:r>
            <a:r>
              <a:rPr lang="en-CA">
                <a:latin typeface="Garamond" panose="02020404030301010803" pitchFamily="18" charset="0"/>
              </a:rPr>
              <a:t>(3), 1384-1402.</a:t>
            </a:r>
          </a:p>
          <a:p>
            <a:endParaRPr lang="en-US"/>
          </a:p>
        </p:txBody>
      </p:sp>
    </p:spTree>
    <p:extLst>
      <p:ext uri="{BB962C8B-B14F-4D97-AF65-F5344CB8AC3E}">
        <p14:creationId xmlns:p14="http://schemas.microsoft.com/office/powerpoint/2010/main" val="300393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02178-E21C-1076-CEBF-5212249D091A}"/>
              </a:ext>
            </a:extLst>
          </p:cNvPr>
          <p:cNvSpPr>
            <a:spLocks noGrp="1"/>
          </p:cNvSpPr>
          <p:nvPr>
            <p:ph type="title"/>
          </p:nvPr>
        </p:nvSpPr>
        <p:spPr/>
        <p:txBody>
          <a:bodyPr/>
          <a:lstStyle/>
          <a:p>
            <a:r>
              <a:rPr lang="en-US"/>
              <a:t>My Research: Racial Identity and Politics</a:t>
            </a:r>
          </a:p>
        </p:txBody>
      </p:sp>
      <p:pic>
        <p:nvPicPr>
          <p:cNvPr id="4" name="Picture 3">
            <a:extLst>
              <a:ext uri="{FF2B5EF4-FFF2-40B4-BE49-F238E27FC236}">
                <a16:creationId xmlns:a16="http://schemas.microsoft.com/office/drawing/2014/main" id="{4D7C4B4D-D283-966E-3E7C-AA2544806EB4}"/>
              </a:ext>
            </a:extLst>
          </p:cNvPr>
          <p:cNvPicPr>
            <a:picLocks noChangeAspect="1"/>
          </p:cNvPicPr>
          <p:nvPr/>
        </p:nvPicPr>
        <p:blipFill>
          <a:blip r:embed="rId2"/>
          <a:stretch>
            <a:fillRect/>
          </a:stretch>
        </p:blipFill>
        <p:spPr>
          <a:xfrm>
            <a:off x="4054331" y="1874517"/>
            <a:ext cx="4083337" cy="3881783"/>
          </a:xfrm>
          <a:prstGeom prst="rect">
            <a:avLst/>
          </a:prstGeom>
        </p:spPr>
      </p:pic>
      <p:sp>
        <p:nvSpPr>
          <p:cNvPr id="5" name="TextBox 4">
            <a:extLst>
              <a:ext uri="{FF2B5EF4-FFF2-40B4-BE49-F238E27FC236}">
                <a16:creationId xmlns:a16="http://schemas.microsoft.com/office/drawing/2014/main" id="{113D7649-F300-0D0C-A205-4479BBCC0EA0}"/>
              </a:ext>
            </a:extLst>
          </p:cNvPr>
          <p:cNvSpPr txBox="1"/>
          <p:nvPr/>
        </p:nvSpPr>
        <p:spPr>
          <a:xfrm>
            <a:off x="1083038" y="5829284"/>
            <a:ext cx="10515601" cy="646331"/>
          </a:xfrm>
          <a:prstGeom prst="rect">
            <a:avLst/>
          </a:prstGeom>
          <a:noFill/>
        </p:spPr>
        <p:txBody>
          <a:bodyPr wrap="square" rtlCol="0">
            <a:spAutoFit/>
          </a:bodyPr>
          <a:lstStyle/>
          <a:p>
            <a:r>
              <a:rPr lang="en-CA">
                <a:latin typeface="Garamond" panose="02020404030301010803" pitchFamily="18" charset="0"/>
              </a:rPr>
              <a:t>Vallejo Vera, S. (2023). Rage in the Machine: Activation of Racist Content in Social Media. </a:t>
            </a:r>
            <a:r>
              <a:rPr lang="en-CA" i="1">
                <a:latin typeface="Garamond" panose="02020404030301010803" pitchFamily="18" charset="0"/>
              </a:rPr>
              <a:t>Latin American Politics and Society</a:t>
            </a:r>
            <a:r>
              <a:rPr lang="en-CA">
                <a:latin typeface="Garamond" panose="02020404030301010803" pitchFamily="18" charset="0"/>
              </a:rPr>
              <a:t>, 65(1), 74-100.</a:t>
            </a:r>
            <a:endParaRPr lang="en-US">
              <a:latin typeface="Garamond" panose="02020404030301010803" pitchFamily="18" charset="0"/>
            </a:endParaRPr>
          </a:p>
        </p:txBody>
      </p:sp>
    </p:spTree>
    <p:extLst>
      <p:ext uri="{BB962C8B-B14F-4D97-AF65-F5344CB8AC3E}">
        <p14:creationId xmlns:p14="http://schemas.microsoft.com/office/powerpoint/2010/main" val="190473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4E48-9104-1F63-4AFF-CE4C51F3D8B2}"/>
              </a:ext>
            </a:extLst>
          </p:cNvPr>
          <p:cNvSpPr>
            <a:spLocks noGrp="1"/>
          </p:cNvSpPr>
          <p:nvPr>
            <p:ph type="title"/>
          </p:nvPr>
        </p:nvSpPr>
        <p:spPr/>
        <p:txBody>
          <a:bodyPr/>
          <a:lstStyle/>
          <a:p>
            <a:r>
              <a:rPr lang="en-US"/>
              <a:t>My Research: Legislative Politics</a:t>
            </a:r>
          </a:p>
        </p:txBody>
      </p:sp>
      <p:pic>
        <p:nvPicPr>
          <p:cNvPr id="3" name="Picture 2">
            <a:extLst>
              <a:ext uri="{FF2B5EF4-FFF2-40B4-BE49-F238E27FC236}">
                <a16:creationId xmlns:a16="http://schemas.microsoft.com/office/drawing/2014/main" id="{E3D50F48-7492-763B-B588-D0C90F5DA574}"/>
              </a:ext>
            </a:extLst>
          </p:cNvPr>
          <p:cNvPicPr>
            <a:picLocks noChangeAspect="1"/>
          </p:cNvPicPr>
          <p:nvPr/>
        </p:nvPicPr>
        <p:blipFill>
          <a:blip r:embed="rId2"/>
          <a:stretch>
            <a:fillRect/>
          </a:stretch>
        </p:blipFill>
        <p:spPr>
          <a:xfrm>
            <a:off x="4023496" y="1874517"/>
            <a:ext cx="4634685" cy="3743820"/>
          </a:xfrm>
          <a:prstGeom prst="rect">
            <a:avLst/>
          </a:prstGeom>
        </p:spPr>
      </p:pic>
      <p:sp>
        <p:nvSpPr>
          <p:cNvPr id="4" name="TextBox 3">
            <a:extLst>
              <a:ext uri="{FF2B5EF4-FFF2-40B4-BE49-F238E27FC236}">
                <a16:creationId xmlns:a16="http://schemas.microsoft.com/office/drawing/2014/main" id="{9B502A7C-ECFD-ECF7-0F40-FA5E4EA26284}"/>
              </a:ext>
            </a:extLst>
          </p:cNvPr>
          <p:cNvSpPr txBox="1"/>
          <p:nvPr/>
        </p:nvSpPr>
        <p:spPr>
          <a:xfrm>
            <a:off x="1251678" y="5829284"/>
            <a:ext cx="10515601" cy="646331"/>
          </a:xfrm>
          <a:prstGeom prst="rect">
            <a:avLst/>
          </a:prstGeom>
          <a:noFill/>
        </p:spPr>
        <p:txBody>
          <a:bodyPr wrap="square" rtlCol="0">
            <a:spAutoFit/>
          </a:bodyPr>
          <a:lstStyle/>
          <a:p>
            <a:r>
              <a:rPr lang="en-CA" err="1">
                <a:latin typeface="Garamond" panose="02020404030301010803" pitchFamily="18" charset="0"/>
              </a:rPr>
              <a:t>Alemán</a:t>
            </a:r>
            <a:r>
              <a:rPr lang="en-CA">
                <a:latin typeface="Garamond" panose="02020404030301010803" pitchFamily="18" charset="0"/>
              </a:rPr>
              <a:t>, E., </a:t>
            </a:r>
            <a:r>
              <a:rPr lang="en-CA" err="1">
                <a:latin typeface="Garamond" panose="02020404030301010803" pitchFamily="18" charset="0"/>
              </a:rPr>
              <a:t>Micozzi</a:t>
            </a:r>
            <a:r>
              <a:rPr lang="en-CA">
                <a:latin typeface="Garamond" panose="02020404030301010803" pitchFamily="18" charset="0"/>
              </a:rPr>
              <a:t>, J. P., &amp; Vallejo Vera, S. (2023). Congressional Committees, Electoral Connections, and Legislative Speech. </a:t>
            </a:r>
            <a:r>
              <a:rPr lang="en-CA" i="1">
                <a:latin typeface="Garamond" panose="02020404030301010803" pitchFamily="18" charset="0"/>
              </a:rPr>
              <a:t>Political Research Quarterly</a:t>
            </a:r>
            <a:r>
              <a:rPr lang="en-CA">
                <a:latin typeface="Garamond" panose="02020404030301010803" pitchFamily="18" charset="0"/>
              </a:rPr>
              <a:t>, 76(2), 994-1011.</a:t>
            </a:r>
            <a:endParaRPr lang="en-US">
              <a:latin typeface="Garamond" panose="02020404030301010803" pitchFamily="18" charset="0"/>
            </a:endParaRPr>
          </a:p>
        </p:txBody>
      </p:sp>
    </p:spTree>
    <p:extLst>
      <p:ext uri="{BB962C8B-B14F-4D97-AF65-F5344CB8AC3E}">
        <p14:creationId xmlns:p14="http://schemas.microsoft.com/office/powerpoint/2010/main" val="1353773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121F-C0C4-8099-D6A3-0B7FD2C96DE5}"/>
              </a:ext>
            </a:extLst>
          </p:cNvPr>
          <p:cNvSpPr>
            <a:spLocks noGrp="1"/>
          </p:cNvSpPr>
          <p:nvPr>
            <p:ph type="title"/>
          </p:nvPr>
        </p:nvSpPr>
        <p:spPr/>
        <p:txBody>
          <a:bodyPr/>
          <a:lstStyle/>
          <a:p>
            <a:r>
              <a:rPr lang="en-US"/>
              <a:t>My Research: And then some…</a:t>
            </a:r>
          </a:p>
        </p:txBody>
      </p:sp>
      <p:pic>
        <p:nvPicPr>
          <p:cNvPr id="3" name="Picture 2">
            <a:extLst>
              <a:ext uri="{FF2B5EF4-FFF2-40B4-BE49-F238E27FC236}">
                <a16:creationId xmlns:a16="http://schemas.microsoft.com/office/drawing/2014/main" id="{AC45499D-ACEC-FEA7-76AA-3580323EE260}"/>
              </a:ext>
            </a:extLst>
          </p:cNvPr>
          <p:cNvPicPr>
            <a:picLocks noChangeAspect="1"/>
          </p:cNvPicPr>
          <p:nvPr/>
        </p:nvPicPr>
        <p:blipFill>
          <a:blip r:embed="rId2"/>
          <a:stretch>
            <a:fillRect/>
          </a:stretch>
        </p:blipFill>
        <p:spPr>
          <a:xfrm>
            <a:off x="2920448" y="1544310"/>
            <a:ext cx="6351104" cy="3958565"/>
          </a:xfrm>
          <a:prstGeom prst="rect">
            <a:avLst/>
          </a:prstGeom>
        </p:spPr>
      </p:pic>
      <p:sp>
        <p:nvSpPr>
          <p:cNvPr id="4" name="TextBox 3">
            <a:extLst>
              <a:ext uri="{FF2B5EF4-FFF2-40B4-BE49-F238E27FC236}">
                <a16:creationId xmlns:a16="http://schemas.microsoft.com/office/drawing/2014/main" id="{70CD1570-AEF4-F04E-3E35-DA1CAD1DCB26}"/>
              </a:ext>
            </a:extLst>
          </p:cNvPr>
          <p:cNvSpPr txBox="1"/>
          <p:nvPr/>
        </p:nvSpPr>
        <p:spPr>
          <a:xfrm>
            <a:off x="1083038" y="5829283"/>
            <a:ext cx="10515601" cy="646331"/>
          </a:xfrm>
          <a:prstGeom prst="rect">
            <a:avLst/>
          </a:prstGeom>
          <a:noFill/>
        </p:spPr>
        <p:txBody>
          <a:bodyPr wrap="square" rtlCol="0">
            <a:spAutoFit/>
          </a:bodyPr>
          <a:lstStyle/>
          <a:p>
            <a:r>
              <a:rPr lang="en-CA" err="1">
                <a:latin typeface="Garamond" panose="02020404030301010803" pitchFamily="18" charset="0"/>
              </a:rPr>
              <a:t>Currin</a:t>
            </a:r>
            <a:r>
              <a:rPr lang="en-CA">
                <a:latin typeface="Garamond" panose="02020404030301010803" pitchFamily="18" charset="0"/>
              </a:rPr>
              <a:t>, C. B., Vallejo Vera, S., &amp; </a:t>
            </a:r>
            <a:r>
              <a:rPr lang="en-CA" err="1">
                <a:latin typeface="Garamond" panose="02020404030301010803" pitchFamily="18" charset="0"/>
              </a:rPr>
              <a:t>Khaledi-Nasab</a:t>
            </a:r>
            <a:r>
              <a:rPr lang="en-CA">
                <a:latin typeface="Garamond" panose="02020404030301010803" pitchFamily="18" charset="0"/>
              </a:rPr>
              <a:t>, A. (2022). Depolarization of echo chambers by random dynamical nudge. </a:t>
            </a:r>
            <a:r>
              <a:rPr lang="en-CA" i="1">
                <a:latin typeface="Garamond" panose="02020404030301010803" pitchFamily="18" charset="0"/>
              </a:rPr>
              <a:t>Scientific Reports</a:t>
            </a:r>
            <a:r>
              <a:rPr lang="en-CA">
                <a:latin typeface="Garamond" panose="02020404030301010803" pitchFamily="18" charset="0"/>
              </a:rPr>
              <a:t>, 12(1), 9234.</a:t>
            </a:r>
            <a:endParaRPr lang="en-US">
              <a:latin typeface="Garamond" panose="02020404030301010803" pitchFamily="18" charset="0"/>
            </a:endParaRPr>
          </a:p>
        </p:txBody>
      </p:sp>
    </p:spTree>
    <p:extLst>
      <p:ext uri="{BB962C8B-B14F-4D97-AF65-F5344CB8AC3E}">
        <p14:creationId xmlns:p14="http://schemas.microsoft.com/office/powerpoint/2010/main" val="3132265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4E80EC-290A-3839-D871-B9592EDAB2EC}"/>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ACD0AA21-7A56-511D-8E53-CFCB0E66A2B4}"/>
              </a:ext>
            </a:extLst>
          </p:cNvPr>
          <p:cNvSpPr>
            <a:spLocks noGrp="1"/>
          </p:cNvSpPr>
          <p:nvPr>
            <p:ph idx="1"/>
          </p:nvPr>
        </p:nvSpPr>
        <p:spPr/>
        <p:txBody>
          <a:bodyPr/>
          <a:lstStyle/>
          <a:p>
            <a:endParaRPr lang="en-US"/>
          </a:p>
          <a:p>
            <a:endParaRPr lang="en-US"/>
          </a:p>
          <a:p>
            <a:endParaRPr lang="en-US"/>
          </a:p>
          <a:p>
            <a:r>
              <a:rPr lang="en-US"/>
              <a:t>Questions?</a:t>
            </a:r>
          </a:p>
        </p:txBody>
      </p:sp>
    </p:spTree>
    <p:extLst>
      <p:ext uri="{BB962C8B-B14F-4D97-AF65-F5344CB8AC3E}">
        <p14:creationId xmlns:p14="http://schemas.microsoft.com/office/powerpoint/2010/main" val="83071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579C-CA5B-733A-8492-CF7640A4ABD3}"/>
              </a:ext>
            </a:extLst>
          </p:cNvPr>
          <p:cNvSpPr>
            <a:spLocks noGrp="1"/>
          </p:cNvSpPr>
          <p:nvPr>
            <p:ph type="title"/>
          </p:nvPr>
        </p:nvSpPr>
        <p:spPr/>
        <p:txBody>
          <a:bodyPr/>
          <a:lstStyle/>
          <a:p>
            <a:r>
              <a:rPr lang="es-ES_tradnl"/>
              <a:t>Who are </a:t>
            </a:r>
            <a:r>
              <a:rPr lang="es-ES_tradnl" err="1">
                <a:solidFill>
                  <a:schemeClr val="accent1"/>
                </a:solidFill>
              </a:rPr>
              <a:t>you</a:t>
            </a:r>
            <a:r>
              <a:rPr lang="es-ES_tradnl"/>
              <a:t>?</a:t>
            </a:r>
          </a:p>
        </p:txBody>
      </p:sp>
      <p:sp>
        <p:nvSpPr>
          <p:cNvPr id="3" name="Text Placeholder 2">
            <a:extLst>
              <a:ext uri="{FF2B5EF4-FFF2-40B4-BE49-F238E27FC236}">
                <a16:creationId xmlns:a16="http://schemas.microsoft.com/office/drawing/2014/main" id="{B0EFE6FC-C8C3-80DE-CB87-50B1A9E24FCC}"/>
              </a:ext>
            </a:extLst>
          </p:cNvPr>
          <p:cNvSpPr>
            <a:spLocks noGrp="1"/>
          </p:cNvSpPr>
          <p:nvPr>
            <p:ph type="body" idx="1"/>
          </p:nvPr>
        </p:nvSpPr>
        <p:spPr/>
        <p:txBody>
          <a:bodyPr>
            <a:normAutofit/>
          </a:bodyPr>
          <a:lstStyle/>
          <a:p>
            <a:endParaRPr lang="es-ES_tradnl"/>
          </a:p>
        </p:txBody>
      </p:sp>
    </p:spTree>
    <p:extLst>
      <p:ext uri="{BB962C8B-B14F-4D97-AF65-F5344CB8AC3E}">
        <p14:creationId xmlns:p14="http://schemas.microsoft.com/office/powerpoint/2010/main" val="3222820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C3DE02-A7B9-C731-F53D-EC2DB455C8C0}"/>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B4855AA-F6F3-59E8-4357-D22EDED93E12}"/>
              </a:ext>
            </a:extLst>
          </p:cNvPr>
          <p:cNvSpPr>
            <a:spLocks noGrp="1"/>
          </p:cNvSpPr>
          <p:nvPr>
            <p:ph idx="1"/>
          </p:nvPr>
        </p:nvSpPr>
        <p:spPr/>
        <p:txBody>
          <a:bodyPr/>
          <a:lstStyle/>
          <a:p>
            <a:endParaRPr lang="en-US"/>
          </a:p>
          <a:p>
            <a:r>
              <a:rPr lang="en-US"/>
              <a:t>Name</a:t>
            </a:r>
          </a:p>
          <a:p>
            <a:r>
              <a:rPr lang="en-US"/>
              <a:t>Research Interest / Policy Interest</a:t>
            </a:r>
          </a:p>
          <a:p>
            <a:r>
              <a:rPr lang="en-US"/>
              <a:t>Why are you taking this course?</a:t>
            </a:r>
          </a:p>
          <a:p>
            <a:endParaRPr lang="en-US"/>
          </a:p>
          <a:p>
            <a:r>
              <a:rPr lang="en-US"/>
              <a:t>What is you R/Python/coding level?</a:t>
            </a:r>
          </a:p>
          <a:p>
            <a:endParaRPr lang="en-US"/>
          </a:p>
        </p:txBody>
      </p:sp>
    </p:spTree>
    <p:extLst>
      <p:ext uri="{BB962C8B-B14F-4D97-AF65-F5344CB8AC3E}">
        <p14:creationId xmlns:p14="http://schemas.microsoft.com/office/powerpoint/2010/main" val="2822777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499B-C196-1BF6-CD95-F31693921241}"/>
              </a:ext>
            </a:extLst>
          </p:cNvPr>
          <p:cNvSpPr>
            <a:spLocks noGrp="1"/>
          </p:cNvSpPr>
          <p:nvPr>
            <p:ph type="title"/>
          </p:nvPr>
        </p:nvSpPr>
        <p:spPr/>
        <p:txBody>
          <a:bodyPr/>
          <a:lstStyle/>
          <a:p>
            <a:r>
              <a:rPr lang="en-US"/>
              <a:t>Course Organization</a:t>
            </a:r>
          </a:p>
        </p:txBody>
      </p:sp>
      <p:sp>
        <p:nvSpPr>
          <p:cNvPr id="3" name="Text Placeholder 2">
            <a:extLst>
              <a:ext uri="{FF2B5EF4-FFF2-40B4-BE49-F238E27FC236}">
                <a16:creationId xmlns:a16="http://schemas.microsoft.com/office/drawing/2014/main" id="{2809BF72-CF5A-5297-E396-D0A05CFD4A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8986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36AAA5-FEF3-E67C-CA65-EA2E90FE5676}"/>
              </a:ext>
            </a:extLst>
          </p:cNvPr>
          <p:cNvSpPr>
            <a:spLocks noGrp="1"/>
          </p:cNvSpPr>
          <p:nvPr>
            <p:ph type="title"/>
          </p:nvPr>
        </p:nvSpPr>
        <p:spPr/>
        <p:txBody>
          <a:bodyPr/>
          <a:lstStyle/>
          <a:p>
            <a:r>
              <a:rPr lang="es-ES_tradnl" err="1"/>
              <a:t>FAQs</a:t>
            </a:r>
            <a:r>
              <a:rPr lang="es-ES_tradnl"/>
              <a:t>:</a:t>
            </a:r>
          </a:p>
        </p:txBody>
      </p:sp>
      <p:sp>
        <p:nvSpPr>
          <p:cNvPr id="5" name="Content Placeholder 4">
            <a:extLst>
              <a:ext uri="{FF2B5EF4-FFF2-40B4-BE49-F238E27FC236}">
                <a16:creationId xmlns:a16="http://schemas.microsoft.com/office/drawing/2014/main" id="{A010026A-1309-18C2-5781-6A909DDA9B22}"/>
              </a:ext>
            </a:extLst>
          </p:cNvPr>
          <p:cNvSpPr>
            <a:spLocks noGrp="1"/>
          </p:cNvSpPr>
          <p:nvPr>
            <p:ph idx="1"/>
          </p:nvPr>
        </p:nvSpPr>
        <p:spPr/>
        <p:txBody>
          <a:bodyPr/>
          <a:lstStyle/>
          <a:p>
            <a:r>
              <a:rPr lang="en-US"/>
              <a:t>Must I be on time? Yes. </a:t>
            </a:r>
          </a:p>
          <a:p>
            <a:r>
              <a:rPr lang="en-US"/>
              <a:t>Can I come into the class if I arrive late? Yes, but quietly. </a:t>
            </a:r>
          </a:p>
          <a:p>
            <a:r>
              <a:rPr lang="en-US"/>
              <a:t>Must I come to class? No. </a:t>
            </a:r>
          </a:p>
          <a:p>
            <a:r>
              <a:rPr lang="en-US"/>
              <a:t>Do you want me to come to class? Should I come to class? Yes, and YES. </a:t>
            </a:r>
          </a:p>
          <a:p>
            <a:r>
              <a:rPr lang="en-US"/>
              <a:t>Will you grade class participation? No, but I want you to participate regardless. </a:t>
            </a:r>
          </a:p>
          <a:p>
            <a:r>
              <a:rPr lang="en-US"/>
              <a:t>Will all the slides and material for the class be made available to me? Yes!</a:t>
            </a:r>
          </a:p>
          <a:p>
            <a:endParaRPr lang="en-US"/>
          </a:p>
        </p:txBody>
      </p:sp>
    </p:spTree>
    <p:extLst>
      <p:ext uri="{BB962C8B-B14F-4D97-AF65-F5344CB8AC3E}">
        <p14:creationId xmlns:p14="http://schemas.microsoft.com/office/powerpoint/2010/main" val="3168747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B2BA-E2A7-371D-8724-D515CAB1BCDE}"/>
              </a:ext>
            </a:extLst>
          </p:cNvPr>
          <p:cNvSpPr>
            <a:spLocks noGrp="1"/>
          </p:cNvSpPr>
          <p:nvPr>
            <p:ph type="title"/>
          </p:nvPr>
        </p:nvSpPr>
        <p:spPr/>
        <p:txBody>
          <a:bodyPr/>
          <a:lstStyle/>
          <a:p>
            <a:r>
              <a:rPr lang="es-ES_tradnl" err="1"/>
              <a:t>Expectations</a:t>
            </a:r>
            <a:r>
              <a:rPr lang="es-ES_tradnl"/>
              <a:t> </a:t>
            </a:r>
            <a:r>
              <a:rPr lang="es-ES_tradnl" err="1"/>
              <a:t>during</a:t>
            </a:r>
            <a:r>
              <a:rPr lang="es-ES_tradnl"/>
              <a:t> </a:t>
            </a:r>
            <a:r>
              <a:rPr lang="es-ES_tradnl" err="1"/>
              <a:t>Class</a:t>
            </a:r>
            <a:endParaRPr lang="es-ES_tradnl"/>
          </a:p>
        </p:txBody>
      </p:sp>
      <p:sp>
        <p:nvSpPr>
          <p:cNvPr id="3" name="Content Placeholder 2">
            <a:extLst>
              <a:ext uri="{FF2B5EF4-FFF2-40B4-BE49-F238E27FC236}">
                <a16:creationId xmlns:a16="http://schemas.microsoft.com/office/drawing/2014/main" id="{96EB64E4-EDAC-AF59-8DD4-0A9CEDDB7688}"/>
              </a:ext>
            </a:extLst>
          </p:cNvPr>
          <p:cNvSpPr>
            <a:spLocks noGrp="1"/>
          </p:cNvSpPr>
          <p:nvPr>
            <p:ph idx="1"/>
          </p:nvPr>
        </p:nvSpPr>
        <p:spPr/>
        <p:txBody>
          <a:bodyPr/>
          <a:lstStyle/>
          <a:p>
            <a:r>
              <a:rPr lang="en-US"/>
              <a:t>Be kind.</a:t>
            </a:r>
          </a:p>
          <a:p>
            <a:r>
              <a:rPr lang="en-US"/>
              <a:t>Be respectful. </a:t>
            </a:r>
          </a:p>
          <a:p>
            <a:endParaRPr lang="en-US"/>
          </a:p>
          <a:p>
            <a:endParaRPr lang="en-US"/>
          </a:p>
          <a:p>
            <a:r>
              <a:rPr lang="en-US"/>
              <a:t>Avoid looking at your phone… </a:t>
            </a:r>
          </a:p>
        </p:txBody>
      </p:sp>
    </p:spTree>
    <p:extLst>
      <p:ext uri="{BB962C8B-B14F-4D97-AF65-F5344CB8AC3E}">
        <p14:creationId xmlns:p14="http://schemas.microsoft.com/office/powerpoint/2010/main" val="392184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9C7ADF-B345-89A8-5009-9F2D791733A2}"/>
              </a:ext>
            </a:extLst>
          </p:cNvPr>
          <p:cNvSpPr>
            <a:spLocks noGrp="1"/>
          </p:cNvSpPr>
          <p:nvPr>
            <p:ph type="title"/>
          </p:nvPr>
        </p:nvSpPr>
        <p:spPr/>
        <p:txBody>
          <a:bodyPr/>
          <a:lstStyle/>
          <a:p>
            <a:r>
              <a:rPr lang="en-US"/>
              <a:t>Course Website</a:t>
            </a:r>
          </a:p>
        </p:txBody>
      </p:sp>
      <p:sp>
        <p:nvSpPr>
          <p:cNvPr id="5" name="Content Placeholder 4">
            <a:extLst>
              <a:ext uri="{FF2B5EF4-FFF2-40B4-BE49-F238E27FC236}">
                <a16:creationId xmlns:a16="http://schemas.microsoft.com/office/drawing/2014/main" id="{2264877B-1DDA-6629-5EEE-4EE260550FAE}"/>
              </a:ext>
            </a:extLst>
          </p:cNvPr>
          <p:cNvSpPr>
            <a:spLocks noGrp="1"/>
          </p:cNvSpPr>
          <p:nvPr>
            <p:ph idx="1"/>
          </p:nvPr>
        </p:nvSpPr>
        <p:spPr/>
        <p:txBody>
          <a:bodyPr/>
          <a:lstStyle/>
          <a:p>
            <a:r>
              <a:rPr lang="en-US"/>
              <a:t>As with previous iterations of this course, all of the material, and all of the information about assignments and submissions will be in the course website. The previous course website was this one: </a:t>
            </a:r>
            <a:r>
              <a:rPr lang="en-US">
                <a:hlinkClick r:id="rId2"/>
              </a:rPr>
              <a:t>https://svallejovera.github.io/cpa_uwo/</a:t>
            </a:r>
            <a:r>
              <a:rPr lang="en-US"/>
              <a:t>.</a:t>
            </a:r>
          </a:p>
          <a:p>
            <a:r>
              <a:rPr lang="en-US"/>
              <a:t>I am currently working on an updated version of the course, one that reflects the latest advances on text analysis, as well as changes on what is covered (and how it is covered). </a:t>
            </a:r>
          </a:p>
          <a:p>
            <a:r>
              <a:rPr lang="en-US"/>
              <a:t>I will build the website as the course progresses. As soon as I have the landing page up and running, I will send you the link.</a:t>
            </a:r>
          </a:p>
          <a:p>
            <a:r>
              <a:rPr lang="en-US"/>
              <a:t>That old site is not maintained, but it still has a lot of valuable information and code (and there will be big overlap in the content, specially from the first 5 weeks). </a:t>
            </a:r>
          </a:p>
        </p:txBody>
      </p:sp>
    </p:spTree>
    <p:extLst>
      <p:ext uri="{BB962C8B-B14F-4D97-AF65-F5344CB8AC3E}">
        <p14:creationId xmlns:p14="http://schemas.microsoft.com/office/powerpoint/2010/main" val="197895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0B654-35B7-9824-34B2-4AA0D2E363F2}"/>
              </a:ext>
            </a:extLst>
          </p:cNvPr>
          <p:cNvSpPr>
            <a:spLocks noGrp="1"/>
          </p:cNvSpPr>
          <p:nvPr>
            <p:ph type="title"/>
          </p:nvPr>
        </p:nvSpPr>
        <p:spPr/>
        <p:txBody>
          <a:bodyPr/>
          <a:lstStyle/>
          <a:p>
            <a:r>
              <a:rPr lang="en-US"/>
              <a:t>Course Readings</a:t>
            </a:r>
          </a:p>
        </p:txBody>
      </p:sp>
      <p:sp>
        <p:nvSpPr>
          <p:cNvPr id="3" name="Content Placeholder 2">
            <a:extLst>
              <a:ext uri="{FF2B5EF4-FFF2-40B4-BE49-F238E27FC236}">
                <a16:creationId xmlns:a16="http://schemas.microsoft.com/office/drawing/2014/main" id="{10C7AF03-9DE6-0E8E-93E6-05F7C7B8F521}"/>
              </a:ext>
            </a:extLst>
          </p:cNvPr>
          <p:cNvSpPr>
            <a:spLocks noGrp="1"/>
          </p:cNvSpPr>
          <p:nvPr>
            <p:ph idx="1"/>
          </p:nvPr>
        </p:nvSpPr>
        <p:spPr/>
        <p:txBody>
          <a:bodyPr/>
          <a:lstStyle/>
          <a:p>
            <a:r>
              <a:rPr lang="en-US"/>
              <a:t>There are weekly readings. I will be referencing the readings throughout the lecture, so it is best if you have them done by Monday. You are encouraged to ask questions about the readings, (particularly about the text analysis part of the substantive pieces). </a:t>
            </a:r>
          </a:p>
          <a:p>
            <a:r>
              <a:rPr lang="en-US"/>
              <a:t>All the readings are available in </a:t>
            </a:r>
            <a:r>
              <a:rPr lang="en-US" err="1"/>
              <a:t>Perusall</a:t>
            </a:r>
            <a:r>
              <a:rPr lang="en-US"/>
              <a:t>. You can access </a:t>
            </a:r>
            <a:r>
              <a:rPr lang="en-US" err="1"/>
              <a:t>Perusall</a:t>
            </a:r>
            <a:r>
              <a:rPr lang="en-US"/>
              <a:t> through OWL by clicking on the Content tab. </a:t>
            </a:r>
          </a:p>
          <a:p>
            <a:r>
              <a:rPr lang="en-US"/>
              <a:t>By the end of the week, I should have every reading with its proper due date in </a:t>
            </a:r>
            <a:r>
              <a:rPr lang="en-US" err="1"/>
              <a:t>Perusall</a:t>
            </a:r>
            <a:r>
              <a:rPr lang="en-US"/>
              <a:t>. However, the information for the readings is in the Syllabus, so no need to rely solely on </a:t>
            </a:r>
            <a:r>
              <a:rPr lang="en-US" err="1"/>
              <a:t>Perusall</a:t>
            </a:r>
            <a:r>
              <a:rPr lang="en-US"/>
              <a:t>. </a:t>
            </a:r>
          </a:p>
        </p:txBody>
      </p:sp>
    </p:spTree>
    <p:extLst>
      <p:ext uri="{BB962C8B-B14F-4D97-AF65-F5344CB8AC3E}">
        <p14:creationId xmlns:p14="http://schemas.microsoft.com/office/powerpoint/2010/main" val="1447396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CF7739-7B87-3E6B-9748-95E5D20A6BCA}"/>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43ACC33-0981-08B1-5B15-762A488A30C5}"/>
              </a:ext>
            </a:extLst>
          </p:cNvPr>
          <p:cNvSpPr>
            <a:spLocks noGrp="1"/>
          </p:cNvSpPr>
          <p:nvPr>
            <p:ph idx="1"/>
          </p:nvPr>
        </p:nvSpPr>
        <p:spPr/>
        <p:txBody>
          <a:bodyPr>
            <a:normAutofit lnSpcReduction="10000"/>
          </a:bodyPr>
          <a:lstStyle/>
          <a:p>
            <a:r>
              <a:rPr lang="en-US"/>
              <a:t>For all weeks, there are two types of readings: technical and applied. </a:t>
            </a:r>
          </a:p>
          <a:p>
            <a:pPr lvl="1"/>
            <a:r>
              <a:rPr lang="en-US"/>
              <a:t>For most weeks, the technical reading will be a chapter from Grimmer, Roberts, and Stewart’s book “Text as Data: A New Framework for Machine Learning and the Social Science”. </a:t>
            </a:r>
          </a:p>
          <a:p>
            <a:endParaRPr lang="en-US"/>
          </a:p>
          <a:p>
            <a:r>
              <a:rPr lang="en-US"/>
              <a:t>Mini-FAQ:</a:t>
            </a:r>
          </a:p>
          <a:p>
            <a:pPr lvl="1"/>
            <a:r>
              <a:rPr lang="en-US"/>
              <a:t>Should I do </a:t>
            </a:r>
            <a:r>
              <a:rPr lang="en-US" b="1" i="1"/>
              <a:t>all</a:t>
            </a:r>
            <a:r>
              <a:rPr lang="en-US"/>
              <a:t> the readings? Yes. </a:t>
            </a:r>
          </a:p>
          <a:p>
            <a:pPr lvl="1"/>
            <a:r>
              <a:rPr lang="en-US"/>
              <a:t>Should I do </a:t>
            </a:r>
            <a:r>
              <a:rPr lang="en-US" b="1" i="1"/>
              <a:t>all</a:t>
            </a:r>
            <a:r>
              <a:rPr lang="en-US"/>
              <a:t> the readings before class? If possible. However, some can be more challenging than others. I recommend that, at the very least, you carefully read the technical readings and one applied paper. If you run out of time, skim the rest and catch up when possible. </a:t>
            </a:r>
          </a:p>
          <a:p>
            <a:pPr lvl="1"/>
            <a:r>
              <a:rPr lang="en-US"/>
              <a:t>Ok, but do I </a:t>
            </a:r>
            <a:r>
              <a:rPr lang="en-US" b="1" i="1"/>
              <a:t>really</a:t>
            </a:r>
            <a:r>
              <a:rPr lang="en-US"/>
              <a:t> need to do all the readings? Yes, this is why…</a:t>
            </a:r>
          </a:p>
        </p:txBody>
      </p:sp>
    </p:spTree>
    <p:extLst>
      <p:ext uri="{BB962C8B-B14F-4D97-AF65-F5344CB8AC3E}">
        <p14:creationId xmlns:p14="http://schemas.microsoft.com/office/powerpoint/2010/main" val="3422745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BC16-E6D9-DE41-E3E3-39585B786F12}"/>
              </a:ext>
            </a:extLst>
          </p:cNvPr>
          <p:cNvSpPr>
            <a:spLocks noGrp="1"/>
          </p:cNvSpPr>
          <p:nvPr>
            <p:ph type="title"/>
          </p:nvPr>
        </p:nvSpPr>
        <p:spPr/>
        <p:txBody>
          <a:bodyPr/>
          <a:lstStyle/>
          <a:p>
            <a:r>
              <a:rPr lang="es-ES_tradnl" err="1"/>
              <a:t>Read</a:t>
            </a:r>
            <a:r>
              <a:rPr lang="es-ES_tradnl"/>
              <a:t> </a:t>
            </a:r>
            <a:r>
              <a:rPr lang="es-ES_tradnl" err="1"/>
              <a:t>the</a:t>
            </a:r>
            <a:r>
              <a:rPr lang="es-ES_tradnl"/>
              <a:t> Syllabus!</a:t>
            </a:r>
          </a:p>
        </p:txBody>
      </p:sp>
      <p:sp>
        <p:nvSpPr>
          <p:cNvPr id="3" name="Text Placeholder 2">
            <a:extLst>
              <a:ext uri="{FF2B5EF4-FFF2-40B4-BE49-F238E27FC236}">
                <a16:creationId xmlns:a16="http://schemas.microsoft.com/office/drawing/2014/main" id="{34A207FE-38E2-E9B4-BC29-A2B4AD961E16}"/>
              </a:ext>
            </a:extLst>
          </p:cNvPr>
          <p:cNvSpPr>
            <a:spLocks noGrp="1"/>
          </p:cNvSpPr>
          <p:nvPr>
            <p:ph type="body" idx="1"/>
          </p:nvPr>
        </p:nvSpPr>
        <p:spPr/>
        <p:txBody>
          <a:bodyPr>
            <a:normAutofit fontScale="92500" lnSpcReduction="10000"/>
          </a:bodyPr>
          <a:lstStyle/>
          <a:p>
            <a:r>
              <a:rPr lang="en-US"/>
              <a:t>(also, you probably did not read the syllabus so when the class ends, please go read the syllabus)</a:t>
            </a:r>
          </a:p>
        </p:txBody>
      </p:sp>
    </p:spTree>
    <p:extLst>
      <p:ext uri="{BB962C8B-B14F-4D97-AF65-F5344CB8AC3E}">
        <p14:creationId xmlns:p14="http://schemas.microsoft.com/office/powerpoint/2010/main" val="3669837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2D4A9D-88AA-AC13-A779-B85FBFA94DC9}"/>
              </a:ext>
            </a:extLst>
          </p:cNvPr>
          <p:cNvSpPr>
            <a:spLocks noGrp="1"/>
          </p:cNvSpPr>
          <p:nvPr>
            <p:ph type="title"/>
          </p:nvPr>
        </p:nvSpPr>
        <p:spPr/>
        <p:txBody>
          <a:bodyPr/>
          <a:lstStyle/>
          <a:p>
            <a:r>
              <a:rPr lang="en-US"/>
              <a:t>Course Requirements</a:t>
            </a:r>
          </a:p>
        </p:txBody>
      </p:sp>
      <p:sp>
        <p:nvSpPr>
          <p:cNvPr id="5" name="Text Placeholder 4">
            <a:extLst>
              <a:ext uri="{FF2B5EF4-FFF2-40B4-BE49-F238E27FC236}">
                <a16:creationId xmlns:a16="http://schemas.microsoft.com/office/drawing/2014/main" id="{02482F50-2134-9E02-E745-25EA848EA9D2}"/>
              </a:ext>
            </a:extLst>
          </p:cNvPr>
          <p:cNvSpPr>
            <a:spLocks noGrp="1"/>
          </p:cNvSpPr>
          <p:nvPr>
            <p:ph type="body" idx="1"/>
          </p:nvPr>
        </p:nvSpPr>
        <p:spPr/>
        <p:txBody>
          <a:bodyPr/>
          <a:lstStyle/>
          <a:p>
            <a:r>
              <a:rPr lang="es-ES_tradnl"/>
              <a:t>(</a:t>
            </a:r>
            <a:r>
              <a:rPr lang="es-ES_tradnl" err="1"/>
              <a:t>This</a:t>
            </a:r>
            <a:r>
              <a:rPr lang="es-ES_tradnl"/>
              <a:t> </a:t>
            </a:r>
            <a:r>
              <a:rPr lang="es-ES_tradnl" err="1"/>
              <a:t>is</a:t>
            </a:r>
            <a:r>
              <a:rPr lang="es-ES_tradnl"/>
              <a:t> </a:t>
            </a:r>
            <a:r>
              <a:rPr lang="es-ES_tradnl" err="1"/>
              <a:t>how</a:t>
            </a:r>
            <a:r>
              <a:rPr lang="es-ES_tradnl"/>
              <a:t> </a:t>
            </a:r>
            <a:r>
              <a:rPr lang="es-ES_tradnl" err="1"/>
              <a:t>capitalism</a:t>
            </a:r>
            <a:r>
              <a:rPr lang="es-ES_tradnl"/>
              <a:t> </a:t>
            </a:r>
            <a:r>
              <a:rPr lang="es-ES_tradnl" err="1"/>
              <a:t>turns</a:t>
            </a:r>
            <a:r>
              <a:rPr lang="es-ES_tradnl"/>
              <a:t> </a:t>
            </a:r>
            <a:r>
              <a:rPr lang="es-ES_tradnl" err="1"/>
              <a:t>you</a:t>
            </a:r>
            <a:r>
              <a:rPr lang="es-ES_tradnl"/>
              <a:t> </a:t>
            </a:r>
            <a:r>
              <a:rPr lang="es-ES_tradnl" err="1"/>
              <a:t>into</a:t>
            </a:r>
            <a:r>
              <a:rPr lang="es-ES_tradnl"/>
              <a:t> a </a:t>
            </a:r>
            <a:r>
              <a:rPr lang="es-ES_tradnl" err="1"/>
              <a:t>number</a:t>
            </a:r>
            <a:r>
              <a:rPr lang="es-ES_tradnl"/>
              <a:t>)</a:t>
            </a:r>
          </a:p>
        </p:txBody>
      </p:sp>
    </p:spTree>
    <p:extLst>
      <p:ext uri="{BB962C8B-B14F-4D97-AF65-F5344CB8AC3E}">
        <p14:creationId xmlns:p14="http://schemas.microsoft.com/office/powerpoint/2010/main" val="1953316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C0EFF7-D3FF-ECB5-5249-96F9BC7A7FE0}"/>
              </a:ext>
            </a:extLst>
          </p:cNvPr>
          <p:cNvSpPr>
            <a:spLocks noGrp="1"/>
          </p:cNvSpPr>
          <p:nvPr>
            <p:ph type="title"/>
          </p:nvPr>
        </p:nvSpPr>
        <p:spPr/>
        <p:txBody>
          <a:bodyPr/>
          <a:lstStyle/>
          <a:p>
            <a:endParaRPr lang="es-ES_tradnl"/>
          </a:p>
        </p:txBody>
      </p:sp>
      <p:sp>
        <p:nvSpPr>
          <p:cNvPr id="5" name="Content Placeholder 4">
            <a:extLst>
              <a:ext uri="{FF2B5EF4-FFF2-40B4-BE49-F238E27FC236}">
                <a16:creationId xmlns:a16="http://schemas.microsoft.com/office/drawing/2014/main" id="{14FA6D94-44ED-1314-3E44-2C53EEB4ABF1}"/>
              </a:ext>
            </a:extLst>
          </p:cNvPr>
          <p:cNvSpPr>
            <a:spLocks noGrp="1"/>
          </p:cNvSpPr>
          <p:nvPr>
            <p:ph idx="1"/>
          </p:nvPr>
        </p:nvSpPr>
        <p:spPr/>
        <p:txBody>
          <a:bodyPr>
            <a:normAutofit/>
          </a:bodyPr>
          <a:lstStyle/>
          <a:p>
            <a:r>
              <a:rPr lang="en-US" b="1"/>
              <a:t>Homework (30%): </a:t>
            </a:r>
            <a:r>
              <a:rPr lang="en-US"/>
              <a:t>There will be three worksheets that will walk you through the implementation of different text analysis techniques. At the end of each worksheets, you will find a set of questions. You should partner up with someone else in your class and go through these together (even though the submissions are individual). </a:t>
            </a:r>
          </a:p>
          <a:p>
            <a:r>
              <a:rPr lang="en-US" b="1"/>
              <a:t>Replication Exercise (30%): </a:t>
            </a:r>
            <a:r>
              <a:rPr lang="en-US"/>
              <a:t>You will be carrying out the replication of a paper. Further instructions can be found in the syllabus (and the course website).</a:t>
            </a:r>
          </a:p>
          <a:p>
            <a:r>
              <a:rPr lang="en-US" b="1"/>
              <a:t>Final Essay (40%): </a:t>
            </a:r>
            <a:r>
              <a:rPr lang="en-US"/>
              <a:t>A 4000-word </a:t>
            </a:r>
            <a:r>
              <a:rPr lang="en-US" i="1"/>
              <a:t>max</a:t>
            </a:r>
            <a:r>
              <a:rPr lang="en-US"/>
              <a:t> essay. Further instructions can be found in the syllabus (and the course website).</a:t>
            </a:r>
          </a:p>
        </p:txBody>
      </p:sp>
    </p:spTree>
    <p:extLst>
      <p:ext uri="{BB962C8B-B14F-4D97-AF65-F5344CB8AC3E}">
        <p14:creationId xmlns:p14="http://schemas.microsoft.com/office/powerpoint/2010/main" val="3489787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D54731-AF05-F7B9-8505-C65200592C5C}"/>
              </a:ext>
            </a:extLst>
          </p:cNvPr>
          <p:cNvSpPr>
            <a:spLocks noGrp="1"/>
          </p:cNvSpPr>
          <p:nvPr>
            <p:ph type="title"/>
          </p:nvPr>
        </p:nvSpPr>
        <p:spPr/>
        <p:txBody>
          <a:bodyPr/>
          <a:lstStyle/>
          <a:p>
            <a:r>
              <a:rPr lang="en-US"/>
              <a:t>Code</a:t>
            </a:r>
          </a:p>
        </p:txBody>
      </p:sp>
      <p:sp>
        <p:nvSpPr>
          <p:cNvPr id="5" name="Text Placeholder 4">
            <a:extLst>
              <a:ext uri="{FF2B5EF4-FFF2-40B4-BE49-F238E27FC236}">
                <a16:creationId xmlns:a16="http://schemas.microsoft.com/office/drawing/2014/main" id="{4B854133-A608-753D-F4D5-76EA2838CA8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35552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5016-AFF2-CBD5-5AD5-320FF222E4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961EB0-958A-52A5-BA49-6DE5F2983BD8}"/>
              </a:ext>
            </a:extLst>
          </p:cNvPr>
          <p:cNvSpPr>
            <a:spLocks noGrp="1"/>
          </p:cNvSpPr>
          <p:nvPr>
            <p:ph idx="1"/>
          </p:nvPr>
        </p:nvSpPr>
        <p:spPr/>
        <p:txBody>
          <a:bodyPr/>
          <a:lstStyle/>
          <a:p>
            <a:pPr marL="0" indent="0">
              <a:buNone/>
            </a:pPr>
            <a:endParaRPr lang="en-US"/>
          </a:p>
          <a:p>
            <a:r>
              <a:rPr lang="en-US"/>
              <a:t>This is a code-heavy, math-</a:t>
            </a:r>
            <a:r>
              <a:rPr lang="en-US" err="1"/>
              <a:t>heavyish</a:t>
            </a:r>
            <a:r>
              <a:rPr lang="en-US"/>
              <a:t>, course. </a:t>
            </a:r>
          </a:p>
          <a:p>
            <a:pPr lvl="1"/>
            <a:r>
              <a:rPr lang="en-US"/>
              <a:t>You do not need to worry too much about the math, but having a working knowledge of matrices will go a long way. </a:t>
            </a:r>
          </a:p>
          <a:p>
            <a:pPr lvl="1"/>
            <a:r>
              <a:rPr lang="en-US"/>
              <a:t>This is a </a:t>
            </a:r>
            <a:r>
              <a:rPr lang="en-US" i="1"/>
              <a:t>computational</a:t>
            </a:r>
            <a:r>
              <a:rPr lang="en-US"/>
              <a:t> text-analysis course. No need to be an expert coder, but you need an understanding of R (and/or Python) to take advantage of the material. </a:t>
            </a:r>
          </a:p>
        </p:txBody>
      </p:sp>
    </p:spTree>
    <p:extLst>
      <p:ext uri="{BB962C8B-B14F-4D97-AF65-F5344CB8AC3E}">
        <p14:creationId xmlns:p14="http://schemas.microsoft.com/office/powerpoint/2010/main" val="3042713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A9C96-0326-F869-BDAB-102FD4067D32}"/>
              </a:ext>
            </a:extLst>
          </p:cNvPr>
          <p:cNvSpPr>
            <a:spLocks noGrp="1"/>
          </p:cNvSpPr>
          <p:nvPr>
            <p:ph type="title"/>
          </p:nvPr>
        </p:nvSpPr>
        <p:spPr/>
        <p:txBody>
          <a:bodyPr/>
          <a:lstStyle/>
          <a:p>
            <a:r>
              <a:rPr lang="en-US"/>
              <a:t>LLMs in class?</a:t>
            </a:r>
          </a:p>
        </p:txBody>
      </p:sp>
      <p:sp>
        <p:nvSpPr>
          <p:cNvPr id="3" name="Content Placeholder 2">
            <a:extLst>
              <a:ext uri="{FF2B5EF4-FFF2-40B4-BE49-F238E27FC236}">
                <a16:creationId xmlns:a16="http://schemas.microsoft.com/office/drawing/2014/main" id="{8B39B1FE-A277-3512-C3C2-0C28C4B25C85}"/>
              </a:ext>
            </a:extLst>
          </p:cNvPr>
          <p:cNvSpPr>
            <a:spLocks noGrp="1"/>
          </p:cNvSpPr>
          <p:nvPr>
            <p:ph idx="1"/>
          </p:nvPr>
        </p:nvSpPr>
        <p:spPr/>
        <p:txBody>
          <a:bodyPr/>
          <a:lstStyle/>
          <a:p>
            <a:r>
              <a:rPr lang="en-US"/>
              <a:t>LLMs (e.g., Claude, </a:t>
            </a:r>
            <a:r>
              <a:rPr lang="en-US" err="1"/>
              <a:t>ChatGPT</a:t>
            </a:r>
            <a:r>
              <a:rPr lang="en-US"/>
              <a:t>) can be amazing tools for research. </a:t>
            </a:r>
          </a:p>
          <a:p>
            <a:r>
              <a:rPr lang="en-US"/>
              <a:t>LLMs are pretty good at providing code (if you know what you need and understand what you get). </a:t>
            </a:r>
          </a:p>
          <a:p>
            <a:r>
              <a:rPr lang="en-US"/>
              <a:t> We will be studying how LLMs work (META!), but you might also be tempted to use them for your coursework. </a:t>
            </a:r>
          </a:p>
          <a:p>
            <a:r>
              <a:rPr lang="en-US"/>
              <a:t>We will be talking about this more in detail in the last weeks of the course, but for now… </a:t>
            </a:r>
          </a:p>
        </p:txBody>
      </p:sp>
    </p:spTree>
    <p:extLst>
      <p:ext uri="{BB962C8B-B14F-4D97-AF65-F5344CB8AC3E}">
        <p14:creationId xmlns:p14="http://schemas.microsoft.com/office/powerpoint/2010/main" val="1929760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24028-5754-3E8C-74BB-E08EF788FD33}"/>
              </a:ext>
            </a:extLst>
          </p:cNvPr>
          <p:cNvSpPr>
            <a:spLocks noGrp="1"/>
          </p:cNvSpPr>
          <p:nvPr>
            <p:ph type="title"/>
          </p:nvPr>
        </p:nvSpPr>
        <p:spPr/>
        <p:txBody>
          <a:bodyPr/>
          <a:lstStyle/>
          <a:p>
            <a:r>
              <a:rPr lang="es-ES_tradnl"/>
              <a:t>Office </a:t>
            </a:r>
            <a:r>
              <a:rPr lang="es-ES_tradnl" err="1"/>
              <a:t>Hours</a:t>
            </a:r>
            <a:endParaRPr lang="es-ES_tradnl"/>
          </a:p>
        </p:txBody>
      </p:sp>
      <p:sp>
        <p:nvSpPr>
          <p:cNvPr id="3" name="Text Placeholder 2">
            <a:extLst>
              <a:ext uri="{FF2B5EF4-FFF2-40B4-BE49-F238E27FC236}">
                <a16:creationId xmlns:a16="http://schemas.microsoft.com/office/drawing/2014/main" id="{080F2588-8136-3754-E5A0-E672E14CA76C}"/>
              </a:ext>
            </a:extLst>
          </p:cNvPr>
          <p:cNvSpPr>
            <a:spLocks noGrp="1"/>
          </p:cNvSpPr>
          <p:nvPr>
            <p:ph type="body" idx="1"/>
          </p:nvPr>
        </p:nvSpPr>
        <p:spPr/>
        <p:txBody>
          <a:bodyPr/>
          <a:lstStyle/>
          <a:p>
            <a:r>
              <a:rPr lang="es-ES_tradnl"/>
              <a:t>(Do </a:t>
            </a:r>
            <a:r>
              <a:rPr lang="es-ES_tradnl" err="1"/>
              <a:t>not</a:t>
            </a:r>
            <a:r>
              <a:rPr lang="es-ES_tradnl"/>
              <a:t> </a:t>
            </a:r>
            <a:r>
              <a:rPr lang="es-ES_tradnl" err="1"/>
              <a:t>suffer</a:t>
            </a:r>
            <a:r>
              <a:rPr lang="es-ES_tradnl"/>
              <a:t> in </a:t>
            </a:r>
            <a:r>
              <a:rPr lang="es-ES_tradnl" err="1"/>
              <a:t>silence</a:t>
            </a:r>
            <a:r>
              <a:rPr lang="es-ES_tradnl"/>
              <a:t>)</a:t>
            </a:r>
          </a:p>
        </p:txBody>
      </p:sp>
    </p:spTree>
    <p:extLst>
      <p:ext uri="{BB962C8B-B14F-4D97-AF65-F5344CB8AC3E}">
        <p14:creationId xmlns:p14="http://schemas.microsoft.com/office/powerpoint/2010/main" val="51833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1BD559-D3F4-D3C5-8D97-B72575275CC7}"/>
              </a:ext>
            </a:extLst>
          </p:cNvPr>
          <p:cNvSpPr>
            <a:spLocks noGrp="1"/>
          </p:cNvSpPr>
          <p:nvPr>
            <p:ph type="title"/>
          </p:nvPr>
        </p:nvSpPr>
        <p:spPr/>
        <p:txBody>
          <a:bodyPr/>
          <a:lstStyle/>
          <a:p>
            <a:endParaRPr lang="es-ES_tradnl"/>
          </a:p>
        </p:txBody>
      </p:sp>
      <p:sp>
        <p:nvSpPr>
          <p:cNvPr id="5" name="Content Placeholder 4">
            <a:extLst>
              <a:ext uri="{FF2B5EF4-FFF2-40B4-BE49-F238E27FC236}">
                <a16:creationId xmlns:a16="http://schemas.microsoft.com/office/drawing/2014/main" id="{BD37FF52-DE6C-EC60-E0D5-6372BBC37903}"/>
              </a:ext>
            </a:extLst>
          </p:cNvPr>
          <p:cNvSpPr>
            <a:spLocks noGrp="1"/>
          </p:cNvSpPr>
          <p:nvPr>
            <p:ph idx="1"/>
          </p:nvPr>
        </p:nvSpPr>
        <p:spPr/>
        <p:txBody>
          <a:bodyPr/>
          <a:lstStyle/>
          <a:p>
            <a:r>
              <a:rPr lang="es-ES_tradnl" err="1"/>
              <a:t>Mondays</a:t>
            </a:r>
            <a:r>
              <a:rPr lang="es-ES_tradnl"/>
              <a:t> </a:t>
            </a:r>
            <a:r>
              <a:rPr lang="es-ES_tradnl" err="1"/>
              <a:t>from</a:t>
            </a:r>
            <a:r>
              <a:rPr lang="es-ES_tradnl"/>
              <a:t> 12:00PM </a:t>
            </a:r>
            <a:r>
              <a:rPr lang="es-ES_tradnl" err="1"/>
              <a:t>to</a:t>
            </a:r>
            <a:r>
              <a:rPr lang="es-ES_tradnl"/>
              <a:t> 1</a:t>
            </a:r>
            <a:r>
              <a:rPr lang="es-ES_tradnl">
                <a:sym typeface="Wingdings" pitchFamily="2" charset="2"/>
              </a:rPr>
              <a:t>:00PM</a:t>
            </a:r>
            <a:r>
              <a:rPr lang="es-ES_tradnl"/>
              <a:t> </a:t>
            </a:r>
            <a:r>
              <a:rPr lang="es-ES_tradnl" err="1"/>
              <a:t>or</a:t>
            </a:r>
            <a:r>
              <a:rPr lang="es-ES_tradnl"/>
              <a:t> </a:t>
            </a:r>
            <a:r>
              <a:rPr lang="es-ES_tradnl" err="1"/>
              <a:t>by</a:t>
            </a:r>
            <a:r>
              <a:rPr lang="es-ES_tradnl"/>
              <a:t> </a:t>
            </a:r>
            <a:r>
              <a:rPr lang="es-ES_tradnl" err="1"/>
              <a:t>appointment</a:t>
            </a:r>
            <a:r>
              <a:rPr lang="es-ES_tradnl"/>
              <a:t>. </a:t>
            </a:r>
            <a:r>
              <a:rPr lang="es-ES_tradnl" err="1"/>
              <a:t>Mostly</a:t>
            </a:r>
            <a:r>
              <a:rPr lang="es-ES_tradnl"/>
              <a:t> </a:t>
            </a:r>
            <a:r>
              <a:rPr lang="es-ES_tradnl" err="1"/>
              <a:t>by</a:t>
            </a:r>
            <a:r>
              <a:rPr lang="es-ES_tradnl"/>
              <a:t> </a:t>
            </a:r>
            <a:r>
              <a:rPr lang="es-ES_tradnl" err="1"/>
              <a:t>appointment</a:t>
            </a:r>
            <a:r>
              <a:rPr lang="es-ES_tradnl"/>
              <a:t>. </a:t>
            </a:r>
          </a:p>
          <a:p>
            <a:endParaRPr lang="es-ES_tradnl"/>
          </a:p>
          <a:p>
            <a:r>
              <a:rPr lang="es-ES_tradnl" err="1"/>
              <a:t>You</a:t>
            </a:r>
            <a:r>
              <a:rPr lang="es-ES_tradnl"/>
              <a:t> </a:t>
            </a:r>
            <a:r>
              <a:rPr lang="es-ES_tradnl" err="1"/>
              <a:t>should</a:t>
            </a:r>
            <a:r>
              <a:rPr lang="es-ES_tradnl"/>
              <a:t> come </a:t>
            </a:r>
            <a:r>
              <a:rPr lang="es-ES_tradnl" err="1"/>
              <a:t>to</a:t>
            </a:r>
            <a:r>
              <a:rPr lang="es-ES_tradnl"/>
              <a:t> office </a:t>
            </a:r>
            <a:r>
              <a:rPr lang="es-ES_tradnl" err="1"/>
              <a:t>hours</a:t>
            </a:r>
            <a:r>
              <a:rPr lang="es-ES_tradnl"/>
              <a:t>… </a:t>
            </a:r>
          </a:p>
          <a:p>
            <a:endParaRPr lang="es-ES_tradnl"/>
          </a:p>
          <a:p>
            <a:endParaRPr lang="es-ES_tradnl"/>
          </a:p>
        </p:txBody>
      </p:sp>
    </p:spTree>
    <p:extLst>
      <p:ext uri="{BB962C8B-B14F-4D97-AF65-F5344CB8AC3E}">
        <p14:creationId xmlns:p14="http://schemas.microsoft.com/office/powerpoint/2010/main" val="279816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5DBF19-AF25-FBE9-2945-37B5CEA4C123}"/>
              </a:ext>
            </a:extLst>
          </p:cNvPr>
          <p:cNvSpPr>
            <a:spLocks noGrp="1"/>
          </p:cNvSpPr>
          <p:nvPr>
            <p:ph type="title"/>
          </p:nvPr>
        </p:nvSpPr>
        <p:spPr/>
        <p:txBody>
          <a:bodyPr/>
          <a:lstStyle/>
          <a:p>
            <a:r>
              <a:rPr lang="en-US"/>
              <a:t>Closing remarks</a:t>
            </a:r>
          </a:p>
        </p:txBody>
      </p:sp>
      <p:sp>
        <p:nvSpPr>
          <p:cNvPr id="5" name="Text Placeholder 4">
            <a:extLst>
              <a:ext uri="{FF2B5EF4-FFF2-40B4-BE49-F238E27FC236}">
                <a16:creationId xmlns:a16="http://schemas.microsoft.com/office/drawing/2014/main" id="{C142E9C0-0F02-D84B-4CE5-964F626E86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9720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9A55-8574-2AFC-E322-6C2B6BC67C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2A37F3-9AAA-AB15-F911-E7CEF0C5C52A}"/>
              </a:ext>
            </a:extLst>
          </p:cNvPr>
          <p:cNvSpPr>
            <a:spLocks noGrp="1"/>
          </p:cNvSpPr>
          <p:nvPr>
            <p:ph idx="1"/>
          </p:nvPr>
        </p:nvSpPr>
        <p:spPr/>
        <p:txBody>
          <a:bodyPr/>
          <a:lstStyle/>
          <a:p>
            <a:r>
              <a:rPr lang="en-US"/>
              <a:t>I do not believe in punitive teaching. I believe that learning happens in community. </a:t>
            </a:r>
          </a:p>
          <a:p>
            <a:r>
              <a:rPr lang="en-US"/>
              <a:t>If you have questions, ask them. More often the not, other students have similar questions, so it helps everybody. </a:t>
            </a:r>
          </a:p>
          <a:p>
            <a:endParaRPr lang="en-US"/>
          </a:p>
          <a:p>
            <a:r>
              <a:rPr lang="en-US"/>
              <a:t>This program (and by extension, this class) is preparing you for a job/a PhD. Take advantage of it. It’s tough out there. </a:t>
            </a:r>
          </a:p>
          <a:p>
            <a:pPr lvl="1"/>
            <a:r>
              <a:rPr lang="en-US"/>
              <a:t>If you are a PhD student, this </a:t>
            </a:r>
            <a:r>
              <a:rPr lang="en-US" i="1"/>
              <a:t>is</a:t>
            </a:r>
            <a:r>
              <a:rPr lang="en-US"/>
              <a:t> you job!</a:t>
            </a:r>
          </a:p>
          <a:p>
            <a:pPr marL="0" indent="0">
              <a:buNone/>
            </a:pPr>
            <a:endParaRPr lang="en-US"/>
          </a:p>
          <a:p>
            <a:endParaRPr lang="en-US"/>
          </a:p>
        </p:txBody>
      </p:sp>
    </p:spTree>
    <p:extLst>
      <p:ext uri="{BB962C8B-B14F-4D97-AF65-F5344CB8AC3E}">
        <p14:creationId xmlns:p14="http://schemas.microsoft.com/office/powerpoint/2010/main" val="108762865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0</TotalTime>
  <Words>1484</Words>
  <Application>Microsoft Macintosh PowerPoint</Application>
  <PresentationFormat>Widescreen</PresentationFormat>
  <Paragraphs>98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Garamond</vt:lpstr>
      <vt:lpstr>Gill Sans MT</vt:lpstr>
      <vt:lpstr>Impact</vt:lpstr>
      <vt:lpstr>Wingdings</vt:lpstr>
      <vt:lpstr>Badge</vt:lpstr>
      <vt:lpstr>Introduction to Computational Text Analysis</vt:lpstr>
      <vt:lpstr>Who am I?</vt:lpstr>
      <vt:lpstr>PowerPoint Presentation</vt:lpstr>
      <vt:lpstr>My Research: Text Analysis</vt:lpstr>
      <vt:lpstr>My Research: Gender and Politics</vt:lpstr>
      <vt:lpstr>My Research: Racial Identity and Politics</vt:lpstr>
      <vt:lpstr>My Research: Legislative Politics</vt:lpstr>
      <vt:lpstr>My Research: And then some…</vt:lpstr>
      <vt:lpstr>PowerPoint Presentation</vt:lpstr>
      <vt:lpstr>Who are you?</vt:lpstr>
      <vt:lpstr>PowerPoint Presentation</vt:lpstr>
      <vt:lpstr>Course Organization</vt:lpstr>
      <vt:lpstr>FAQs:</vt:lpstr>
      <vt:lpstr>Expectations during Class</vt:lpstr>
      <vt:lpstr>Course Website</vt:lpstr>
      <vt:lpstr>Course Readings</vt:lpstr>
      <vt:lpstr>PowerPoint Presentation</vt:lpstr>
      <vt:lpstr>Read the Syllabus!</vt:lpstr>
      <vt:lpstr>Course Requirements</vt:lpstr>
      <vt:lpstr>PowerPoint Presentation</vt:lpstr>
      <vt:lpstr>Code</vt:lpstr>
      <vt:lpstr>PowerPoint Presentation</vt:lpstr>
      <vt:lpstr>LLMs in class?</vt:lpstr>
      <vt:lpstr>Office Hours</vt:lpstr>
      <vt:lpstr>PowerPoint Presentation</vt:lpstr>
      <vt:lpstr>Closing remarks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Computational Text Analysis</dc:title>
  <dc:creator>Sebastian Vallejo Vera</dc:creator>
  <cp:lastModifiedBy>Sebastian Vallejo Vera</cp:lastModifiedBy>
  <cp:revision>1</cp:revision>
  <dcterms:created xsi:type="dcterms:W3CDTF">2023-12-20T18:04:42Z</dcterms:created>
  <dcterms:modified xsi:type="dcterms:W3CDTF">2026-01-06T02:40:31Z</dcterms:modified>
</cp:coreProperties>
</file>
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6"/>
  </p:notesMasterIdLst>
  <p:sldIdLst>
    <p:sldId id="292" r:id="rId2"/>
    <p:sldId id="293" r:id="rId3"/>
    <p:sldId id="295" r:id="rId4"/>
    <p:sldId id="294" r:id="rId5"/>
    <p:sldId id="296" r:id="rId6"/>
    <p:sldId id="297" r:id="rId7"/>
    <p:sldId id="298" r:id="rId8"/>
    <p:sldId id="299" r:id="rId9"/>
    <p:sldId id="300" r:id="rId10"/>
    <p:sldId id="301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02" r:id="rId20"/>
    <p:sldId id="256" r:id="rId21"/>
    <p:sldId id="257" r:id="rId22"/>
    <p:sldId id="258" r:id="rId23"/>
    <p:sldId id="259" r:id="rId24"/>
    <p:sldId id="260" r:id="rId25"/>
    <p:sldId id="290" r:id="rId26"/>
    <p:sldId id="261" r:id="rId27"/>
    <p:sldId id="303" r:id="rId28"/>
    <p:sldId id="304" r:id="rId29"/>
    <p:sldId id="305" r:id="rId30"/>
    <p:sldId id="318" r:id="rId31"/>
    <p:sldId id="262" r:id="rId32"/>
    <p:sldId id="320" r:id="rId33"/>
    <p:sldId id="306" r:id="rId34"/>
    <p:sldId id="307" r:id="rId35"/>
    <p:sldId id="309" r:id="rId36"/>
    <p:sldId id="308" r:id="rId37"/>
    <p:sldId id="276" r:id="rId38"/>
    <p:sldId id="277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321" r:id="rId47"/>
    <p:sldId id="322" r:id="rId48"/>
    <p:sldId id="323" r:id="rId49"/>
    <p:sldId id="324" r:id="rId50"/>
    <p:sldId id="281" r:id="rId51"/>
    <p:sldId id="263" r:id="rId52"/>
    <p:sldId id="291" r:id="rId53"/>
    <p:sldId id="265" r:id="rId54"/>
    <p:sldId id="266" r:id="rId55"/>
    <p:sldId id="264" r:id="rId56"/>
    <p:sldId id="267" r:id="rId57"/>
    <p:sldId id="268" r:id="rId58"/>
    <p:sldId id="269" r:id="rId59"/>
    <p:sldId id="270" r:id="rId60"/>
    <p:sldId id="271" r:id="rId61"/>
    <p:sldId id="272" r:id="rId62"/>
    <p:sldId id="273" r:id="rId63"/>
    <p:sldId id="274" r:id="rId64"/>
    <p:sldId id="275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ABDD26-213E-5F43-9209-0160B7C03242}" v="6" dt="2026-02-23T17:59:29.711"/>
    <p1510:client id="{206F0180-55AE-2D45-B526-53EE1A7A9829}" v="7" dt="2026-02-23T05:26:57.9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3"/>
    <p:restoredTop sz="94699"/>
  </p:normalViewPr>
  <p:slideViewPr>
    <p:cSldViewPr snapToGrid="0">
      <p:cViewPr varScale="1">
        <p:scale>
          <a:sx n="194" d="100"/>
          <a:sy n="194" d="100"/>
        </p:scale>
        <p:origin x="20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Vallejo Vera" userId="661f42ee-5565-49c4-8b1d-325f2d699b91" providerId="ADAL" clId="{A248EEF8-C29E-592E-8CA9-13334A969EB7}"/>
    <pc:docChg chg="undo custSel addSld delSld modSld">
      <pc:chgData name="Sebastian Vallejo Vera" userId="661f42ee-5565-49c4-8b1d-325f2d699b91" providerId="ADAL" clId="{A248EEF8-C29E-592E-8CA9-13334A969EB7}" dt="2026-02-23T05:41:23" v="512" actId="20577"/>
      <pc:docMkLst>
        <pc:docMk/>
      </pc:docMkLst>
      <pc:sldChg chg="modSp mod">
        <pc:chgData name="Sebastian Vallejo Vera" userId="661f42ee-5565-49c4-8b1d-325f2d699b91" providerId="ADAL" clId="{A248EEF8-C29E-592E-8CA9-13334A969EB7}" dt="2026-02-23T05:40:56.810" v="508" actId="27636"/>
        <pc:sldMkLst>
          <pc:docMk/>
          <pc:sldMk cId="3813393298" sldId="262"/>
        </pc:sldMkLst>
        <pc:spChg chg="mod">
          <ac:chgData name="Sebastian Vallejo Vera" userId="661f42ee-5565-49c4-8b1d-325f2d699b91" providerId="ADAL" clId="{A248EEF8-C29E-592E-8CA9-13334A969EB7}" dt="2026-02-23T05:40:56.810" v="508" actId="27636"/>
          <ac:spMkLst>
            <pc:docMk/>
            <pc:sldMk cId="3813393298" sldId="262"/>
            <ac:spMk id="2" creationId="{783E14FD-0BA5-356C-E1FA-25B5C6E89992}"/>
          </ac:spMkLst>
        </pc:spChg>
        <pc:spChg chg="mod">
          <ac:chgData name="Sebastian Vallejo Vera" userId="661f42ee-5565-49c4-8b1d-325f2d699b91" providerId="ADAL" clId="{A248EEF8-C29E-592E-8CA9-13334A969EB7}" dt="2026-02-23T05:07:22.699" v="22" actId="20577"/>
          <ac:spMkLst>
            <pc:docMk/>
            <pc:sldMk cId="3813393298" sldId="262"/>
            <ac:spMk id="4" creationId="{E8E4D32A-4747-65DE-6DAE-D2D4FAC13EB2}"/>
          </ac:spMkLst>
        </pc:spChg>
      </pc:sldChg>
      <pc:sldChg chg="del">
        <pc:chgData name="Sebastian Vallejo Vera" userId="661f42ee-5565-49c4-8b1d-325f2d699b91" providerId="ADAL" clId="{A248EEF8-C29E-592E-8CA9-13334A969EB7}" dt="2026-02-23T05:20:42.703" v="193" actId="2696"/>
        <pc:sldMkLst>
          <pc:docMk/>
          <pc:sldMk cId="2015999046" sldId="278"/>
        </pc:sldMkLst>
      </pc:sldChg>
      <pc:sldChg chg="del">
        <pc:chgData name="Sebastian Vallejo Vera" userId="661f42ee-5565-49c4-8b1d-325f2d699b91" providerId="ADAL" clId="{A248EEF8-C29E-592E-8CA9-13334A969EB7}" dt="2026-02-23T05:20:42.703" v="193" actId="2696"/>
        <pc:sldMkLst>
          <pc:docMk/>
          <pc:sldMk cId="540658145" sldId="280"/>
        </pc:sldMkLst>
      </pc:sldChg>
      <pc:sldChg chg="del">
        <pc:chgData name="Sebastian Vallejo Vera" userId="661f42ee-5565-49c4-8b1d-325f2d699b91" providerId="ADAL" clId="{A248EEF8-C29E-592E-8CA9-13334A969EB7}" dt="2026-02-23T05:20:45.722" v="194" actId="2696"/>
        <pc:sldMkLst>
          <pc:docMk/>
          <pc:sldMk cId="2149789715" sldId="282"/>
        </pc:sldMkLst>
      </pc:sldChg>
      <pc:sldChg chg="modSp mod">
        <pc:chgData name="Sebastian Vallejo Vera" userId="661f42ee-5565-49c4-8b1d-325f2d699b91" providerId="ADAL" clId="{A248EEF8-C29E-592E-8CA9-13334A969EB7}" dt="2026-02-23T05:25:02.719" v="285" actId="5793"/>
        <pc:sldMkLst>
          <pc:docMk/>
          <pc:sldMk cId="1389857942" sldId="301"/>
        </pc:sldMkLst>
        <pc:spChg chg="mod">
          <ac:chgData name="Sebastian Vallejo Vera" userId="661f42ee-5565-49c4-8b1d-325f2d699b91" providerId="ADAL" clId="{A248EEF8-C29E-592E-8CA9-13334A969EB7}" dt="2026-02-23T05:25:02.719" v="285" actId="5793"/>
          <ac:spMkLst>
            <pc:docMk/>
            <pc:sldMk cId="1389857942" sldId="301"/>
            <ac:spMk id="3" creationId="{1393FFBA-8267-1F42-B83D-26F69EC72376}"/>
          </ac:spMkLst>
        </pc:spChg>
      </pc:sldChg>
      <pc:sldChg chg="modSp new mod">
        <pc:chgData name="Sebastian Vallejo Vera" userId="661f42ee-5565-49c4-8b1d-325f2d699b91" providerId="ADAL" clId="{A248EEF8-C29E-592E-8CA9-13334A969EB7}" dt="2026-02-23T05:07:35.536" v="56" actId="20577"/>
        <pc:sldMkLst>
          <pc:docMk/>
          <pc:sldMk cId="1477738954" sldId="306"/>
        </pc:sldMkLst>
        <pc:spChg chg="mod">
          <ac:chgData name="Sebastian Vallejo Vera" userId="661f42ee-5565-49c4-8b1d-325f2d699b91" providerId="ADAL" clId="{A248EEF8-C29E-592E-8CA9-13334A969EB7}" dt="2026-02-23T05:07:35.536" v="56" actId="20577"/>
          <ac:spMkLst>
            <pc:docMk/>
            <pc:sldMk cId="1477738954" sldId="306"/>
            <ac:spMk id="3" creationId="{396DB1BF-82A6-5D19-F5FE-E96016A8E663}"/>
          </ac:spMkLst>
        </pc:spChg>
      </pc:sldChg>
      <pc:sldChg chg="modSp new mod">
        <pc:chgData name="Sebastian Vallejo Vera" userId="661f42ee-5565-49c4-8b1d-325f2d699b91" providerId="ADAL" clId="{A248EEF8-C29E-592E-8CA9-13334A969EB7}" dt="2026-02-23T05:20:52.558" v="197" actId="20577"/>
        <pc:sldMkLst>
          <pc:docMk/>
          <pc:sldMk cId="2837241561" sldId="307"/>
        </pc:sldMkLst>
        <pc:spChg chg="mod">
          <ac:chgData name="Sebastian Vallejo Vera" userId="661f42ee-5565-49c4-8b1d-325f2d699b91" providerId="ADAL" clId="{A248EEF8-C29E-592E-8CA9-13334A969EB7}" dt="2026-02-23T05:20:52.558" v="197" actId="20577"/>
          <ac:spMkLst>
            <pc:docMk/>
            <pc:sldMk cId="2837241561" sldId="307"/>
            <ac:spMk id="3" creationId="{B13BE08C-91B5-D79C-2E99-DC9113491C67}"/>
          </ac:spMkLst>
        </pc:spChg>
      </pc:sldChg>
      <pc:sldChg chg="modSp new mod">
        <pc:chgData name="Sebastian Vallejo Vera" userId="661f42ee-5565-49c4-8b1d-325f2d699b91" providerId="ADAL" clId="{A248EEF8-C29E-592E-8CA9-13334A969EB7}" dt="2026-02-23T05:41:23" v="512" actId="20577"/>
        <pc:sldMkLst>
          <pc:docMk/>
          <pc:sldMk cId="4139455046" sldId="308"/>
        </pc:sldMkLst>
        <pc:spChg chg="mod">
          <ac:chgData name="Sebastian Vallejo Vera" userId="661f42ee-5565-49c4-8b1d-325f2d699b91" providerId="ADAL" clId="{A248EEF8-C29E-592E-8CA9-13334A969EB7}" dt="2026-02-23T05:41:23" v="512" actId="20577"/>
          <ac:spMkLst>
            <pc:docMk/>
            <pc:sldMk cId="4139455046" sldId="308"/>
            <ac:spMk id="3" creationId="{2F12923A-BFBA-7E5A-BEFD-F201B39E62C7}"/>
          </ac:spMkLst>
        </pc:spChg>
      </pc:sldChg>
      <pc:sldChg chg="new">
        <pc:chgData name="Sebastian Vallejo Vera" userId="661f42ee-5565-49c4-8b1d-325f2d699b91" providerId="ADAL" clId="{A248EEF8-C29E-592E-8CA9-13334A969EB7}" dt="2026-02-23T05:21:59.909" v="227" actId="680"/>
        <pc:sldMkLst>
          <pc:docMk/>
          <pc:sldMk cId="788568084" sldId="309"/>
        </pc:sldMkLst>
      </pc:sldChg>
      <pc:sldChg chg="modSp new mod">
        <pc:chgData name="Sebastian Vallejo Vera" userId="661f42ee-5565-49c4-8b1d-325f2d699b91" providerId="ADAL" clId="{A248EEF8-C29E-592E-8CA9-13334A969EB7}" dt="2026-02-23T05:25:16.465" v="315" actId="20577"/>
        <pc:sldMkLst>
          <pc:docMk/>
          <pc:sldMk cId="257810402" sldId="310"/>
        </pc:sldMkLst>
        <pc:spChg chg="mod">
          <ac:chgData name="Sebastian Vallejo Vera" userId="661f42ee-5565-49c4-8b1d-325f2d699b91" providerId="ADAL" clId="{A248EEF8-C29E-592E-8CA9-13334A969EB7}" dt="2026-02-23T05:25:16.465" v="315" actId="20577"/>
          <ac:spMkLst>
            <pc:docMk/>
            <pc:sldMk cId="257810402" sldId="310"/>
            <ac:spMk id="2" creationId="{6EE05EE9-CEE9-32FD-CCB0-BD3DA6E389E2}"/>
          </ac:spMkLst>
        </pc:spChg>
      </pc:sldChg>
      <pc:sldChg chg="addSp delSp modSp add mod setBg delDesignElem">
        <pc:chgData name="Sebastian Vallejo Vera" userId="661f42ee-5565-49c4-8b1d-325f2d699b91" providerId="ADAL" clId="{A248EEF8-C29E-592E-8CA9-13334A969EB7}" dt="2026-02-23T05:26:13.552" v="323" actId="26606"/>
        <pc:sldMkLst>
          <pc:docMk/>
          <pc:sldMk cId="1670864799" sldId="311"/>
        </pc:sldMkLst>
        <pc:spChg chg="add">
          <ac:chgData name="Sebastian Vallejo Vera" userId="661f42ee-5565-49c4-8b1d-325f2d699b91" providerId="ADAL" clId="{A248EEF8-C29E-592E-8CA9-13334A969EB7}" dt="2026-02-23T05:26:13.552" v="323" actId="26606"/>
          <ac:spMkLst>
            <pc:docMk/>
            <pc:sldMk cId="1670864799" sldId="311"/>
            <ac:spMk id="10" creationId="{CE606343-BADE-4565-AB89-E9EF7E253F80}"/>
          </ac:spMkLst>
        </pc:spChg>
        <pc:spChg chg="add">
          <ac:chgData name="Sebastian Vallejo Vera" userId="661f42ee-5565-49c4-8b1d-325f2d699b91" providerId="ADAL" clId="{A248EEF8-C29E-592E-8CA9-13334A969EB7}" dt="2026-02-23T05:26:13.552" v="323" actId="26606"/>
          <ac:spMkLst>
            <pc:docMk/>
            <pc:sldMk cId="1670864799" sldId="311"/>
            <ac:spMk id="12" creationId="{39E183BD-2932-401F-8B53-E247764B376B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670864799" sldId="311"/>
            <ac:spMk id="21" creationId="{EE079F42-5C7A-44DD-9E9F-A34795A48F1B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670864799" sldId="311"/>
            <ac:spMk id="23" creationId="{09777E15-6D68-4808-AD20-82EA7377F433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670864799" sldId="311"/>
            <ac:spMk id="25" creationId="{CE79CAD8-9F7F-4756-BD12-8463CA4C6F5A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670864799" sldId="311"/>
            <ac:spMk id="27" creationId="{A9923A21-5790-4667-B5C7-ADA793B49933}"/>
          </ac:spMkLst>
        </pc:spChg>
        <pc:picChg chg="mod">
          <ac:chgData name="Sebastian Vallejo Vera" userId="661f42ee-5565-49c4-8b1d-325f2d699b91" providerId="ADAL" clId="{A248EEF8-C29E-592E-8CA9-13334A969EB7}" dt="2026-02-23T05:26:13.552" v="323" actId="26606"/>
          <ac:picMkLst>
            <pc:docMk/>
            <pc:sldMk cId="1670864799" sldId="311"/>
            <ac:picMk id="5" creationId="{B8DD1479-CABC-A595-92A9-DFCAC11065FA}"/>
          </ac:picMkLst>
        </pc:picChg>
      </pc:sldChg>
      <pc:sldChg chg="addSp delSp modSp add mod setBg delDesignElem">
        <pc:chgData name="Sebastian Vallejo Vera" userId="661f42ee-5565-49c4-8b1d-325f2d699b91" providerId="ADAL" clId="{A248EEF8-C29E-592E-8CA9-13334A969EB7}" dt="2026-02-23T05:26:17.233" v="324" actId="26606"/>
        <pc:sldMkLst>
          <pc:docMk/>
          <pc:sldMk cId="16733830" sldId="312"/>
        </pc:sldMkLst>
        <pc:spChg chg="add">
          <ac:chgData name="Sebastian Vallejo Vera" userId="661f42ee-5565-49c4-8b1d-325f2d699b91" providerId="ADAL" clId="{A248EEF8-C29E-592E-8CA9-13334A969EB7}" dt="2026-02-23T05:26:17.233" v="324" actId="26606"/>
          <ac:spMkLst>
            <pc:docMk/>
            <pc:sldMk cId="16733830" sldId="312"/>
            <ac:spMk id="4" creationId="{CE606343-BADE-4565-AB89-E9EF7E253F80}"/>
          </ac:spMkLst>
        </pc:spChg>
        <pc:spChg chg="add">
          <ac:chgData name="Sebastian Vallejo Vera" userId="661f42ee-5565-49c4-8b1d-325f2d699b91" providerId="ADAL" clId="{A248EEF8-C29E-592E-8CA9-13334A969EB7}" dt="2026-02-23T05:26:17.233" v="324" actId="26606"/>
          <ac:spMkLst>
            <pc:docMk/>
            <pc:sldMk cId="16733830" sldId="312"/>
            <ac:spMk id="5" creationId="{39E183BD-2932-401F-8B53-E247764B376B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6733830" sldId="312"/>
            <ac:spMk id="7" creationId="{EE079F42-5C7A-44DD-9E9F-A34795A48F1B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6733830" sldId="312"/>
            <ac:spMk id="9" creationId="{09777E15-6D68-4808-AD20-82EA7377F433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6733830" sldId="312"/>
            <ac:spMk id="11" creationId="{CE79CAD8-9F7F-4756-BD12-8463CA4C6F5A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6733830" sldId="312"/>
            <ac:spMk id="13" creationId="{A9923A21-5790-4667-B5C7-ADA793B49933}"/>
          </ac:spMkLst>
        </pc:spChg>
        <pc:picChg chg="mod">
          <ac:chgData name="Sebastian Vallejo Vera" userId="661f42ee-5565-49c4-8b1d-325f2d699b91" providerId="ADAL" clId="{A248EEF8-C29E-592E-8CA9-13334A969EB7}" dt="2026-02-23T05:26:17.233" v="324" actId="26606"/>
          <ac:picMkLst>
            <pc:docMk/>
            <pc:sldMk cId="16733830" sldId="312"/>
            <ac:picMk id="2" creationId="{9FE884B8-4F33-04B7-4B2E-F804995E5086}"/>
          </ac:picMkLst>
        </pc:picChg>
      </pc:sldChg>
      <pc:sldChg chg="addSp delSp modSp add mod setBg delDesignElem">
        <pc:chgData name="Sebastian Vallejo Vera" userId="661f42ee-5565-49c4-8b1d-325f2d699b91" providerId="ADAL" clId="{A248EEF8-C29E-592E-8CA9-13334A969EB7}" dt="2026-02-23T05:26:19.318" v="325" actId="26606"/>
        <pc:sldMkLst>
          <pc:docMk/>
          <pc:sldMk cId="1694191375" sldId="313"/>
        </pc:sldMkLst>
        <pc:spChg chg="add">
          <ac:chgData name="Sebastian Vallejo Vera" userId="661f42ee-5565-49c4-8b1d-325f2d699b91" providerId="ADAL" clId="{A248EEF8-C29E-592E-8CA9-13334A969EB7}" dt="2026-02-23T05:26:19.318" v="325" actId="26606"/>
          <ac:spMkLst>
            <pc:docMk/>
            <pc:sldMk cId="1694191375" sldId="313"/>
            <ac:spMk id="4" creationId="{CE606343-BADE-4565-AB89-E9EF7E253F80}"/>
          </ac:spMkLst>
        </pc:spChg>
        <pc:spChg chg="add">
          <ac:chgData name="Sebastian Vallejo Vera" userId="661f42ee-5565-49c4-8b1d-325f2d699b91" providerId="ADAL" clId="{A248EEF8-C29E-592E-8CA9-13334A969EB7}" dt="2026-02-23T05:26:19.318" v="325" actId="26606"/>
          <ac:spMkLst>
            <pc:docMk/>
            <pc:sldMk cId="1694191375" sldId="313"/>
            <ac:spMk id="5" creationId="{39E183BD-2932-401F-8B53-E247764B376B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694191375" sldId="313"/>
            <ac:spMk id="7" creationId="{EE079F42-5C7A-44DD-9E9F-A34795A48F1B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694191375" sldId="313"/>
            <ac:spMk id="9" creationId="{09777E15-6D68-4808-AD20-82EA7377F433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694191375" sldId="313"/>
            <ac:spMk id="11" creationId="{CE79CAD8-9F7F-4756-BD12-8463CA4C6F5A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694191375" sldId="313"/>
            <ac:spMk id="13" creationId="{A9923A21-5790-4667-B5C7-ADA793B49933}"/>
          </ac:spMkLst>
        </pc:spChg>
        <pc:picChg chg="mod">
          <ac:chgData name="Sebastian Vallejo Vera" userId="661f42ee-5565-49c4-8b1d-325f2d699b91" providerId="ADAL" clId="{A248EEF8-C29E-592E-8CA9-13334A969EB7}" dt="2026-02-23T05:26:19.318" v="325" actId="26606"/>
          <ac:picMkLst>
            <pc:docMk/>
            <pc:sldMk cId="1694191375" sldId="313"/>
            <ac:picMk id="2" creationId="{C1CEAA24-1D2B-DF04-A667-AE38B70922BF}"/>
          </ac:picMkLst>
        </pc:picChg>
      </pc:sldChg>
      <pc:sldChg chg="addSp delSp modSp add mod setBg delDesignElem">
        <pc:chgData name="Sebastian Vallejo Vera" userId="661f42ee-5565-49c4-8b1d-325f2d699b91" providerId="ADAL" clId="{A248EEF8-C29E-592E-8CA9-13334A969EB7}" dt="2026-02-23T05:26:22.044" v="326" actId="26606"/>
        <pc:sldMkLst>
          <pc:docMk/>
          <pc:sldMk cId="2707935522" sldId="314"/>
        </pc:sldMkLst>
        <pc:spChg chg="add">
          <ac:chgData name="Sebastian Vallejo Vera" userId="661f42ee-5565-49c4-8b1d-325f2d699b91" providerId="ADAL" clId="{A248EEF8-C29E-592E-8CA9-13334A969EB7}" dt="2026-02-23T05:26:22.044" v="326" actId="26606"/>
          <ac:spMkLst>
            <pc:docMk/>
            <pc:sldMk cId="2707935522" sldId="314"/>
            <ac:spMk id="4" creationId="{CE606343-BADE-4565-AB89-E9EF7E253F80}"/>
          </ac:spMkLst>
        </pc:spChg>
        <pc:spChg chg="add">
          <ac:chgData name="Sebastian Vallejo Vera" userId="661f42ee-5565-49c4-8b1d-325f2d699b91" providerId="ADAL" clId="{A248EEF8-C29E-592E-8CA9-13334A969EB7}" dt="2026-02-23T05:26:22.044" v="326" actId="26606"/>
          <ac:spMkLst>
            <pc:docMk/>
            <pc:sldMk cId="2707935522" sldId="314"/>
            <ac:spMk id="5" creationId="{39E183BD-2932-401F-8B53-E247764B376B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2707935522" sldId="314"/>
            <ac:spMk id="7" creationId="{EE079F42-5C7A-44DD-9E9F-A34795A48F1B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2707935522" sldId="314"/>
            <ac:spMk id="9" creationId="{09777E15-6D68-4808-AD20-82EA7377F433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2707935522" sldId="314"/>
            <ac:spMk id="11" creationId="{CE79CAD8-9F7F-4756-BD12-8463CA4C6F5A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2707935522" sldId="314"/>
            <ac:spMk id="13" creationId="{A9923A21-5790-4667-B5C7-ADA793B49933}"/>
          </ac:spMkLst>
        </pc:spChg>
        <pc:picChg chg="mod">
          <ac:chgData name="Sebastian Vallejo Vera" userId="661f42ee-5565-49c4-8b1d-325f2d699b91" providerId="ADAL" clId="{A248EEF8-C29E-592E-8CA9-13334A969EB7}" dt="2026-02-23T05:26:22.044" v="326" actId="26606"/>
          <ac:picMkLst>
            <pc:docMk/>
            <pc:sldMk cId="2707935522" sldId="314"/>
            <ac:picMk id="2" creationId="{255622C2-0556-71DD-9539-9DF68975BC1E}"/>
          </ac:picMkLst>
        </pc:picChg>
      </pc:sldChg>
      <pc:sldChg chg="addSp delSp modSp add mod setBg delDesignElem">
        <pc:chgData name="Sebastian Vallejo Vera" userId="661f42ee-5565-49c4-8b1d-325f2d699b91" providerId="ADAL" clId="{A248EEF8-C29E-592E-8CA9-13334A969EB7}" dt="2026-02-23T05:26:36.411" v="330" actId="1076"/>
        <pc:sldMkLst>
          <pc:docMk/>
          <pc:sldMk cId="3753786922" sldId="315"/>
        </pc:sldMkLst>
        <pc:spChg chg="del">
          <ac:chgData name="Sebastian Vallejo Vera" userId="661f42ee-5565-49c4-8b1d-325f2d699b91" providerId="ADAL" clId="{A248EEF8-C29E-592E-8CA9-13334A969EB7}" dt="2026-02-23T05:26:29.158" v="327" actId="21"/>
          <ac:spMkLst>
            <pc:docMk/>
            <pc:sldMk cId="3753786922" sldId="315"/>
            <ac:spMk id="3" creationId="{AD995D6C-DAF3-5825-4B83-1355BF546DE8}"/>
          </ac:spMkLst>
        </pc:spChg>
        <pc:spChg chg="add">
          <ac:chgData name="Sebastian Vallejo Vera" userId="661f42ee-5565-49c4-8b1d-325f2d699b91" providerId="ADAL" clId="{A248EEF8-C29E-592E-8CA9-13334A969EB7}" dt="2026-02-23T05:26:32.602" v="328" actId="26606"/>
          <ac:spMkLst>
            <pc:docMk/>
            <pc:sldMk cId="3753786922" sldId="315"/>
            <ac:spMk id="4" creationId="{CE606343-BADE-4565-AB89-E9EF7E253F80}"/>
          </ac:spMkLst>
        </pc:spChg>
        <pc:spChg chg="add">
          <ac:chgData name="Sebastian Vallejo Vera" userId="661f42ee-5565-49c4-8b1d-325f2d699b91" providerId="ADAL" clId="{A248EEF8-C29E-592E-8CA9-13334A969EB7}" dt="2026-02-23T05:26:32.602" v="328" actId="26606"/>
          <ac:spMkLst>
            <pc:docMk/>
            <pc:sldMk cId="3753786922" sldId="315"/>
            <ac:spMk id="5" creationId="{39E183BD-2932-401F-8B53-E247764B376B}"/>
          </ac:spMkLst>
        </pc:spChg>
        <pc:spChg chg="add mod">
          <ac:chgData name="Sebastian Vallejo Vera" userId="661f42ee-5565-49c4-8b1d-325f2d699b91" providerId="ADAL" clId="{A248EEF8-C29E-592E-8CA9-13334A969EB7}" dt="2026-02-23T05:26:36.411" v="330" actId="1076"/>
          <ac:spMkLst>
            <pc:docMk/>
            <pc:sldMk cId="3753786922" sldId="315"/>
            <ac:spMk id="6" creationId="{26BE5522-2969-B8B2-6C09-9B70CCBC5D14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3753786922" sldId="315"/>
            <ac:spMk id="7" creationId="{EE079F42-5C7A-44DD-9E9F-A34795A48F1B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3753786922" sldId="315"/>
            <ac:spMk id="9" creationId="{09777E15-6D68-4808-AD20-82EA7377F433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3753786922" sldId="315"/>
            <ac:spMk id="11" creationId="{CE79CAD8-9F7F-4756-BD12-8463CA4C6F5A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3753786922" sldId="315"/>
            <ac:spMk id="13" creationId="{A9923A21-5790-4667-B5C7-ADA793B49933}"/>
          </ac:spMkLst>
        </pc:spChg>
        <pc:picChg chg="mod">
          <ac:chgData name="Sebastian Vallejo Vera" userId="661f42ee-5565-49c4-8b1d-325f2d699b91" providerId="ADAL" clId="{A248EEF8-C29E-592E-8CA9-13334A969EB7}" dt="2026-02-23T05:26:32.602" v="328" actId="26606"/>
          <ac:picMkLst>
            <pc:docMk/>
            <pc:sldMk cId="3753786922" sldId="315"/>
            <ac:picMk id="2" creationId="{2708BDF6-29D2-73E8-1592-A6873A74CFA0}"/>
          </ac:picMkLst>
        </pc:picChg>
      </pc:sldChg>
      <pc:sldChg chg="add">
        <pc:chgData name="Sebastian Vallejo Vera" userId="661f42ee-5565-49c4-8b1d-325f2d699b91" providerId="ADAL" clId="{A248EEF8-C29E-592E-8CA9-13334A969EB7}" dt="2026-02-23T05:26:03.666" v="322"/>
        <pc:sldMkLst>
          <pc:docMk/>
          <pc:sldMk cId="3713490733" sldId="316"/>
        </pc:sldMkLst>
      </pc:sldChg>
      <pc:sldChg chg="addSp delSp modSp add mod setBg delDesignElem">
        <pc:chgData name="Sebastian Vallejo Vera" userId="661f42ee-5565-49c4-8b1d-325f2d699b91" providerId="ADAL" clId="{A248EEF8-C29E-592E-8CA9-13334A969EB7}" dt="2026-02-23T05:26:57.991" v="333"/>
        <pc:sldMkLst>
          <pc:docMk/>
          <pc:sldMk cId="1907634939" sldId="317"/>
        </pc:sldMkLst>
        <pc:spChg chg="add mod">
          <ac:chgData name="Sebastian Vallejo Vera" userId="661f42ee-5565-49c4-8b1d-325f2d699b91" providerId="ADAL" clId="{A248EEF8-C29E-592E-8CA9-13334A969EB7}" dt="2026-02-23T05:26:57.991" v="333"/>
          <ac:spMkLst>
            <pc:docMk/>
            <pc:sldMk cId="1907634939" sldId="317"/>
            <ac:spMk id="2" creationId="{9F9FDC1D-4F86-1DD6-1BF4-D2246289E78A}"/>
          </ac:spMkLst>
        </pc:spChg>
        <pc:spChg chg="del">
          <ac:chgData name="Sebastian Vallejo Vera" userId="661f42ee-5565-49c4-8b1d-325f2d699b91" providerId="ADAL" clId="{A248EEF8-C29E-592E-8CA9-13334A969EB7}" dt="2026-02-23T05:26:53.955" v="331" actId="21"/>
          <ac:spMkLst>
            <pc:docMk/>
            <pc:sldMk cId="1907634939" sldId="317"/>
            <ac:spMk id="7" creationId="{F36A0EBA-D6A9-B299-2FBE-117904C5085C}"/>
          </ac:spMkLst>
        </pc:spChg>
        <pc:spChg chg="add">
          <ac:chgData name="Sebastian Vallejo Vera" userId="661f42ee-5565-49c4-8b1d-325f2d699b91" providerId="ADAL" clId="{A248EEF8-C29E-592E-8CA9-13334A969EB7}" dt="2026-02-23T05:26:56.952" v="332" actId="26606"/>
          <ac:spMkLst>
            <pc:docMk/>
            <pc:sldMk cId="1907634939" sldId="317"/>
            <ac:spMk id="8" creationId="{CE606343-BADE-4565-AB89-E9EF7E253F80}"/>
          </ac:spMkLst>
        </pc:spChg>
        <pc:spChg chg="add">
          <ac:chgData name="Sebastian Vallejo Vera" userId="661f42ee-5565-49c4-8b1d-325f2d699b91" providerId="ADAL" clId="{A248EEF8-C29E-592E-8CA9-13334A969EB7}" dt="2026-02-23T05:26:56.952" v="332" actId="26606"/>
          <ac:spMkLst>
            <pc:docMk/>
            <pc:sldMk cId="1907634939" sldId="317"/>
            <ac:spMk id="9" creationId="{39E183BD-2932-401F-8B53-E247764B376B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907634939" sldId="317"/>
            <ac:spMk id="11" creationId="{EE079F42-5C7A-44DD-9E9F-A34795A48F1B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907634939" sldId="317"/>
            <ac:spMk id="13" creationId="{09777E15-6D68-4808-AD20-82EA7377F433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907634939" sldId="317"/>
            <ac:spMk id="15" creationId="{CE79CAD8-9F7F-4756-BD12-8463CA4C6F5A}"/>
          </ac:spMkLst>
        </pc:spChg>
        <pc:spChg chg="del">
          <ac:chgData name="Sebastian Vallejo Vera" userId="661f42ee-5565-49c4-8b1d-325f2d699b91" providerId="ADAL" clId="{A248EEF8-C29E-592E-8CA9-13334A969EB7}" dt="2026-02-23T05:26:03.666" v="322"/>
          <ac:spMkLst>
            <pc:docMk/>
            <pc:sldMk cId="1907634939" sldId="317"/>
            <ac:spMk id="17" creationId="{A9923A21-5790-4667-B5C7-ADA793B49933}"/>
          </ac:spMkLst>
        </pc:spChg>
        <pc:picChg chg="mod">
          <ac:chgData name="Sebastian Vallejo Vera" userId="661f42ee-5565-49c4-8b1d-325f2d699b91" providerId="ADAL" clId="{A248EEF8-C29E-592E-8CA9-13334A969EB7}" dt="2026-02-23T05:26:56.952" v="332" actId="26606"/>
          <ac:picMkLst>
            <pc:docMk/>
            <pc:sldMk cId="1907634939" sldId="317"/>
            <ac:picMk id="6" creationId="{DD7046CD-AFBB-E723-B9A2-C6710B2E43C5}"/>
          </ac:picMkLst>
        </pc:picChg>
      </pc:sldChg>
      <pc:sldChg chg="modSp new mod">
        <pc:chgData name="Sebastian Vallejo Vera" userId="661f42ee-5565-49c4-8b1d-325f2d699b91" providerId="ADAL" clId="{A248EEF8-C29E-592E-8CA9-13334A969EB7}" dt="2026-02-23T05:28:03.003" v="500" actId="20577"/>
        <pc:sldMkLst>
          <pc:docMk/>
          <pc:sldMk cId="3115688745" sldId="318"/>
        </pc:sldMkLst>
        <pc:spChg chg="mod">
          <ac:chgData name="Sebastian Vallejo Vera" userId="661f42ee-5565-49c4-8b1d-325f2d699b91" providerId="ADAL" clId="{A248EEF8-C29E-592E-8CA9-13334A969EB7}" dt="2026-02-23T05:28:03.003" v="500" actId="20577"/>
          <ac:spMkLst>
            <pc:docMk/>
            <pc:sldMk cId="3115688745" sldId="318"/>
            <ac:spMk id="3" creationId="{255F04C4-D972-F7C5-96E0-E021216F30E8}"/>
          </ac:spMkLst>
        </pc:spChg>
      </pc:sldChg>
    </pc:docChg>
  </pc:docChgLst>
  <pc:docChgLst>
    <pc:chgData name="Sebastian Vallejo Vera" userId="661f42ee-5565-49c4-8b1d-325f2d699b91" providerId="ADAL" clId="{8C1EFA1F-0339-5164-815E-AFC004A65A72}"/>
    <pc:docChg chg="undo custSel addSld delSld modSld sldOrd">
      <pc:chgData name="Sebastian Vallejo Vera" userId="661f42ee-5565-49c4-8b1d-325f2d699b91" providerId="ADAL" clId="{8C1EFA1F-0339-5164-815E-AFC004A65A72}" dt="2026-02-23T17:59:35.665" v="2413" actId="1076"/>
      <pc:docMkLst>
        <pc:docMk/>
      </pc:docMkLst>
      <pc:sldChg chg="modSp mod chgLayout">
        <pc:chgData name="Sebastian Vallejo Vera" userId="661f42ee-5565-49c4-8b1d-325f2d699b91" providerId="ADAL" clId="{8C1EFA1F-0339-5164-815E-AFC004A65A72}" dt="2026-02-09T17:45:06.667" v="1820" actId="5793"/>
        <pc:sldMkLst>
          <pc:docMk/>
          <pc:sldMk cId="2027135598" sldId="256"/>
        </pc:sldMkLst>
        <pc:spChg chg="mod ord">
          <ac:chgData name="Sebastian Vallejo Vera" userId="661f42ee-5565-49c4-8b1d-325f2d699b91" providerId="ADAL" clId="{8C1EFA1F-0339-5164-815E-AFC004A65A72}" dt="2026-02-09T17:44:36.483" v="1735" actId="700"/>
          <ac:spMkLst>
            <pc:docMk/>
            <pc:sldMk cId="2027135598" sldId="256"/>
            <ac:spMk id="2" creationId="{8AB8C63E-67F9-5D7E-1CE4-2078209BB0BE}"/>
          </ac:spMkLst>
        </pc:spChg>
        <pc:spChg chg="mod ord">
          <ac:chgData name="Sebastian Vallejo Vera" userId="661f42ee-5565-49c4-8b1d-325f2d699b91" providerId="ADAL" clId="{8C1EFA1F-0339-5164-815E-AFC004A65A72}" dt="2026-02-09T17:45:06.667" v="1820" actId="5793"/>
          <ac:spMkLst>
            <pc:docMk/>
            <pc:sldMk cId="2027135598" sldId="256"/>
            <ac:spMk id="3" creationId="{DD2642E0-08CF-C195-82A7-312644A5499D}"/>
          </ac:spMkLst>
        </pc:spChg>
      </pc:sldChg>
      <pc:sldChg chg="modSp mod">
        <pc:chgData name="Sebastian Vallejo Vera" userId="661f42ee-5565-49c4-8b1d-325f2d699b91" providerId="ADAL" clId="{8C1EFA1F-0339-5164-815E-AFC004A65A72}" dt="2026-02-09T17:47:49.184" v="2019" actId="20577"/>
        <pc:sldMkLst>
          <pc:docMk/>
          <pc:sldMk cId="2637700788" sldId="259"/>
        </pc:sldMkLst>
        <pc:spChg chg="mod">
          <ac:chgData name="Sebastian Vallejo Vera" userId="661f42ee-5565-49c4-8b1d-325f2d699b91" providerId="ADAL" clId="{8C1EFA1F-0339-5164-815E-AFC004A65A72}" dt="2026-02-09T17:47:49.184" v="2019" actId="20577"/>
          <ac:spMkLst>
            <pc:docMk/>
            <pc:sldMk cId="2637700788" sldId="259"/>
            <ac:spMk id="2" creationId="{D333CF49-05E7-C23E-86F6-83B3398E9944}"/>
          </ac:spMkLst>
        </pc:spChg>
        <pc:spChg chg="mod">
          <ac:chgData name="Sebastian Vallejo Vera" userId="661f42ee-5565-49c4-8b1d-325f2d699b91" providerId="ADAL" clId="{8C1EFA1F-0339-5164-815E-AFC004A65A72}" dt="2026-02-09T17:46:44.471" v="1971" actId="113"/>
          <ac:spMkLst>
            <pc:docMk/>
            <pc:sldMk cId="2637700788" sldId="259"/>
            <ac:spMk id="3" creationId="{2BE2B4AE-7122-6176-B228-6B80D13F5A6D}"/>
          </ac:spMkLst>
        </pc:spChg>
      </pc:sldChg>
      <pc:sldChg chg="modSp mod">
        <pc:chgData name="Sebastian Vallejo Vera" userId="661f42ee-5565-49c4-8b1d-325f2d699b91" providerId="ADAL" clId="{8C1EFA1F-0339-5164-815E-AFC004A65A72}" dt="2026-02-09T17:49:20.024" v="2069" actId="20577"/>
        <pc:sldMkLst>
          <pc:docMk/>
          <pc:sldMk cId="3289523871" sldId="261"/>
        </pc:sldMkLst>
        <pc:spChg chg="mod">
          <ac:chgData name="Sebastian Vallejo Vera" userId="661f42ee-5565-49c4-8b1d-325f2d699b91" providerId="ADAL" clId="{8C1EFA1F-0339-5164-815E-AFC004A65A72}" dt="2026-02-09T17:47:31.677" v="1995" actId="20577"/>
          <ac:spMkLst>
            <pc:docMk/>
            <pc:sldMk cId="3289523871" sldId="261"/>
            <ac:spMk id="2" creationId="{B6B334E0-5719-2A2B-DF33-2FBBA972F20D}"/>
          </ac:spMkLst>
        </pc:spChg>
        <pc:spChg chg="mod">
          <ac:chgData name="Sebastian Vallejo Vera" userId="661f42ee-5565-49c4-8b1d-325f2d699b91" providerId="ADAL" clId="{8C1EFA1F-0339-5164-815E-AFC004A65A72}" dt="2026-02-09T17:49:20.024" v="2069" actId="20577"/>
          <ac:spMkLst>
            <pc:docMk/>
            <pc:sldMk cId="3289523871" sldId="261"/>
            <ac:spMk id="3" creationId="{9FC0F85F-AA09-DAEA-2469-1E90E21DE796}"/>
          </ac:spMkLst>
        </pc:spChg>
      </pc:sldChg>
      <pc:sldChg chg="addSp modSp new mod ord">
        <pc:chgData name="Sebastian Vallejo Vera" userId="661f42ee-5565-49c4-8b1d-325f2d699b91" providerId="ADAL" clId="{8C1EFA1F-0339-5164-815E-AFC004A65A72}" dt="2026-02-09T17:09:29.468" v="64" actId="1076"/>
        <pc:sldMkLst>
          <pc:docMk/>
          <pc:sldMk cId="302244295" sldId="292"/>
        </pc:sldMkLst>
        <pc:spChg chg="mod">
          <ac:chgData name="Sebastian Vallejo Vera" userId="661f42ee-5565-49c4-8b1d-325f2d699b91" providerId="ADAL" clId="{8C1EFA1F-0339-5164-815E-AFC004A65A72}" dt="2026-02-09T17:08:58.235" v="30" actId="20577"/>
          <ac:spMkLst>
            <pc:docMk/>
            <pc:sldMk cId="302244295" sldId="292"/>
            <ac:spMk id="2" creationId="{1A992F43-D9F1-577F-213C-BA812C0DD1AD}"/>
          </ac:spMkLst>
        </pc:spChg>
        <pc:spChg chg="add mod">
          <ac:chgData name="Sebastian Vallejo Vera" userId="661f42ee-5565-49c4-8b1d-325f2d699b91" providerId="ADAL" clId="{8C1EFA1F-0339-5164-815E-AFC004A65A72}" dt="2026-02-09T17:09:29.468" v="64" actId="1076"/>
          <ac:spMkLst>
            <pc:docMk/>
            <pc:sldMk cId="302244295" sldId="292"/>
            <ac:spMk id="4" creationId="{E98B288A-F028-744F-AE50-C58FF0A82D31}"/>
          </ac:spMkLst>
        </pc:spChg>
      </pc:sldChg>
      <pc:sldChg chg="modSp new mod">
        <pc:chgData name="Sebastian Vallejo Vera" userId="661f42ee-5565-49c4-8b1d-325f2d699b91" providerId="ADAL" clId="{8C1EFA1F-0339-5164-815E-AFC004A65A72}" dt="2026-02-09T17:13:49.183" v="710" actId="5793"/>
        <pc:sldMkLst>
          <pc:docMk/>
          <pc:sldMk cId="3727379737" sldId="293"/>
        </pc:sldMkLst>
        <pc:spChg chg="mod">
          <ac:chgData name="Sebastian Vallejo Vera" userId="661f42ee-5565-49c4-8b1d-325f2d699b91" providerId="ADAL" clId="{8C1EFA1F-0339-5164-815E-AFC004A65A72}" dt="2026-02-09T17:10:08.399" v="120" actId="20577"/>
          <ac:spMkLst>
            <pc:docMk/>
            <pc:sldMk cId="3727379737" sldId="293"/>
            <ac:spMk id="2" creationId="{09E04CBF-5A75-14B6-3EA9-D462743E95D4}"/>
          </ac:spMkLst>
        </pc:spChg>
        <pc:spChg chg="mod">
          <ac:chgData name="Sebastian Vallejo Vera" userId="661f42ee-5565-49c4-8b1d-325f2d699b91" providerId="ADAL" clId="{8C1EFA1F-0339-5164-815E-AFC004A65A72}" dt="2026-02-09T17:13:49.183" v="710" actId="5793"/>
          <ac:spMkLst>
            <pc:docMk/>
            <pc:sldMk cId="3727379737" sldId="293"/>
            <ac:spMk id="3" creationId="{C6110B15-915F-EE30-2F98-2BFD41B00710}"/>
          </ac:spMkLst>
        </pc:spChg>
      </pc:sldChg>
      <pc:sldChg chg="modSp new mod">
        <pc:chgData name="Sebastian Vallejo Vera" userId="661f42ee-5565-49c4-8b1d-325f2d699b91" providerId="ADAL" clId="{8C1EFA1F-0339-5164-815E-AFC004A65A72}" dt="2026-02-09T17:19:01.974" v="1237" actId="20577"/>
        <pc:sldMkLst>
          <pc:docMk/>
          <pc:sldMk cId="1084019795" sldId="294"/>
        </pc:sldMkLst>
        <pc:spChg chg="mod">
          <ac:chgData name="Sebastian Vallejo Vera" userId="661f42ee-5565-49c4-8b1d-325f2d699b91" providerId="ADAL" clId="{8C1EFA1F-0339-5164-815E-AFC004A65A72}" dt="2026-02-09T17:19:01.974" v="1237" actId="20577"/>
          <ac:spMkLst>
            <pc:docMk/>
            <pc:sldMk cId="1084019795" sldId="294"/>
            <ac:spMk id="3" creationId="{DA4ECB9A-BAFD-EF3E-0435-390A23CFEA2B}"/>
          </ac:spMkLst>
        </pc:spChg>
      </pc:sldChg>
      <pc:sldChg chg="addSp delSp modSp new mod ord setBg">
        <pc:chgData name="Sebastian Vallejo Vera" userId="661f42ee-5565-49c4-8b1d-325f2d699b91" providerId="ADAL" clId="{8C1EFA1F-0339-5164-815E-AFC004A65A72}" dt="2026-02-09T17:15:31.099" v="717" actId="26606"/>
        <pc:sldMkLst>
          <pc:docMk/>
          <pc:sldMk cId="39866397" sldId="295"/>
        </pc:sldMkLst>
        <pc:spChg chg="add">
          <ac:chgData name="Sebastian Vallejo Vera" userId="661f42ee-5565-49c4-8b1d-325f2d699b91" providerId="ADAL" clId="{8C1EFA1F-0339-5164-815E-AFC004A65A72}" dt="2026-02-09T17:15:31.099" v="717" actId="26606"/>
          <ac:spMkLst>
            <pc:docMk/>
            <pc:sldMk cId="39866397" sldId="295"/>
            <ac:spMk id="9" creationId="{CE606343-BADE-4565-AB89-E9EF7E253F80}"/>
          </ac:spMkLst>
        </pc:spChg>
        <pc:spChg chg="add">
          <ac:chgData name="Sebastian Vallejo Vera" userId="661f42ee-5565-49c4-8b1d-325f2d699b91" providerId="ADAL" clId="{8C1EFA1F-0339-5164-815E-AFC004A65A72}" dt="2026-02-09T17:15:31.099" v="717" actId="26606"/>
          <ac:spMkLst>
            <pc:docMk/>
            <pc:sldMk cId="39866397" sldId="295"/>
            <ac:spMk id="11" creationId="{39E183BD-2932-401F-8B53-E247764B376B}"/>
          </ac:spMkLst>
        </pc:spChg>
        <pc:picChg chg="add mod">
          <ac:chgData name="Sebastian Vallejo Vera" userId="661f42ee-5565-49c4-8b1d-325f2d699b91" providerId="ADAL" clId="{8C1EFA1F-0339-5164-815E-AFC004A65A72}" dt="2026-02-09T17:15:31.099" v="717" actId="26606"/>
          <ac:picMkLst>
            <pc:docMk/>
            <pc:sldMk cId="39866397" sldId="295"/>
            <ac:picMk id="4" creationId="{2255F4E5-2094-2B0F-9284-EDE78A404A18}"/>
          </ac:picMkLst>
        </pc:picChg>
      </pc:sldChg>
      <pc:sldChg chg="modSp new mod">
        <pc:chgData name="Sebastian Vallejo Vera" userId="661f42ee-5565-49c4-8b1d-325f2d699b91" providerId="ADAL" clId="{8C1EFA1F-0339-5164-815E-AFC004A65A72}" dt="2026-02-09T17:20:33.608" v="1328" actId="20577"/>
        <pc:sldMkLst>
          <pc:docMk/>
          <pc:sldMk cId="970368605" sldId="296"/>
        </pc:sldMkLst>
        <pc:spChg chg="mod">
          <ac:chgData name="Sebastian Vallejo Vera" userId="661f42ee-5565-49c4-8b1d-325f2d699b91" providerId="ADAL" clId="{8C1EFA1F-0339-5164-815E-AFC004A65A72}" dt="2026-02-09T17:20:33.608" v="1328" actId="20577"/>
          <ac:spMkLst>
            <pc:docMk/>
            <pc:sldMk cId="970368605" sldId="296"/>
            <ac:spMk id="2" creationId="{D46BECCB-A2B6-5441-9391-393BD6D8E8A2}"/>
          </ac:spMkLst>
        </pc:spChg>
      </pc:sldChg>
      <pc:sldChg chg="addSp delSp modSp new mod chgLayout">
        <pc:chgData name="Sebastian Vallejo Vera" userId="661f42ee-5565-49c4-8b1d-325f2d699b91" providerId="ADAL" clId="{8C1EFA1F-0339-5164-815E-AFC004A65A72}" dt="2026-02-09T17:22:43.060" v="1370" actId="20577"/>
        <pc:sldMkLst>
          <pc:docMk/>
          <pc:sldMk cId="3972061486" sldId="297"/>
        </pc:sldMkLst>
        <pc:spChg chg="add mod ord">
          <ac:chgData name="Sebastian Vallejo Vera" userId="661f42ee-5565-49c4-8b1d-325f2d699b91" providerId="ADAL" clId="{8C1EFA1F-0339-5164-815E-AFC004A65A72}" dt="2026-02-09T17:20:41.589" v="1346" actId="20577"/>
          <ac:spMkLst>
            <pc:docMk/>
            <pc:sldMk cId="3972061486" sldId="297"/>
            <ac:spMk id="4" creationId="{5EDA4CBB-4EAE-8848-9AFD-D1A423058DC4}"/>
          </ac:spMkLst>
        </pc:spChg>
        <pc:spChg chg="add mod ord">
          <ac:chgData name="Sebastian Vallejo Vera" userId="661f42ee-5565-49c4-8b1d-325f2d699b91" providerId="ADAL" clId="{8C1EFA1F-0339-5164-815E-AFC004A65A72}" dt="2026-02-09T17:22:43.060" v="1370" actId="20577"/>
          <ac:spMkLst>
            <pc:docMk/>
            <pc:sldMk cId="3972061486" sldId="297"/>
            <ac:spMk id="5" creationId="{580C473B-C0C2-9332-769A-F6B34AF516A1}"/>
          </ac:spMkLst>
        </pc:spChg>
      </pc:sldChg>
      <pc:sldChg chg="modSp new mod">
        <pc:chgData name="Sebastian Vallejo Vera" userId="661f42ee-5565-49c4-8b1d-325f2d699b91" providerId="ADAL" clId="{8C1EFA1F-0339-5164-815E-AFC004A65A72}" dt="2026-02-09T17:25:20.840" v="1434" actId="20577"/>
        <pc:sldMkLst>
          <pc:docMk/>
          <pc:sldMk cId="1011661217" sldId="298"/>
        </pc:sldMkLst>
        <pc:spChg chg="mod">
          <ac:chgData name="Sebastian Vallejo Vera" userId="661f42ee-5565-49c4-8b1d-325f2d699b91" providerId="ADAL" clId="{8C1EFA1F-0339-5164-815E-AFC004A65A72}" dt="2026-02-09T17:25:20.840" v="1434" actId="20577"/>
          <ac:spMkLst>
            <pc:docMk/>
            <pc:sldMk cId="1011661217" sldId="298"/>
            <ac:spMk id="3" creationId="{26232873-B116-B9D6-6E64-E64592FABDB9}"/>
          </ac:spMkLst>
        </pc:spChg>
      </pc:sldChg>
      <pc:sldChg chg="addSp modSp new mod setBg">
        <pc:chgData name="Sebastian Vallejo Vera" userId="661f42ee-5565-49c4-8b1d-325f2d699b91" providerId="ADAL" clId="{8C1EFA1F-0339-5164-815E-AFC004A65A72}" dt="2026-02-09T17:30:40.171" v="1448" actId="14100"/>
        <pc:sldMkLst>
          <pc:docMk/>
          <pc:sldMk cId="3228548075" sldId="299"/>
        </pc:sldMkLst>
        <pc:spChg chg="add">
          <ac:chgData name="Sebastian Vallejo Vera" userId="661f42ee-5565-49c4-8b1d-325f2d699b91" providerId="ADAL" clId="{8C1EFA1F-0339-5164-815E-AFC004A65A72}" dt="2026-02-09T17:29:18.525" v="1439" actId="26606"/>
          <ac:spMkLst>
            <pc:docMk/>
            <pc:sldMk cId="3228548075" sldId="299"/>
            <ac:spMk id="8" creationId="{CE606343-BADE-4565-AB89-E9EF7E253F80}"/>
          </ac:spMkLst>
        </pc:spChg>
        <pc:spChg chg="add">
          <ac:chgData name="Sebastian Vallejo Vera" userId="661f42ee-5565-49c4-8b1d-325f2d699b91" providerId="ADAL" clId="{8C1EFA1F-0339-5164-815E-AFC004A65A72}" dt="2026-02-09T17:29:18.525" v="1439" actId="26606"/>
          <ac:spMkLst>
            <pc:docMk/>
            <pc:sldMk cId="3228548075" sldId="299"/>
            <ac:spMk id="10" creationId="{39E183BD-2932-401F-8B53-E247764B376B}"/>
          </ac:spMkLst>
        </pc:spChg>
        <pc:picChg chg="add mod">
          <ac:chgData name="Sebastian Vallejo Vera" userId="661f42ee-5565-49c4-8b1d-325f2d699b91" providerId="ADAL" clId="{8C1EFA1F-0339-5164-815E-AFC004A65A72}" dt="2026-02-09T17:30:40.171" v="1448" actId="14100"/>
          <ac:picMkLst>
            <pc:docMk/>
            <pc:sldMk cId="3228548075" sldId="299"/>
            <ac:picMk id="3" creationId="{DC093398-9438-81F0-F12B-1CE93CFB1A07}"/>
          </ac:picMkLst>
        </pc:picChg>
        <pc:picChg chg="add mod">
          <ac:chgData name="Sebastian Vallejo Vera" userId="661f42ee-5565-49c4-8b1d-325f2d699b91" providerId="ADAL" clId="{8C1EFA1F-0339-5164-815E-AFC004A65A72}" dt="2026-02-09T17:30:21.617" v="1446" actId="1076"/>
          <ac:picMkLst>
            <pc:docMk/>
            <pc:sldMk cId="3228548075" sldId="299"/>
            <ac:picMk id="4" creationId="{9532A1A2-6D1C-0E39-8215-A51F61341ECF}"/>
          </ac:picMkLst>
        </pc:picChg>
      </pc:sldChg>
      <pc:sldChg chg="addSp delSp modSp new mod setBg">
        <pc:chgData name="Sebastian Vallejo Vera" userId="661f42ee-5565-49c4-8b1d-325f2d699b91" providerId="ADAL" clId="{8C1EFA1F-0339-5164-815E-AFC004A65A72}" dt="2026-02-09T17:33:13.208" v="1490"/>
        <pc:sldMkLst>
          <pc:docMk/>
          <pc:sldMk cId="3099909770" sldId="300"/>
        </pc:sldMkLst>
        <pc:spChg chg="add">
          <ac:chgData name="Sebastian Vallejo Vera" userId="661f42ee-5565-49c4-8b1d-325f2d699b91" providerId="ADAL" clId="{8C1EFA1F-0339-5164-815E-AFC004A65A72}" dt="2026-02-09T17:30:59.667" v="1456" actId="26606"/>
          <ac:spMkLst>
            <pc:docMk/>
            <pc:sldMk cId="3099909770" sldId="300"/>
            <ac:spMk id="8" creationId="{CE606343-BADE-4565-AB89-E9EF7E253F80}"/>
          </ac:spMkLst>
        </pc:spChg>
        <pc:spChg chg="add">
          <ac:chgData name="Sebastian Vallejo Vera" userId="661f42ee-5565-49c4-8b1d-325f2d699b91" providerId="ADAL" clId="{8C1EFA1F-0339-5164-815E-AFC004A65A72}" dt="2026-02-09T17:30:59.667" v="1456" actId="26606"/>
          <ac:spMkLst>
            <pc:docMk/>
            <pc:sldMk cId="3099909770" sldId="300"/>
            <ac:spMk id="10" creationId="{39E183BD-2932-401F-8B53-E247764B376B}"/>
          </ac:spMkLst>
        </pc:spChg>
        <pc:spChg chg="add mod">
          <ac:chgData name="Sebastian Vallejo Vera" userId="661f42ee-5565-49c4-8b1d-325f2d699b91" providerId="ADAL" clId="{8C1EFA1F-0339-5164-815E-AFC004A65A72}" dt="2026-02-09T17:32:31.596" v="1483" actId="571"/>
          <ac:spMkLst>
            <pc:docMk/>
            <pc:sldMk cId="3099909770" sldId="300"/>
            <ac:spMk id="15" creationId="{3BAB3AF2-AD45-7E8F-B9AD-C6E350DC6394}"/>
          </ac:spMkLst>
        </pc:spChg>
        <pc:spChg chg="add mod">
          <ac:chgData name="Sebastian Vallejo Vera" userId="661f42ee-5565-49c4-8b1d-325f2d699b91" providerId="ADAL" clId="{8C1EFA1F-0339-5164-815E-AFC004A65A72}" dt="2026-02-09T17:32:49.730" v="1486" actId="571"/>
          <ac:spMkLst>
            <pc:docMk/>
            <pc:sldMk cId="3099909770" sldId="300"/>
            <ac:spMk id="16" creationId="{D64C1790-B83A-FF56-4A66-20CF3BDE04DA}"/>
          </ac:spMkLst>
        </pc:spChg>
        <pc:grpChg chg="mod">
          <ac:chgData name="Sebastian Vallejo Vera" userId="661f42ee-5565-49c4-8b1d-325f2d699b91" providerId="ADAL" clId="{8C1EFA1F-0339-5164-815E-AFC004A65A72}" dt="2026-02-09T17:32:12.120" v="1469"/>
          <ac:grpSpMkLst>
            <pc:docMk/>
            <pc:sldMk cId="3099909770" sldId="300"/>
            <ac:grpSpMk id="13" creationId="{3CAAAFD0-50E4-28EF-21E0-E8D2D96BA4C6}"/>
          </ac:grpSpMkLst>
        </pc:grpChg>
        <pc:picChg chg="add mod">
          <ac:chgData name="Sebastian Vallejo Vera" userId="661f42ee-5565-49c4-8b1d-325f2d699b91" providerId="ADAL" clId="{8C1EFA1F-0339-5164-815E-AFC004A65A72}" dt="2026-02-09T17:31:17.566" v="1460" actId="14100"/>
          <ac:picMkLst>
            <pc:docMk/>
            <pc:sldMk cId="3099909770" sldId="300"/>
            <ac:picMk id="3" creationId="{0B08E5D8-5861-4284-F6FE-F6293419589D}"/>
          </ac:picMkLst>
        </pc:picChg>
        <pc:inkChg chg="add">
          <ac:chgData name="Sebastian Vallejo Vera" userId="661f42ee-5565-49c4-8b1d-325f2d699b91" providerId="ADAL" clId="{8C1EFA1F-0339-5164-815E-AFC004A65A72}" dt="2026-02-09T17:32:00.872" v="1464" actId="9405"/>
          <ac:inkMkLst>
            <pc:docMk/>
            <pc:sldMk cId="3099909770" sldId="300"/>
            <ac:inkMk id="6" creationId="{50CA88A6-470E-0D36-13C7-4D8CFE8E77E8}"/>
          </ac:inkMkLst>
        </pc:inkChg>
        <pc:inkChg chg="add mod">
          <ac:chgData name="Sebastian Vallejo Vera" userId="661f42ee-5565-49c4-8b1d-325f2d699b91" providerId="ADAL" clId="{8C1EFA1F-0339-5164-815E-AFC004A65A72}" dt="2026-02-09T17:32:12.120" v="1469"/>
          <ac:inkMkLst>
            <pc:docMk/>
            <pc:sldMk cId="3099909770" sldId="300"/>
            <ac:inkMk id="9" creationId="{AF553D97-82F8-18A8-28AC-CD572D0CF890}"/>
          </ac:inkMkLst>
        </pc:inkChg>
        <pc:inkChg chg="add mod">
          <ac:chgData name="Sebastian Vallejo Vera" userId="661f42ee-5565-49c4-8b1d-325f2d699b91" providerId="ADAL" clId="{8C1EFA1F-0339-5164-815E-AFC004A65A72}" dt="2026-02-09T17:32:12.120" v="1469"/>
          <ac:inkMkLst>
            <pc:docMk/>
            <pc:sldMk cId="3099909770" sldId="300"/>
            <ac:inkMk id="11" creationId="{F19DE80B-9215-9BAB-ADBF-ABD403A1F1E5}"/>
          </ac:inkMkLst>
        </pc:inkChg>
        <pc:cxnChg chg="add mod">
          <ac:chgData name="Sebastian Vallejo Vera" userId="661f42ee-5565-49c4-8b1d-325f2d699b91" providerId="ADAL" clId="{8C1EFA1F-0339-5164-815E-AFC004A65A72}" dt="2026-02-09T17:31:48.223" v="1463" actId="693"/>
          <ac:cxnSpMkLst>
            <pc:docMk/>
            <pc:sldMk cId="3099909770" sldId="300"/>
            <ac:cxnSpMk id="5" creationId="{6E57E7A0-067D-C063-043B-15A722860098}"/>
          </ac:cxnSpMkLst>
        </pc:cxnChg>
      </pc:sldChg>
      <pc:sldChg chg="addSp modSp new mod modClrScheme chgLayout">
        <pc:chgData name="Sebastian Vallejo Vera" userId="661f42ee-5565-49c4-8b1d-325f2d699b91" providerId="ADAL" clId="{8C1EFA1F-0339-5164-815E-AFC004A65A72}" dt="2026-02-09T17:38:18.867" v="1649" actId="20577"/>
        <pc:sldMkLst>
          <pc:docMk/>
          <pc:sldMk cId="1389857942" sldId="301"/>
        </pc:sldMkLst>
        <pc:spChg chg="add mod">
          <ac:chgData name="Sebastian Vallejo Vera" userId="661f42ee-5565-49c4-8b1d-325f2d699b91" providerId="ADAL" clId="{8C1EFA1F-0339-5164-815E-AFC004A65A72}" dt="2026-02-09T17:33:27.975" v="1492" actId="700"/>
          <ac:spMkLst>
            <pc:docMk/>
            <pc:sldMk cId="1389857942" sldId="301"/>
            <ac:spMk id="2" creationId="{238B9F85-BE33-05A5-095E-D560AB722A72}"/>
          </ac:spMkLst>
        </pc:spChg>
        <pc:spChg chg="add mod">
          <ac:chgData name="Sebastian Vallejo Vera" userId="661f42ee-5565-49c4-8b1d-325f2d699b91" providerId="ADAL" clId="{8C1EFA1F-0339-5164-815E-AFC004A65A72}" dt="2026-02-09T17:38:18.867" v="1649" actId="20577"/>
          <ac:spMkLst>
            <pc:docMk/>
            <pc:sldMk cId="1389857942" sldId="301"/>
            <ac:spMk id="3" creationId="{1393FFBA-8267-1F42-B83D-26F69EC72376}"/>
          </ac:spMkLst>
        </pc:spChg>
      </pc:sldChg>
      <pc:sldChg chg="modSp new mod">
        <pc:chgData name="Sebastian Vallejo Vera" userId="661f42ee-5565-49c4-8b1d-325f2d699b91" providerId="ADAL" clId="{8C1EFA1F-0339-5164-815E-AFC004A65A72}" dt="2026-02-09T17:44:12.508" v="1733" actId="20577"/>
        <pc:sldMkLst>
          <pc:docMk/>
          <pc:sldMk cId="342743720" sldId="302"/>
        </pc:sldMkLst>
        <pc:spChg chg="mod">
          <ac:chgData name="Sebastian Vallejo Vera" userId="661f42ee-5565-49c4-8b1d-325f2d699b91" providerId="ADAL" clId="{8C1EFA1F-0339-5164-815E-AFC004A65A72}" dt="2026-02-09T17:44:12.508" v="1733" actId="20577"/>
          <ac:spMkLst>
            <pc:docMk/>
            <pc:sldMk cId="342743720" sldId="302"/>
            <ac:spMk id="3" creationId="{27859868-41F3-44B9-DF40-7B888AD61E61}"/>
          </ac:spMkLst>
        </pc:spChg>
      </pc:sldChg>
      <pc:sldChg chg="modSp new mod">
        <pc:chgData name="Sebastian Vallejo Vera" userId="661f42ee-5565-49c4-8b1d-325f2d699b91" providerId="ADAL" clId="{8C1EFA1F-0339-5164-815E-AFC004A65A72}" dt="2026-02-09T17:52:24.102" v="2192" actId="20577"/>
        <pc:sldMkLst>
          <pc:docMk/>
          <pc:sldMk cId="158037784" sldId="303"/>
        </pc:sldMkLst>
        <pc:spChg chg="mod">
          <ac:chgData name="Sebastian Vallejo Vera" userId="661f42ee-5565-49c4-8b1d-325f2d699b91" providerId="ADAL" clId="{8C1EFA1F-0339-5164-815E-AFC004A65A72}" dt="2026-02-09T17:49:45.272" v="2095" actId="20577"/>
          <ac:spMkLst>
            <pc:docMk/>
            <pc:sldMk cId="158037784" sldId="303"/>
            <ac:spMk id="2" creationId="{66268A69-F3DA-23E2-D65F-84005C2ACFDD}"/>
          </ac:spMkLst>
        </pc:spChg>
        <pc:spChg chg="mod">
          <ac:chgData name="Sebastian Vallejo Vera" userId="661f42ee-5565-49c4-8b1d-325f2d699b91" providerId="ADAL" clId="{8C1EFA1F-0339-5164-815E-AFC004A65A72}" dt="2026-02-09T17:52:24.102" v="2192" actId="20577"/>
          <ac:spMkLst>
            <pc:docMk/>
            <pc:sldMk cId="158037784" sldId="303"/>
            <ac:spMk id="3" creationId="{7B0E841B-B1CB-A28D-4766-640B4409B75A}"/>
          </ac:spMkLst>
        </pc:spChg>
      </pc:sldChg>
      <pc:sldChg chg="addSp modSp new mod setBg">
        <pc:chgData name="Sebastian Vallejo Vera" userId="661f42ee-5565-49c4-8b1d-325f2d699b91" providerId="ADAL" clId="{8C1EFA1F-0339-5164-815E-AFC004A65A72}" dt="2026-02-09T17:53:26.704" v="2196" actId="27614"/>
        <pc:sldMkLst>
          <pc:docMk/>
          <pc:sldMk cId="4102074756" sldId="304"/>
        </pc:sldMkLst>
        <pc:spChg chg="add">
          <ac:chgData name="Sebastian Vallejo Vera" userId="661f42ee-5565-49c4-8b1d-325f2d699b91" providerId="ADAL" clId="{8C1EFA1F-0339-5164-815E-AFC004A65A72}" dt="2026-02-09T17:53:18.177" v="2195" actId="26606"/>
          <ac:spMkLst>
            <pc:docMk/>
            <pc:sldMk cId="4102074756" sldId="304"/>
            <ac:spMk id="7" creationId="{CE606343-BADE-4565-AB89-E9EF7E253F80}"/>
          </ac:spMkLst>
        </pc:spChg>
        <pc:spChg chg="add">
          <ac:chgData name="Sebastian Vallejo Vera" userId="661f42ee-5565-49c4-8b1d-325f2d699b91" providerId="ADAL" clId="{8C1EFA1F-0339-5164-815E-AFC004A65A72}" dt="2026-02-09T17:53:18.177" v="2195" actId="26606"/>
          <ac:spMkLst>
            <pc:docMk/>
            <pc:sldMk cId="4102074756" sldId="304"/>
            <ac:spMk id="9" creationId="{39E183BD-2932-401F-8B53-E247764B376B}"/>
          </ac:spMkLst>
        </pc:spChg>
        <pc:picChg chg="add mod">
          <ac:chgData name="Sebastian Vallejo Vera" userId="661f42ee-5565-49c4-8b1d-325f2d699b91" providerId="ADAL" clId="{8C1EFA1F-0339-5164-815E-AFC004A65A72}" dt="2026-02-09T17:53:26.704" v="2196" actId="27614"/>
          <ac:picMkLst>
            <pc:docMk/>
            <pc:sldMk cId="4102074756" sldId="304"/>
            <ac:picMk id="2" creationId="{BD512D99-02C3-74F8-080A-55AE219F9516}"/>
          </ac:picMkLst>
        </pc:picChg>
      </pc:sldChg>
      <pc:sldChg chg="addSp modSp new mod modClrScheme chgLayout">
        <pc:chgData name="Sebastian Vallejo Vera" userId="661f42ee-5565-49c4-8b1d-325f2d699b91" providerId="ADAL" clId="{8C1EFA1F-0339-5164-815E-AFC004A65A72}" dt="2026-02-09T17:55:54.624" v="2224" actId="20577"/>
        <pc:sldMkLst>
          <pc:docMk/>
          <pc:sldMk cId="3650710265" sldId="305"/>
        </pc:sldMkLst>
        <pc:spChg chg="add mod">
          <ac:chgData name="Sebastian Vallejo Vera" userId="661f42ee-5565-49c4-8b1d-325f2d699b91" providerId="ADAL" clId="{8C1EFA1F-0339-5164-815E-AFC004A65A72}" dt="2026-02-09T17:55:12.728" v="2213" actId="20577"/>
          <ac:spMkLst>
            <pc:docMk/>
            <pc:sldMk cId="3650710265" sldId="305"/>
            <ac:spMk id="2" creationId="{DE6A8324-D225-97DD-92C5-6526E1EC1237}"/>
          </ac:spMkLst>
        </pc:spChg>
        <pc:spChg chg="add mod">
          <ac:chgData name="Sebastian Vallejo Vera" userId="661f42ee-5565-49c4-8b1d-325f2d699b91" providerId="ADAL" clId="{8C1EFA1F-0339-5164-815E-AFC004A65A72}" dt="2026-02-09T17:55:54.624" v="2224" actId="20577"/>
          <ac:spMkLst>
            <pc:docMk/>
            <pc:sldMk cId="3650710265" sldId="305"/>
            <ac:spMk id="3" creationId="{561FD05C-C10F-C567-2925-3669BF155776}"/>
          </ac:spMkLst>
        </pc:spChg>
      </pc:sldChg>
      <pc:sldChg chg="modSp mod">
        <pc:chgData name="Sebastian Vallejo Vera" userId="661f42ee-5565-49c4-8b1d-325f2d699b91" providerId="ADAL" clId="{8C1EFA1F-0339-5164-815E-AFC004A65A72}" dt="2026-02-23T16:11:46.151" v="2342" actId="20577"/>
        <pc:sldMkLst>
          <pc:docMk/>
          <pc:sldMk cId="1477738954" sldId="306"/>
        </pc:sldMkLst>
        <pc:spChg chg="mod">
          <ac:chgData name="Sebastian Vallejo Vera" userId="661f42ee-5565-49c4-8b1d-325f2d699b91" providerId="ADAL" clId="{8C1EFA1F-0339-5164-815E-AFC004A65A72}" dt="2026-02-23T16:11:46.151" v="2342" actId="20577"/>
          <ac:spMkLst>
            <pc:docMk/>
            <pc:sldMk cId="1477738954" sldId="306"/>
            <ac:spMk id="3" creationId="{396DB1BF-82A6-5D19-F5FE-E96016A8E663}"/>
          </ac:spMkLst>
        </pc:spChg>
      </pc:sldChg>
      <pc:sldChg chg="modSp mod">
        <pc:chgData name="Sebastian Vallejo Vera" userId="661f42ee-5565-49c4-8b1d-325f2d699b91" providerId="ADAL" clId="{8C1EFA1F-0339-5164-815E-AFC004A65A72}" dt="2026-02-23T16:32:08.196" v="2385" actId="313"/>
        <pc:sldMkLst>
          <pc:docMk/>
          <pc:sldMk cId="4139455046" sldId="308"/>
        </pc:sldMkLst>
        <pc:spChg chg="mod">
          <ac:chgData name="Sebastian Vallejo Vera" userId="661f42ee-5565-49c4-8b1d-325f2d699b91" providerId="ADAL" clId="{8C1EFA1F-0339-5164-815E-AFC004A65A72}" dt="2026-02-23T16:32:08.196" v="2385" actId="313"/>
          <ac:spMkLst>
            <pc:docMk/>
            <pc:sldMk cId="4139455046" sldId="308"/>
            <ac:spMk id="3" creationId="{2F12923A-BFBA-7E5A-BEFD-F201B39E62C7}"/>
          </ac:spMkLst>
        </pc:spChg>
      </pc:sldChg>
      <pc:sldChg chg="modSp mod">
        <pc:chgData name="Sebastian Vallejo Vera" userId="661f42ee-5565-49c4-8b1d-325f2d699b91" providerId="ADAL" clId="{8C1EFA1F-0339-5164-815E-AFC004A65A72}" dt="2026-02-23T16:31:57.553" v="2381" actId="20577"/>
        <pc:sldMkLst>
          <pc:docMk/>
          <pc:sldMk cId="788568084" sldId="309"/>
        </pc:sldMkLst>
        <pc:spChg chg="mod">
          <ac:chgData name="Sebastian Vallejo Vera" userId="661f42ee-5565-49c4-8b1d-325f2d699b91" providerId="ADAL" clId="{8C1EFA1F-0339-5164-815E-AFC004A65A72}" dt="2026-02-23T16:31:49.907" v="2361" actId="20577"/>
          <ac:spMkLst>
            <pc:docMk/>
            <pc:sldMk cId="788568084" sldId="309"/>
            <ac:spMk id="2" creationId="{91C896D7-5AB6-8CAA-879C-C997692F6C82}"/>
          </ac:spMkLst>
        </pc:spChg>
        <pc:spChg chg="mod">
          <ac:chgData name="Sebastian Vallejo Vera" userId="661f42ee-5565-49c4-8b1d-325f2d699b91" providerId="ADAL" clId="{8C1EFA1F-0339-5164-815E-AFC004A65A72}" dt="2026-02-23T16:31:57.553" v="2381" actId="20577"/>
          <ac:spMkLst>
            <pc:docMk/>
            <pc:sldMk cId="788568084" sldId="309"/>
            <ac:spMk id="3" creationId="{5FFDD610-42D3-8ACF-70AF-D9F6C6CBADD9}"/>
          </ac:spMkLst>
        </pc:spChg>
      </pc:sldChg>
      <pc:sldChg chg="new del">
        <pc:chgData name="Sebastian Vallejo Vera" userId="661f42ee-5565-49c4-8b1d-325f2d699b91" providerId="ADAL" clId="{8C1EFA1F-0339-5164-815E-AFC004A65A72}" dt="2026-02-23T16:09:35.897" v="2227" actId="2696"/>
        <pc:sldMkLst>
          <pc:docMk/>
          <pc:sldMk cId="1587452142" sldId="319"/>
        </pc:sldMkLst>
      </pc:sldChg>
      <pc:sldChg chg="modSp new mod">
        <pc:chgData name="Sebastian Vallejo Vera" userId="661f42ee-5565-49c4-8b1d-325f2d699b91" providerId="ADAL" clId="{8C1EFA1F-0339-5164-815E-AFC004A65A72}" dt="2026-02-23T16:11:40.824" v="2335" actId="20577"/>
        <pc:sldMkLst>
          <pc:docMk/>
          <pc:sldMk cId="1892838349" sldId="320"/>
        </pc:sldMkLst>
        <pc:spChg chg="mod">
          <ac:chgData name="Sebastian Vallejo Vera" userId="661f42ee-5565-49c4-8b1d-325f2d699b91" providerId="ADAL" clId="{8C1EFA1F-0339-5164-815E-AFC004A65A72}" dt="2026-02-23T16:11:40.824" v="2335" actId="20577"/>
          <ac:spMkLst>
            <pc:docMk/>
            <pc:sldMk cId="1892838349" sldId="320"/>
            <ac:spMk id="3" creationId="{212DFD4A-3B06-E315-5D14-D0F710680097}"/>
          </ac:spMkLst>
        </pc:spChg>
      </pc:sldChg>
      <pc:sldChg chg="addSp modSp new mod modClrScheme chgLayout">
        <pc:chgData name="Sebastian Vallejo Vera" userId="661f42ee-5565-49c4-8b1d-325f2d699b91" providerId="ADAL" clId="{8C1EFA1F-0339-5164-815E-AFC004A65A72}" dt="2026-02-23T17:56:46.140" v="2399" actId="1076"/>
        <pc:sldMkLst>
          <pc:docMk/>
          <pc:sldMk cId="4232520081" sldId="321"/>
        </pc:sldMkLst>
        <pc:spChg chg="add mod">
          <ac:chgData name="Sebastian Vallejo Vera" userId="661f42ee-5565-49c4-8b1d-325f2d699b91" providerId="ADAL" clId="{8C1EFA1F-0339-5164-815E-AFC004A65A72}" dt="2026-02-23T17:56:36.383" v="2395" actId="20577"/>
          <ac:spMkLst>
            <pc:docMk/>
            <pc:sldMk cId="4232520081" sldId="321"/>
            <ac:spMk id="2" creationId="{EAC62A07-98CD-1460-3F0B-2D90B3D629D2}"/>
          </ac:spMkLst>
        </pc:spChg>
        <pc:picChg chg="add mod">
          <ac:chgData name="Sebastian Vallejo Vera" userId="661f42ee-5565-49c4-8b1d-325f2d699b91" providerId="ADAL" clId="{8C1EFA1F-0339-5164-815E-AFC004A65A72}" dt="2026-02-23T17:56:46.140" v="2399" actId="1076"/>
          <ac:picMkLst>
            <pc:docMk/>
            <pc:sldMk cId="4232520081" sldId="321"/>
            <ac:picMk id="3" creationId="{EF2DD4A4-08B5-CE0A-C863-0A771FAF7924}"/>
          </ac:picMkLst>
        </pc:picChg>
      </pc:sldChg>
      <pc:sldChg chg="addSp modSp new mod">
        <pc:chgData name="Sebastian Vallejo Vera" userId="661f42ee-5565-49c4-8b1d-325f2d699b91" providerId="ADAL" clId="{8C1EFA1F-0339-5164-815E-AFC004A65A72}" dt="2026-02-23T17:57:59.643" v="2403" actId="1076"/>
        <pc:sldMkLst>
          <pc:docMk/>
          <pc:sldMk cId="3668267504" sldId="322"/>
        </pc:sldMkLst>
        <pc:picChg chg="add mod">
          <ac:chgData name="Sebastian Vallejo Vera" userId="661f42ee-5565-49c4-8b1d-325f2d699b91" providerId="ADAL" clId="{8C1EFA1F-0339-5164-815E-AFC004A65A72}" dt="2026-02-23T17:57:59.643" v="2403" actId="1076"/>
          <ac:picMkLst>
            <pc:docMk/>
            <pc:sldMk cId="3668267504" sldId="322"/>
            <ac:picMk id="3" creationId="{ACC48218-E4CE-5F97-5133-188BB78FEC24}"/>
          </ac:picMkLst>
        </pc:picChg>
      </pc:sldChg>
      <pc:sldChg chg="addSp modSp new mod">
        <pc:chgData name="Sebastian Vallejo Vera" userId="661f42ee-5565-49c4-8b1d-325f2d699b91" providerId="ADAL" clId="{8C1EFA1F-0339-5164-815E-AFC004A65A72}" dt="2026-02-23T17:59:05.665" v="2408" actId="1076"/>
        <pc:sldMkLst>
          <pc:docMk/>
          <pc:sldMk cId="1295579852" sldId="323"/>
        </pc:sldMkLst>
        <pc:picChg chg="add mod">
          <ac:chgData name="Sebastian Vallejo Vera" userId="661f42ee-5565-49c4-8b1d-325f2d699b91" providerId="ADAL" clId="{8C1EFA1F-0339-5164-815E-AFC004A65A72}" dt="2026-02-23T17:59:05.665" v="2408" actId="1076"/>
          <ac:picMkLst>
            <pc:docMk/>
            <pc:sldMk cId="1295579852" sldId="323"/>
            <ac:picMk id="3" creationId="{612047C6-1E68-565A-8A9F-72103CA88430}"/>
          </ac:picMkLst>
        </pc:picChg>
      </pc:sldChg>
      <pc:sldChg chg="addSp modSp new mod">
        <pc:chgData name="Sebastian Vallejo Vera" userId="661f42ee-5565-49c4-8b1d-325f2d699b91" providerId="ADAL" clId="{8C1EFA1F-0339-5164-815E-AFC004A65A72}" dt="2026-02-23T17:59:35.665" v="2413" actId="1076"/>
        <pc:sldMkLst>
          <pc:docMk/>
          <pc:sldMk cId="4293299986" sldId="324"/>
        </pc:sldMkLst>
        <pc:picChg chg="add mod">
          <ac:chgData name="Sebastian Vallejo Vera" userId="661f42ee-5565-49c4-8b1d-325f2d699b91" providerId="ADAL" clId="{8C1EFA1F-0339-5164-815E-AFC004A65A72}" dt="2026-02-23T17:59:35.665" v="2413" actId="1076"/>
          <ac:picMkLst>
            <pc:docMk/>
            <pc:sldMk cId="4293299986" sldId="324"/>
            <ac:picMk id="3" creationId="{512B4EF7-217C-A0D5-42B8-ED10DA4B521C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7:32:00.86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2563 3231 24575,'-97'-1'0,"31"-3"0,3-1 0,-1-2 0,-20-14 0,25 4 0,8-1 0,-1-3 0,-16-7 0,16 7 0,-2-2 0,4 0 0,1 0 0,-35-18 0,37 15 0,1-2 0,-23-13 0,-6-12 0,12 7 0,-3-6 0,3-4 0,-4-14 0,34 33 0,0-2 0,-4-3 0,1-3 0,2-8 0,1-3 0,-9-8 0,2-1 0,6 4 0,1-3-394,-14-22 0,-1-2 394,8 14 0,0-1 0,8 14 0,-1-3 0,2 2 0,-12-21 0,2 2 0,4 8 0,2 1 0,1-4 0,1 2-56,4 10 0,0 0 56,-2-10 0,2-1 0,2 12 0,1 1 0,6 1 0,1 1 0,1 5 0,2 1 0,-5-39 0,5 6 783,6 23-783,4-5 117,-1 19-117,5 11 0,-4 12 0,4 12 0,-2 3 0,1 1 0,1 4 0,1 4 0,1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7:32:08.7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5655.07617"/>
      <inkml:brushProperty name="anchorY" value="-33409.57031"/>
      <inkml:brushProperty name="scaleFactor" value="0.5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7:32:11.56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9196.09375"/>
      <inkml:brushProperty name="anchorY" value="-51981.53125"/>
      <inkml:brushProperty name="scaleFactor" value="0.5"/>
    </inkml:brush>
  </inkml:definitions>
  <inkml:trace contextRef="#ctx0" brushRef="#br0">1 995 24575,'0'-96'0,"0"3"0,0 12 0,0-1 0,0 4 0,0 11 0,0 1 0,0 2 0,0 26 0,0-34 0,0 36 0,2-17 0,-1 12 0,2 16 0,-1 1 0,-1 1 0,2 12 0,-3-2 0,5 10 0,-2 1 0,2 0 0,0-1 0,-2 1 0,3-1 0,-5-1 0,4 3 0,-3-5 0,1 3 0,3 0 0,8 6 0,23 15 0,24 13 0,14 17 0,7 1 0,-2 2 0,-10-6 0,-2-3 0,-12-6 0,-7-4 0,-7-6 0,-5-5 0,-2-3 0,0-2 0,7 2 0,-3 1 0,2 4 0,-4-2 0,-8-5 0,5 1 0,-14-5 0,5-3 0,-16-1 0,2-1 0,-6-3 0,0-1 0,-1-2 0,-3-1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1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2190 24575,'15'-24'0,"9"1"0,17-28 0,14-13 0,-22 24 0,2-2-2080,7-11 1,4-3 2079,1 5 0,4-2 0,-3 2 0,2-5 0,1-1-475,2 1 0,5-3 0,-6 1 475,-3-4 0,-1-3-1645,5 0 0,4-6 1,-3 3 1644,-1-5 0,0-1 0,-6 8 0,2-4 0,-5 6-326,-4 1 0,-5 4 326,0-1 0,-2 1 654,0 1 0,-3 3-654,9-27 1548,4 4-1548,-17 14 6027,-1 16-6027,-15 17 1274,4 7-1274,-9 12 769,2 8-769,-7-7 0,4 9 0,-4-6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2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10094,'0'5'0,"3"-2"5085,27-12-5085,-5 2 2517,16-18-2517,-5 8 1466,1-4-1466,-3 2 5413,0 3-5413,-4-3 0,-1 0 0,-2 0 0,-9 6 0,5-5 0,-6 9 0,-4-3 0,2 3 0,-6 1 0,2 4 0,-3-3 0,-4 3 0,3 0 0,-6-3 0,5 6 0,-2-2 0,4 3 0,0 0 0,-1 4 0,2 4 0,4 16 0,3 13 0,4 0 0,-3 16 0,3-10 0,-3 13 0,0-7 0,-1-1 0,-6-13 0,-1-5 0,0-8 0,-4-9 0,-1-1 0,-4-4 0,3-4 0,-2-1 0,2-3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1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2190 24575,'15'-24'0,"9"1"0,17-28 0,14-13 0,-22 24 0,2-2-2080,7-11 1,4-3 2079,1 5 0,4-2 0,-3 2 0,2-5 0,1-1-475,2 1 0,5-3 0,-6 1 475,-3-4 0,-1-3-1645,5 0 0,4-6 1,-3 3 1644,-1-5 0,0-1 0,-6 8 0,2-4 0,-5 6-326,-4 1 0,-5 4 326,0-1 0,-2 1 654,0 1 0,-3 3-654,9-27 1548,4 4-1548,-17 14 6027,-1 16-6027,-15 17 1274,4 7-1274,-9 12 769,2 8-769,-7-7 0,4 9 0,-4-6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2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10094,'0'5'0,"3"-2"5085,27-12-5085,-5 2 2517,16-18-2517,-5 8 1466,1-4-1466,-3 2 5413,0 3-5413,-4-3 0,-1 0 0,-2 0 0,-9 6 0,5-5 0,-6 9 0,-4-3 0,2 3 0,-6 1 0,2 4 0,-3-3 0,-4 3 0,3 0 0,-6-3 0,5 6 0,-2-2 0,4 3 0,0 0 0,-1 4 0,2 4 0,4 16 0,3 13 0,4 0 0,-3 16 0,3-10 0,-3 13 0,0-7 0,-1-1 0,-6-13 0,-1-5 0,0-8 0,-4-9 0,-1-1 0,-4-4 0,3-4 0,-2-1 0,2-3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1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2190 24575,'15'-24'0,"9"1"0,17-28 0,14-13 0,-22 24 0,2-2-2080,7-11 1,4-3 2079,1 5 0,4-2 0,-3 2 0,2-5 0,1-1-475,2 1 0,5-3 0,-6 1 475,-3-4 0,-1-3-1645,5 0 0,4-6 1,-3 3 1644,-1-5 0,0-1 0,-6 8 0,2-4 0,-5 6-326,-4 1 0,-5 4 326,0-1 0,-2 1 654,0 1 0,-3 3-654,9-27 1548,4 4-1548,-17 14 6027,-1 16-6027,-15 17 1274,4 7-1274,-9 12 769,2 8-769,-7-7 0,4 9 0,-4-6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2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10094,'0'5'0,"3"-2"5085,27-12-5085,-5 2 2517,16-18-2517,-5 8 1466,1-4-1466,-3 2 5413,0 3-5413,-4-3 0,-1 0 0,-2 0 0,-9 6 0,5-5 0,-6 9 0,-4-3 0,2 3 0,-6 1 0,2 4 0,-3-3 0,-4 3 0,3 0 0,-6-3 0,5 6 0,-2-2 0,4 3 0,0 0 0,-1 4 0,2 4 0,4 16 0,3 13 0,4 0 0,-3 16 0,3-10 0,-3 13 0,0-7 0,-1-1 0,-6-13 0,-1-5 0,0-8 0,-4-9 0,-1-1 0,-4-4 0,3-4 0,-2-1 0,2-3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1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2190 24575,'15'-24'0,"9"1"0,17-28 0,14-13 0,-22 24 0,2-2-2080,7-11 1,4-3 2079,1 5 0,4-2 0,-3 2 0,2-5 0,1-1-475,2 1 0,5-3 0,-6 1 475,-3-4 0,-1-3-1645,5 0 0,4-6 1,-3 3 1644,-1-5 0,0-1 0,-6 8 0,2-4 0,-5 6-326,-4 1 0,-5 4 326,0-1 0,-2 1 654,0 1 0,-3 3-654,9-27 1548,4 4-1548,-17 14 6027,-1 16-6027,-15 17 1274,4 7-1274,-9 12 769,2 8-769,-7-7 0,4 9 0,-4-6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2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10094,'0'5'0,"3"-2"5085,27-12-5085,-5 2 2517,16-18-2517,-5 8 1466,1-4-1466,-3 2 5413,0 3-5413,-4-3 0,-1 0 0,-2 0 0,-9 6 0,5-5 0,-6 9 0,-4-3 0,2 3 0,-6 1 0,2 4 0,-3-3 0,-4 3 0,3 0 0,-6-3 0,5 6 0,-2-2 0,4 3 0,0 0 0,-1 4 0,2 4 0,4 16 0,3 13 0,4 0 0,-3 16 0,3-10 0,-3 13 0,0-7 0,-1-1 0,-6-13 0,-1-5 0,0-8 0,-4-9 0,-1-1 0,-4-4 0,3-4 0,-2-1 0,2-3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3T23:55:02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 24575,'-9'4'0,"4"1"0,-4 9 0,4-3 0,-1 3 0,-3-4 0,4-1 0,-4 0 0,-1 1 0,5-1 0,-3 1 0,6-1 0,-11 1 0,10 0 0,-15 0 0,15 0 0,-10 0 0,7-1 0,1 1 0,-4-1 0,4 1 0,-5-5 0,1 3 0,3-2 0,-2 3 0,2-4 0,1 4 0,-3-8 0,6 7 0,-6-7 0,11 4 0,-3-5 0,15 0 0,1 4 0,5 7 0,6 6 0,-5-1 0,5 5 0,-6-4 0,-5-2 0,4 0 0,-10-5 0,5 0 0,-6-1 0,1 1 0,-1-1 0,1-3 0,-5 2 0,4-7 0,-4 3 0,0-4 0,-1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3T23:55:03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1 289 24575,'18'0'0,"11"0"0,0 0 0,9 0 0,-3 0 0,14 0 0,-11 0 0,26 0 0,-18 0 0,12 0 0,0 0 0,-6 0 0,6-12 0,-8 10 0,8-10 0,2 6 0,0 5 0,6-5 0,-14 0 0,14-1 0,-21 0 0,12-5 0,-14 5 0,0 0 0,5-4 0,-11 9 0,4-9 0,1 4 0,1 1 0,0-5 0,6 10 0,-13-10 0,5 5 0,-6-1 0,-1-3 0,1 4 0,-1-1 0,1-3 0,-7 4 0,5-6 0,-10 6 0,4-4 0,-11 9 0,3-8 0,-8 7 0,4-7 0,-6 8 0,1-3 0,-1 0 0,1 3 0,-1-4 0,1 5 0,-1-4 0,0 3 0,-4-7 0,3 7 0,-3-3 0,0 0 0,3 3 0,-7-3 0,3 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3T23:55:06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1 165 24575,'14'0'0,"7"0"0,2 0 0,10 0 0,2 0 0,-4 0 0,16 0 0,-23 0 0,16 0 0,-23 0 0,9 0 0,-10 0 0,0 0 0,3 0 0,-8 0 0,8 0 0,-8 0 0,2 0 0,-3 0 0,-1 0 0,6 0 0,-4 0 0,8 0 0,3 0 0,7 0 0,5 0 0,1 0 0,6-6 0,-5 5 0,13-5 0,-6 6 0,0-5 0,-1 4 0,-14-9 0,-1 4 0,0 0 0,9 1 0,15 5 0,9 0 0,7 0 0,1 0 0,0 0 0,0 0 0,-8 0 0,-9 0 0,-15 0 0,-3-10 0,-11 8 0,7-9 0,-7 11 0,7 0 0,-7-9 0,5 7 0,-6-8 0,-5 10 0,4-5 0,-9 4 0,3-3 0,-4 4 0,-1 0 0,0-4 0,1 2 0,-2-2 0,1 0 0,0 3 0,0-3 0,0 0 0,1 3 0,-1-3 0,-4-1 0,3 4 0,-3-7 0,4 7 0,-4-7 0,2 7 0,-2-3 0,4 4 0,-4-4 0,-1 3 0,-4-2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19153-B832-5B44-9A3A-9DFABD1DEE08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ACC54-2DDE-CE4B-B48E-6A5ED469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02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ACC54-2DDE-CE4B-B48E-6A5ED4696A3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3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C4272A9-F656-144E-AF11-F0D5D42FDDCF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0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72A9-F656-144E-AF11-F0D5D42FDDCF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37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C4272A9-F656-144E-AF11-F0D5D42FDDCF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05523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72A9-F656-144E-AF11-F0D5D42FDDCF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805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72A9-F656-144E-AF11-F0D5D42FDDCF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167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72A9-F656-144E-AF11-F0D5D42FDDCF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2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72A9-F656-144E-AF11-F0D5D42FDDCF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84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6C4272A9-F656-144E-AF11-F0D5D42FDDCF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08491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6C4272A9-F656-144E-AF11-F0D5D42FDDCF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3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72A9-F656-144E-AF11-F0D5D42FDDCF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87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72A9-F656-144E-AF11-F0D5D42FDDCF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31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C4272A9-F656-144E-AF11-F0D5D42FDDCF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38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ircAruvnKk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90.png"/><Relationship Id="rId7" Type="http://schemas.openxmlformats.org/officeDocument/2006/relationships/image" Target="../media/image1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.xml"/><Relationship Id="rId5" Type="http://schemas.openxmlformats.org/officeDocument/2006/relationships/image" Target="../media/image110.png"/><Relationship Id="rId10" Type="http://schemas.openxmlformats.org/officeDocument/2006/relationships/image" Target="../media/image140.png"/><Relationship Id="rId4" Type="http://schemas.openxmlformats.org/officeDocument/2006/relationships/image" Target="../media/image100.png"/><Relationship Id="rId9" Type="http://schemas.openxmlformats.org/officeDocument/2006/relationships/image" Target="../media/image13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90.png"/><Relationship Id="rId7" Type="http://schemas.openxmlformats.org/officeDocument/2006/relationships/image" Target="../media/image1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6.xml"/><Relationship Id="rId5" Type="http://schemas.openxmlformats.org/officeDocument/2006/relationships/image" Target="../media/image110.png"/><Relationship Id="rId10" Type="http://schemas.openxmlformats.org/officeDocument/2006/relationships/image" Target="../media/image150.png"/><Relationship Id="rId4" Type="http://schemas.openxmlformats.org/officeDocument/2006/relationships/image" Target="../media/image100.png"/><Relationship Id="rId9" Type="http://schemas.openxmlformats.org/officeDocument/2006/relationships/image" Target="../media/image13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90.png"/><Relationship Id="rId7" Type="http://schemas.openxmlformats.org/officeDocument/2006/relationships/image" Target="../media/image1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8.xml"/><Relationship Id="rId5" Type="http://schemas.openxmlformats.org/officeDocument/2006/relationships/image" Target="../media/image110.png"/><Relationship Id="rId4" Type="http://schemas.openxmlformats.org/officeDocument/2006/relationships/image" Target="../media/image100.png"/><Relationship Id="rId9" Type="http://schemas.openxmlformats.org/officeDocument/2006/relationships/image" Target="../media/image13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90.png"/><Relationship Id="rId7" Type="http://schemas.openxmlformats.org/officeDocument/2006/relationships/image" Target="../media/image1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0.xml"/><Relationship Id="rId5" Type="http://schemas.openxmlformats.org/officeDocument/2006/relationships/image" Target="../media/image110.png"/><Relationship Id="rId4" Type="http://schemas.openxmlformats.org/officeDocument/2006/relationships/image" Target="../media/image100.png"/><Relationship Id="rId9" Type="http://schemas.openxmlformats.org/officeDocument/2006/relationships/image" Target="../media/image13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5" Type="http://schemas.openxmlformats.org/officeDocument/2006/relationships/customXml" Target="../ink/ink13.xml"/><Relationship Id="rId4" Type="http://schemas.openxmlformats.org/officeDocument/2006/relationships/image" Target="../media/image20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92F43-D9F1-577F-213C-BA812C0DD1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CD8AD8-1B37-0416-48F8-32DE809B61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B288A-F028-744F-AE50-C58FF0A82D31}"/>
              </a:ext>
            </a:extLst>
          </p:cNvPr>
          <p:cNvSpPr txBox="1"/>
          <p:nvPr/>
        </p:nvSpPr>
        <p:spPr>
          <a:xfrm>
            <a:off x="1879143" y="729056"/>
            <a:ext cx="2687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gentle introduction to…</a:t>
            </a:r>
          </a:p>
        </p:txBody>
      </p:sp>
    </p:spTree>
    <p:extLst>
      <p:ext uri="{BB962C8B-B14F-4D97-AF65-F5344CB8AC3E}">
        <p14:creationId xmlns:p14="http://schemas.microsoft.com/office/powerpoint/2010/main" val="302244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4CBF-5A75-14B6-3EA9-D462743E9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we heading?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10B15-915F-EE30-2F98-2BFD41B00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my HOT TAKES in class is that there is a direct line from clustering to Large Language Models (henceforth until the end of the semester, LLMs).</a:t>
            </a:r>
          </a:p>
          <a:p>
            <a:r>
              <a:rPr lang="en-US" dirty="0"/>
              <a:t>LLMs have transformed how we process, produce, and interpret text-as-data:</a:t>
            </a:r>
          </a:p>
          <a:p>
            <a:pPr lvl="1"/>
            <a:r>
              <a:rPr lang="en-US" dirty="0"/>
              <a:t>Increase accessibility to data</a:t>
            </a:r>
          </a:p>
          <a:p>
            <a:pPr lvl="1"/>
            <a:r>
              <a:rPr lang="en-US" dirty="0"/>
              <a:t>Improve representation of text</a:t>
            </a:r>
          </a:p>
          <a:p>
            <a:pPr lvl="1"/>
            <a:r>
              <a:rPr lang="en-US" dirty="0"/>
              <a:t>Model text through complex processes</a:t>
            </a:r>
          </a:p>
          <a:p>
            <a:r>
              <a:rPr lang="en-US" dirty="0"/>
              <a:t>LLMs are built on top of an encoder-decoder architecture that looks something like this…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379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55F4E5-2094-2B0F-9284-EDE78A404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718" y="796343"/>
            <a:ext cx="9360564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6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8D3AB-28F4-511B-D714-C0B1A4D29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ECB9A-BAFD-EF3E-0435-390A23CFE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Daunting… </a:t>
            </a:r>
          </a:p>
          <a:p>
            <a:r>
              <a:rPr lang="en-US" dirty="0"/>
              <a:t>That’s where we are heading… but to understand this, we first need to:</a:t>
            </a:r>
          </a:p>
          <a:p>
            <a:pPr lvl="1"/>
            <a:r>
              <a:rPr lang="en-US" dirty="0"/>
              <a:t>Understand the difference between sparse representation (i.e., </a:t>
            </a:r>
            <a:r>
              <a:rPr lang="en-US" dirty="0" err="1"/>
              <a:t>dfm</a:t>
            </a:r>
            <a:r>
              <a:rPr lang="en-US" dirty="0"/>
              <a:t>) and dense representation of words (i.e., word embeddings). </a:t>
            </a:r>
          </a:p>
          <a:p>
            <a:pPr lvl="1"/>
            <a:r>
              <a:rPr lang="en-US" dirty="0"/>
              <a:t>Have an intuitive understanding of how neural network models operate</a:t>
            </a:r>
          </a:p>
          <a:p>
            <a:pPr lvl="1"/>
            <a:r>
              <a:rPr lang="en-US" dirty="0"/>
              <a:t>Understand attention mechanisms.</a:t>
            </a:r>
          </a:p>
          <a:p>
            <a:pPr lvl="1"/>
            <a:r>
              <a:rPr lang="en-US" dirty="0"/>
              <a:t>Stack all of this into a Transformer architecture. </a:t>
            </a:r>
          </a:p>
          <a:p>
            <a:pPr lvl="1"/>
            <a:endParaRPr lang="en-US" dirty="0"/>
          </a:p>
          <a:p>
            <a:r>
              <a:rPr lang="en-US" dirty="0"/>
              <a:t>Let’s start!</a:t>
            </a:r>
          </a:p>
        </p:txBody>
      </p:sp>
    </p:spTree>
    <p:extLst>
      <p:ext uri="{BB962C8B-B14F-4D97-AF65-F5344CB8AC3E}">
        <p14:creationId xmlns:p14="http://schemas.microsoft.com/office/powerpoint/2010/main" val="1084019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BECCB-A2B6-5441-9391-393BD6D8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Sparce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9D62C-751A-AEDC-24E7-451851FAC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368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DA4CBB-4EAE-8848-9AFD-D1A42305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Space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80C473B-C0C2-9332-769A-F6B34AF516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dirty="0"/>
                  <a:t>To represent documents as numbers, we learned about the </a:t>
                </a:r>
                <a:r>
                  <a:rPr lang="en-CA" b="1" dirty="0"/>
                  <a:t>vector space model representation</a:t>
                </a:r>
                <a:r>
                  <a:rPr lang="en-CA" dirty="0"/>
                  <a:t>:</a:t>
                </a:r>
              </a:p>
              <a:p>
                <a:r>
                  <a:rPr lang="en-CA" dirty="0"/>
                  <a:t>A document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 is represented as a collection of features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CA" dirty="0"/>
                  <a:t> (words, tokens, n-grams..)</a:t>
                </a:r>
              </a:p>
              <a:p>
                <a:r>
                  <a:rPr lang="en-CA" dirty="0"/>
                  <a:t>Each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 can be place in a real line, then a document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is a point in a </a:t>
                </a:r>
                <a14:m>
                  <m:oMath xmlns:m="http://schemas.openxmlformats.org/officeDocument/2006/math">
                    <m:r>
                      <a:rPr lang="en-CA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CA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dimensional space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80C473B-C0C2-9332-769A-F6B34AF516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3" t="-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2061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8DD2-72CC-3A89-7683-3DC5D71C6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32873-B116-B9D6-6E64-E64592FAB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Take following sentence: </a:t>
            </a:r>
            <a:r>
              <a:rPr lang="en-CA" i="1" dirty="0"/>
              <a:t>“If that is a joke, I love it. If not, can’t wait to unpack that with you later.”</a:t>
            </a:r>
            <a:endParaRPr lang="en-CA" dirty="0"/>
          </a:p>
          <a:p>
            <a:pPr lvl="1"/>
            <a:r>
              <a:rPr lang="en-CA" b="1" dirty="0"/>
              <a:t>Sorted Vocabulary</a:t>
            </a:r>
            <a:r>
              <a:rPr lang="en-CA" dirty="0"/>
              <a:t> =(a, can’t, </a:t>
            </a:r>
            <a:r>
              <a:rPr lang="en-CA" dirty="0" err="1"/>
              <a:t>i</a:t>
            </a:r>
            <a:r>
              <a:rPr lang="en-CA" dirty="0"/>
              <a:t>, if, is, it, joke, later, love, not, that, to, unpack, wait, with, you”)</a:t>
            </a:r>
          </a:p>
          <a:p>
            <a:pPr lvl="1"/>
            <a:r>
              <a:rPr lang="en-CA" b="1" dirty="0"/>
              <a:t>Feature Representation</a:t>
            </a:r>
            <a:r>
              <a:rPr lang="en-CA" dirty="0"/>
              <a:t> = (1, 1, 1, 2, 1, 1, 1, 1, 1, 1, 2, 1, 1, 1, 1, 1)</a:t>
            </a:r>
          </a:p>
          <a:p>
            <a:pPr lvl="1"/>
            <a:r>
              <a:rPr lang="en-CA" dirty="0"/>
              <a:t>Features will typically be the n-gram (mostly unigram) frequencies of the tokens in the document, or some function of those frequencies</a:t>
            </a:r>
          </a:p>
          <a:p>
            <a:pPr marL="0" indent="0">
              <a:buNone/>
            </a:pPr>
            <a:r>
              <a:rPr lang="en-CA" dirty="0"/>
              <a:t>Now each document is a vector (vector space model)</a:t>
            </a:r>
          </a:p>
          <a:p>
            <a:pPr lvl="1"/>
            <a:r>
              <a:rPr lang="en-CA" dirty="0"/>
              <a:t>Stacking these vectors will give you our already known representation for text: a </a:t>
            </a:r>
            <a:r>
              <a:rPr lang="en-CA" b="1" dirty="0"/>
              <a:t>Document Feature Matrix</a:t>
            </a:r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661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triangle&#10;&#10;AI-generated content may be incorrect.">
            <a:extLst>
              <a:ext uri="{FF2B5EF4-FFF2-40B4-BE49-F238E27FC236}">
                <a16:creationId xmlns:a16="http://schemas.microsoft.com/office/drawing/2014/main" id="{DC093398-9438-81F0-F12B-1CE93CFB1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35" y="1562100"/>
            <a:ext cx="10404933" cy="38730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32A1A2-6D1C-0E39-8215-A51F61341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35" y="864302"/>
            <a:ext cx="2648016" cy="111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54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triangle&#10;&#10;AI-generated content may be incorrect.">
            <a:extLst>
              <a:ext uri="{FF2B5EF4-FFF2-40B4-BE49-F238E27FC236}">
                <a16:creationId xmlns:a16="http://schemas.microsoft.com/office/drawing/2014/main" id="{0B08E5D8-5861-4284-F6FE-F62934195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35" y="850900"/>
            <a:ext cx="10587330" cy="4838699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7E7A0-067D-C063-043B-15A722860098}"/>
              </a:ext>
            </a:extLst>
          </p:cNvPr>
          <p:cNvCxnSpPr/>
          <p:nvPr/>
        </p:nvCxnSpPr>
        <p:spPr>
          <a:xfrm flipV="1">
            <a:off x="4927600" y="2057400"/>
            <a:ext cx="698500" cy="21971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0CA88A6-470E-0D36-13C7-4D8CFE8E77E8}"/>
                  </a:ext>
                </a:extLst>
              </p14:cNvPr>
              <p14:cNvContentPartPr/>
              <p14:nvPr/>
            </p14:nvContentPartPr>
            <p14:xfrm>
              <a:off x="4203020" y="1972580"/>
              <a:ext cx="922680" cy="1163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0CA88A6-470E-0D36-13C7-4D8CFE8E77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380" y="1954580"/>
                <a:ext cx="958320" cy="119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3CAAAFD0-50E4-28EF-21E0-E8D2D96BA4C6}"/>
              </a:ext>
            </a:extLst>
          </p:cNvPr>
          <p:cNvGrpSpPr/>
          <p:nvPr/>
        </p:nvGrpSpPr>
        <p:grpSpPr>
          <a:xfrm>
            <a:off x="4100060" y="1866380"/>
            <a:ext cx="396360" cy="358560"/>
            <a:chOff x="4100060" y="1866380"/>
            <a:chExt cx="396360" cy="3585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F553D97-82F8-18A8-28AC-CD572D0CF890}"/>
                    </a:ext>
                  </a:extLst>
                </p14:cNvPr>
                <p14:cNvContentPartPr/>
                <p14:nvPr/>
              </p14:nvContentPartPr>
              <p14:xfrm>
                <a:off x="4100060" y="2177060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F553D97-82F8-18A8-28AC-CD572D0CF89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082060" y="215942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19DE80B-9215-9BAB-ADBF-ABD403A1F1E5}"/>
                    </a:ext>
                  </a:extLst>
                </p14:cNvPr>
                <p14:cNvContentPartPr/>
                <p14:nvPr/>
              </p14:nvContentPartPr>
              <p14:xfrm>
                <a:off x="4100420" y="1866380"/>
                <a:ext cx="396000" cy="358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19DE80B-9215-9BAB-ADBF-ABD403A1F1E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82780" y="1848380"/>
                  <a:ext cx="431640" cy="394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BAB3AF2-AD45-7E8F-B9AD-C6E350DC6394}"/>
              </a:ext>
            </a:extLst>
          </p:cNvPr>
          <p:cNvSpPr txBox="1"/>
          <p:nvPr/>
        </p:nvSpPr>
        <p:spPr>
          <a:xfrm>
            <a:off x="3484110" y="1488719"/>
            <a:ext cx="123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4C1790-B83A-FF56-4A66-20CF3BDE04DA}"/>
              </a:ext>
            </a:extLst>
          </p:cNvPr>
          <p:cNvSpPr txBox="1"/>
          <p:nvPr/>
        </p:nvSpPr>
        <p:spPr>
          <a:xfrm>
            <a:off x="767820" y="747980"/>
            <a:ext cx="706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 the vector space, we can use geometry to build well-defined comparison measures between the documents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09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9F85-BE33-05A5-095E-D560AB722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3FFBA-8267-1F42-B83D-26F69EC72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The vector space model is quite useful and has been used in many computational linguistics and social science applications of text-as-data:</a:t>
            </a:r>
          </a:p>
          <a:p>
            <a:r>
              <a:rPr lang="en-CA" dirty="0"/>
              <a:t>Descriptive statistics of documents (count words, text-similarity, complexity, etc..)</a:t>
            </a:r>
          </a:p>
          <a:p>
            <a:r>
              <a:rPr lang="en-CA" dirty="0"/>
              <a:t>Supervised Machine Learning Models for Text Classification (</a:t>
            </a:r>
            <a:r>
              <a:rPr lang="en-CA" dirty="0" err="1"/>
              <a:t>dfm</a:t>
            </a:r>
            <a:r>
              <a:rPr lang="en-CA" dirty="0"/>
              <a:t> becomes the input of the models)</a:t>
            </a:r>
          </a:p>
          <a:p>
            <a:r>
              <a:rPr lang="en-CA" dirty="0"/>
              <a:t>Unsupervised Machine Learning (Topic Models &amp; Clustering)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The underlying intuition is that the occurrence of words in documents is a good approximation to the DGP. And this intuition was used in…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857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05EE9-CEE9-32FD-CCB0-BD3DA6E38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Support Vector Machines (SVM)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30C50-41B2-C617-CAA2-2EE3CE0CA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0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DD1479-CABC-A595-92A9-DFCAC1106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445" y="796343"/>
            <a:ext cx="7495110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64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E884B8-4F33-04B7-4B2E-F804995E5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445" y="796343"/>
            <a:ext cx="7495110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CEAA24-1D2B-DF04-A667-AE38B7092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445" y="796343"/>
            <a:ext cx="7495110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91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65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5622C2-0556-71DD-9539-9DF68975B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445" y="796343"/>
            <a:ext cx="7495110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35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08BDF6-29D2-73E8-1592-A6873A74C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445" y="796343"/>
            <a:ext cx="7495110" cy="52653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BE5522-2969-B8B2-6C09-9B70CCBC5D14}"/>
              </a:ext>
            </a:extLst>
          </p:cNvPr>
          <p:cNvSpPr txBox="1"/>
          <p:nvPr/>
        </p:nvSpPr>
        <p:spPr>
          <a:xfrm>
            <a:off x="3312623" y="5932356"/>
            <a:ext cx="8402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can see the math at work here: 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=1NxnPkZM9bc</a:t>
            </a:r>
          </a:p>
        </p:txBody>
      </p:sp>
    </p:spTree>
    <p:extLst>
      <p:ext uri="{BB962C8B-B14F-4D97-AF65-F5344CB8AC3E}">
        <p14:creationId xmlns:p14="http://schemas.microsoft.com/office/powerpoint/2010/main" val="3753786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E0EA7-D6B6-4111-F2F9-7AF6B2EC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9A43D-D078-904A-92F7-23AB86DA1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Ok, but what feature do we use in order to classify texts using SVM?</a:t>
            </a:r>
          </a:p>
          <a:p>
            <a:r>
              <a:rPr lang="en-US" dirty="0"/>
              <a:t>That’s right, word frequencies (e.g., TF-IDF). </a:t>
            </a:r>
          </a:p>
          <a:p>
            <a:r>
              <a:rPr lang="en-US" dirty="0"/>
              <a:t>And then we just choose a kernel function (i.e., a transformation of the data that allows you to process it more easily).  </a:t>
            </a:r>
          </a:p>
        </p:txBody>
      </p:sp>
    </p:spTree>
    <p:extLst>
      <p:ext uri="{BB962C8B-B14F-4D97-AF65-F5344CB8AC3E}">
        <p14:creationId xmlns:p14="http://schemas.microsoft.com/office/powerpoint/2010/main" val="371349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249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046CD-AFBB-E723-B9A2-C6710B2E4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16" y="796343"/>
            <a:ext cx="10426367" cy="52653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9FDC1D-4F86-1DD6-1BF4-D2246289E78A}"/>
              </a:ext>
            </a:extLst>
          </p:cNvPr>
          <p:cNvSpPr txBox="1"/>
          <p:nvPr/>
        </p:nvSpPr>
        <p:spPr>
          <a:xfrm>
            <a:off x="2451652" y="967409"/>
            <a:ext cx="3208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This is also called the kernel trick!</a:t>
            </a:r>
          </a:p>
        </p:txBody>
      </p:sp>
    </p:spTree>
    <p:extLst>
      <p:ext uri="{BB962C8B-B14F-4D97-AF65-F5344CB8AC3E}">
        <p14:creationId xmlns:p14="http://schemas.microsoft.com/office/powerpoint/2010/main" val="1907634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78EF-A6DD-5008-2547-0950955F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59868-41F3-44B9-DF40-7B888AD61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But… </a:t>
            </a:r>
            <a:r>
              <a:rPr lang="en-CA" dirty="0"/>
              <a:t>underlying this model, there is the idea we represent </a:t>
            </a:r>
            <a:r>
              <a:rPr lang="en-CA" dirty="0">
                <a:solidFill>
                  <a:schemeClr val="accent1"/>
                </a:solidFill>
              </a:rPr>
              <a:t>words</a:t>
            </a:r>
            <a:r>
              <a:rPr lang="en-CA" dirty="0"/>
              <a:t> as a </a:t>
            </a:r>
            <a:r>
              <a:rPr lang="en-CA" dirty="0">
                <a:solidFill>
                  <a:schemeClr val="accent1"/>
                </a:solidFill>
              </a:rPr>
              <a:t>one-hot encoding</a:t>
            </a:r>
            <a:r>
              <a:rPr lang="en-CA" dirty="0"/>
              <a:t>.</a:t>
            </a:r>
          </a:p>
          <a:p>
            <a:r>
              <a:rPr lang="en-CA" dirty="0"/>
              <a:t>“cat”: [0,0, 0, 0, 0, 0, 1, 0, ….., V] , on a V dimensional vector</a:t>
            </a:r>
          </a:p>
          <a:p>
            <a:r>
              <a:rPr lang="en-CA" dirty="0"/>
              <a:t>“dog”: [0,0, 0, 0, 0, 0, 0, 1, …., V], on a V dimensional vector</a:t>
            </a:r>
          </a:p>
          <a:p>
            <a:pPr marL="0" indent="0">
              <a:buNone/>
            </a:pPr>
            <a:r>
              <a:rPr lang="en-CA" b="1" dirty="0"/>
              <a:t>What these vectors look like?</a:t>
            </a:r>
            <a:endParaRPr lang="en-CA" dirty="0"/>
          </a:p>
          <a:p>
            <a:r>
              <a:rPr lang="en-CA" dirty="0"/>
              <a:t>really sparse</a:t>
            </a:r>
          </a:p>
          <a:p>
            <a:r>
              <a:rPr lang="en-CA" dirty="0"/>
              <a:t>those vectors are orthogonal (i.e., cat and dog are completely unrelated)</a:t>
            </a:r>
          </a:p>
          <a:p>
            <a:r>
              <a:rPr lang="en-CA" dirty="0"/>
              <a:t>no natural notion of similarity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43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C63E-67F9-5D7E-1CE4-2078209BB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2642E0-08CF-C195-82A7-312644A54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add some notion of similarity to these words…</a:t>
            </a:r>
          </a:p>
        </p:txBody>
      </p:sp>
    </p:spTree>
    <p:extLst>
      <p:ext uri="{BB962C8B-B14F-4D97-AF65-F5344CB8AC3E}">
        <p14:creationId xmlns:p14="http://schemas.microsoft.com/office/powerpoint/2010/main" val="2027135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F2E2-C6DB-5D1E-E3B3-933BEF161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2AFD9-FD1F-832C-4D2C-125C28E0E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 until now, we have thought of words as atomic representations of concepts. </a:t>
            </a:r>
          </a:p>
          <a:p>
            <a:r>
              <a:rPr lang="en-US" dirty="0"/>
              <a:t>Intuitively, we know that this is not the case. </a:t>
            </a:r>
          </a:p>
          <a:p>
            <a:r>
              <a:rPr lang="en-US" dirty="0"/>
              <a:t>Let’s think for a moment, as we usually do, about Ludwig Wittgenstein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909B3D-693C-4682-332F-00D916086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95985">
            <a:off x="8677627" y="3058621"/>
            <a:ext cx="2698259" cy="3593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572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7ACE-7DD2-C2B0-787E-FBA30F53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0224F-8203-14F2-28D3-88DC5E493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his Philosophical Investigations (1953), Wittgenstein wrote about </a:t>
            </a:r>
            <a:r>
              <a:rPr lang="en-US" i="1" dirty="0"/>
              <a:t>language-games,</a:t>
            </a:r>
            <a:r>
              <a:rPr lang="en-US" dirty="0"/>
              <a:t> this idea that language is used in context and cannot be understood outside of that context. </a:t>
            </a:r>
          </a:p>
          <a:p>
            <a:r>
              <a:rPr lang="en-US" dirty="0"/>
              <a:t>Think of the word </a:t>
            </a:r>
            <a:r>
              <a:rPr lang="en-US" i="1" dirty="0"/>
              <a:t>game</a:t>
            </a:r>
            <a:r>
              <a:rPr lang="en-US" dirty="0"/>
              <a:t>: by itself it cannot be understood. But in context:</a:t>
            </a:r>
          </a:p>
          <a:p>
            <a:pPr lvl="1"/>
            <a:r>
              <a:rPr lang="en-US" i="1" dirty="0"/>
              <a:t>War games</a:t>
            </a:r>
          </a:p>
          <a:p>
            <a:pPr lvl="1"/>
            <a:r>
              <a:rPr lang="en-US" i="1" dirty="0"/>
              <a:t>Board games</a:t>
            </a:r>
          </a:p>
          <a:p>
            <a:pPr lvl="1"/>
            <a:r>
              <a:rPr lang="en-US" i="1" dirty="0"/>
              <a:t>Sports</a:t>
            </a:r>
          </a:p>
          <a:p>
            <a:pPr lvl="1"/>
            <a:r>
              <a:rPr lang="en-US" i="1" dirty="0"/>
              <a:t>Betting games</a:t>
            </a:r>
          </a:p>
          <a:p>
            <a:r>
              <a:rPr lang="en-CA" dirty="0"/>
              <a:t>“For a large class of cases—though not for all—in which we employ the word ‘meaning,’ it can be defined thus: the meaning of a word is its use in the language.”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38126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CF49-05E7-C23E-86F6-83B3398E9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Distributional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B4AE-7122-6176-B228-6B80D13F5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</a:t>
            </a:r>
            <a:r>
              <a:rPr lang="en-US" dirty="0">
                <a:solidFill>
                  <a:schemeClr val="accent1"/>
                </a:solidFill>
              </a:rPr>
              <a:t>distributional</a:t>
            </a:r>
            <a:r>
              <a:rPr lang="en-US" dirty="0"/>
              <a:t> hypothesis of language: “you shall know a word by the company it keeps” (J.R. Firth, 1957). </a:t>
            </a:r>
          </a:p>
          <a:p>
            <a:r>
              <a:rPr lang="en-US" b="1" dirty="0"/>
              <a:t>Distributional semantics: </a:t>
            </a:r>
            <a:r>
              <a:rPr lang="en-US" dirty="0"/>
              <a:t>words that are used in the same contexts tend to be similar in meaning. </a:t>
            </a:r>
          </a:p>
          <a:p>
            <a:r>
              <a:rPr lang="en-US" dirty="0"/>
              <a:t>The intuition is as follows:</a:t>
            </a:r>
          </a:p>
        </p:txBody>
      </p:sp>
    </p:spTree>
    <p:extLst>
      <p:ext uri="{BB962C8B-B14F-4D97-AF65-F5344CB8AC3E}">
        <p14:creationId xmlns:p14="http://schemas.microsoft.com/office/powerpoint/2010/main" val="2637700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D9CE9C-4FEE-C794-D361-0E2A785FAC55}"/>
              </a:ext>
            </a:extLst>
          </p:cNvPr>
          <p:cNvCxnSpPr>
            <a:cxnSpLocks/>
          </p:cNvCxnSpPr>
          <p:nvPr/>
        </p:nvCxnSpPr>
        <p:spPr>
          <a:xfrm flipV="1">
            <a:off x="3010829" y="1449658"/>
            <a:ext cx="0" cy="4337825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23F82D-A374-9F58-99F5-F11317FFBF61}"/>
              </a:ext>
            </a:extLst>
          </p:cNvPr>
          <p:cNvCxnSpPr>
            <a:cxnSpLocks/>
          </p:cNvCxnSpPr>
          <p:nvPr/>
        </p:nvCxnSpPr>
        <p:spPr>
          <a:xfrm>
            <a:off x="2761785" y="5516137"/>
            <a:ext cx="5724293" cy="0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0DB505B-D406-AFEB-E1D2-024B38405CA5}"/>
              </a:ext>
            </a:extLst>
          </p:cNvPr>
          <p:cNvSpPr/>
          <p:nvPr/>
        </p:nvSpPr>
        <p:spPr>
          <a:xfrm>
            <a:off x="3523785" y="1341863"/>
            <a:ext cx="780552" cy="814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Chef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DFB4A4A-4D3F-D586-4583-1182391C6D63}"/>
              </a:ext>
            </a:extLst>
          </p:cNvPr>
          <p:cNvSpPr/>
          <p:nvPr/>
        </p:nvSpPr>
        <p:spPr>
          <a:xfrm>
            <a:off x="4304337" y="1173923"/>
            <a:ext cx="780552" cy="814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Cook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9207E-6796-9F8F-FDBE-87B237538DEB}"/>
              </a:ext>
            </a:extLst>
          </p:cNvPr>
          <p:cNvSpPr txBox="1"/>
          <p:nvPr/>
        </p:nvSpPr>
        <p:spPr>
          <a:xfrm>
            <a:off x="2718227" y="1396277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31030E-6E98-AC19-66E7-E3706B16BE70}"/>
              </a:ext>
            </a:extLst>
          </p:cNvPr>
          <p:cNvSpPr txBox="1"/>
          <p:nvPr/>
        </p:nvSpPr>
        <p:spPr>
          <a:xfrm>
            <a:off x="8368097" y="5602817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8CB9B64-8D91-804C-59D8-20EA932C07DC}"/>
              </a:ext>
            </a:extLst>
          </p:cNvPr>
          <p:cNvSpPr/>
          <p:nvPr/>
        </p:nvSpPr>
        <p:spPr>
          <a:xfrm>
            <a:off x="5207568" y="1843667"/>
            <a:ext cx="780552" cy="814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Kitchen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0C108AA-A6F0-E02E-1304-1C3ECA2BA5D4}"/>
              </a:ext>
            </a:extLst>
          </p:cNvPr>
          <p:cNvSpPr/>
          <p:nvPr/>
        </p:nvSpPr>
        <p:spPr>
          <a:xfrm>
            <a:off x="4427016" y="2555487"/>
            <a:ext cx="780552" cy="814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Food</a:t>
            </a: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829173-890E-BBA3-750E-CFE30B426B41}"/>
              </a:ext>
            </a:extLst>
          </p:cNvPr>
          <p:cNvSpPr/>
          <p:nvPr/>
        </p:nvSpPr>
        <p:spPr>
          <a:xfrm>
            <a:off x="7400692" y="3146503"/>
            <a:ext cx="780552" cy="81404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Bed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6F5DE36-9324-ABA0-7F5A-9B0184A07C20}"/>
              </a:ext>
            </a:extLst>
          </p:cNvPr>
          <p:cNvSpPr/>
          <p:nvPr/>
        </p:nvSpPr>
        <p:spPr>
          <a:xfrm>
            <a:off x="7129346" y="4048823"/>
            <a:ext cx="780552" cy="81404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Pillow</a:t>
            </a:r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E6A722-3C8C-8EFE-E66B-74C33ED339BC}"/>
              </a:ext>
            </a:extLst>
          </p:cNvPr>
          <p:cNvSpPr/>
          <p:nvPr/>
        </p:nvSpPr>
        <p:spPr>
          <a:xfrm>
            <a:off x="6125703" y="4375460"/>
            <a:ext cx="780552" cy="81404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Mattress</a:t>
            </a:r>
            <a:endParaRPr lang="en-US" sz="16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C13F7B3-4AF1-C4BD-F7E9-1CFBFB36D76D}"/>
              </a:ext>
            </a:extLst>
          </p:cNvPr>
          <p:cNvSpPr/>
          <p:nvPr/>
        </p:nvSpPr>
        <p:spPr>
          <a:xfrm>
            <a:off x="6237249" y="3398102"/>
            <a:ext cx="780552" cy="81404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Sleep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30928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erson standing in a doorway&#10;&#10;Description automatically generated">
            <a:extLst>
              <a:ext uri="{FF2B5EF4-FFF2-40B4-BE49-F238E27FC236}">
                <a16:creationId xmlns:a16="http://schemas.microsoft.com/office/drawing/2014/main" id="{7EA38ACC-3F41-37BD-F0CA-EDCAB5F76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95" y="796343"/>
            <a:ext cx="3725210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54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34E0-5719-2A2B-DF33-2FBBA972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Distributional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0F85F-AA09-DAEA-2469-1E90E21DE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This is the </a:t>
            </a:r>
            <a:r>
              <a:rPr lang="en-US" dirty="0">
                <a:solidFill>
                  <a:schemeClr val="accent1"/>
                </a:solidFill>
              </a:rPr>
              <a:t>distributional</a:t>
            </a:r>
            <a:r>
              <a:rPr lang="en-US" dirty="0"/>
              <a:t> hypothesis of language: “you shall know a word by the company it keeps” (J.R. Firth, 1957). </a:t>
            </a:r>
          </a:p>
          <a:p>
            <a:r>
              <a:rPr lang="en-US" b="1" dirty="0"/>
              <a:t>Distributional semantics: </a:t>
            </a:r>
            <a:r>
              <a:rPr lang="en-US" dirty="0"/>
              <a:t>words that are used in the same contexts tend to be similar in meaning. </a:t>
            </a:r>
          </a:p>
          <a:p>
            <a:r>
              <a:rPr lang="en-CA" dirty="0"/>
              <a:t>How can we use this insight to build a word representation?</a:t>
            </a:r>
          </a:p>
          <a:p>
            <a:pPr lvl="1"/>
            <a:r>
              <a:rPr lang="en-CA" dirty="0"/>
              <a:t>Move from sparse representation to dense representation</a:t>
            </a:r>
          </a:p>
          <a:p>
            <a:pPr lvl="1"/>
            <a:r>
              <a:rPr lang="en-CA" dirty="0"/>
              <a:t>Represent words as vectors of numbers with high number of dimensions</a:t>
            </a:r>
          </a:p>
          <a:p>
            <a:pPr lvl="1"/>
            <a:r>
              <a:rPr lang="en-CA" dirty="0"/>
              <a:t>Each feature on this vectors embeds some information from the word (gender? noun? sentiment? stance?)</a:t>
            </a:r>
          </a:p>
          <a:p>
            <a:pPr lvl="1"/>
            <a:r>
              <a:rPr lang="en-CA" dirty="0"/>
              <a:t>Learn this representation from unlabeled data.</a:t>
            </a:r>
          </a:p>
          <a:p>
            <a:endParaRPr lang="en-US" dirty="0"/>
          </a:p>
          <a:p>
            <a:r>
              <a:rPr lang="en-US" dirty="0"/>
              <a:t>Ultimately, we want an </a:t>
            </a:r>
            <a:r>
              <a:rPr lang="en-US" i="1" dirty="0"/>
              <a:t>a priori </a:t>
            </a:r>
            <a:r>
              <a:rPr lang="en-US" dirty="0"/>
              <a:t>meaning of words, by looking at ”the company they keep”, the context in which each word is embedded. </a:t>
            </a:r>
          </a:p>
        </p:txBody>
      </p:sp>
    </p:spTree>
    <p:extLst>
      <p:ext uri="{BB962C8B-B14F-4D97-AF65-F5344CB8AC3E}">
        <p14:creationId xmlns:p14="http://schemas.microsoft.com/office/powerpoint/2010/main" val="3289523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68A69-F3DA-23E2-D65F-84005C2A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vs Dense </a:t>
            </a:r>
            <a:r>
              <a:rPr lang="en-US" dirty="0" err="1"/>
              <a:t>VEctors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0E841B-B1CB-A28D-4766-640B4409B7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b="1" dirty="0"/>
                  <a:t>One-hot encoding / Sparse Representation:</a:t>
                </a:r>
                <a:endParaRPr lang="en-CA" dirty="0"/>
              </a:p>
              <a:p>
                <a:r>
                  <a:rPr lang="en-CA" dirty="0"/>
                  <a:t>cat =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[0, 0, 0, 0, 1, 0, 0, 0]</m:t>
                    </m:r>
                  </m:oMath>
                </a14:m>
                <a:endParaRPr lang="en-CA" dirty="0"/>
              </a:p>
              <a:p>
                <a:r>
                  <a:rPr lang="en-CA" dirty="0"/>
                  <a:t>dog = </a:t>
                </a:r>
                <a14:m>
                  <m:oMath xmlns:m="http://schemas.openxmlformats.org/officeDocument/2006/math">
                    <m:r>
                      <a:rPr lang="en-CA" i="1" dirty="0">
                        <a:latin typeface="Cambria Math" panose="02040503050406030204" pitchFamily="18" charset="0"/>
                      </a:rPr>
                      <m:t>[0, 0, 0,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0, 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0, 0, 0]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b="1" dirty="0"/>
                  <a:t>Word Embedding / Dense Representation:</a:t>
                </a:r>
                <a:endParaRPr lang="en-CA" dirty="0"/>
              </a:p>
              <a:p>
                <a:r>
                  <a:rPr lang="en-CA" dirty="0"/>
                  <a:t>cat = </a:t>
                </a:r>
                <a14:m>
                  <m:oMath xmlns:m="http://schemas.openxmlformats.org/officeDocument/2006/math">
                    <m:r>
                      <a:rPr lang="en-CA" i="1" dirty="0">
                        <a:latin typeface="Cambria Math" panose="02040503050406030204" pitchFamily="18" charset="0"/>
                      </a:rPr>
                      <m:t>[0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.25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−.75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0.9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0, 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0.12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−0.05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, 0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.33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−0.88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.45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CA" dirty="0"/>
              </a:p>
              <a:p>
                <a:r>
                  <a:rPr lang="en-CA" dirty="0"/>
                  <a:t>dog = </a:t>
                </a:r>
                <a14:m>
                  <m:oMath xmlns:m="http://schemas.openxmlformats.org/officeDocument/2006/math">
                    <m:r>
                      <a:rPr lang="en-CA" i="1" dirty="0">
                        <a:latin typeface="Cambria Math" panose="02040503050406030204" pitchFamily="18" charset="0"/>
                      </a:rPr>
                      <m:t>[0.25,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.75, 0.90, 0.12,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−0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.05, 0.33,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0.88, 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0.45]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0E841B-B1CB-A28D-4766-640B4409B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3" t="-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037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lose-up of a colorful pattern&#10;&#10;AI-generated content may be incorrect.">
            <a:extLst>
              <a:ext uri="{FF2B5EF4-FFF2-40B4-BE49-F238E27FC236}">
                <a16:creationId xmlns:a16="http://schemas.microsoft.com/office/drawing/2014/main" id="{BD512D99-02C3-74F8-080A-55AE219F9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406" y="796343"/>
            <a:ext cx="8667188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747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A8324-D225-97DD-92C5-6526E1EC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FD05C-C10F-C567-2925-3669BF155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Encoding similarity:</a:t>
            </a:r>
            <a:r>
              <a:rPr lang="en-CA" dirty="0"/>
              <a:t> vectors are not </a:t>
            </a:r>
            <a:r>
              <a:rPr lang="en-CA" dirty="0" err="1"/>
              <a:t>ortogonal</a:t>
            </a:r>
            <a:r>
              <a:rPr lang="en-CA" dirty="0"/>
              <a:t> anymore!</a:t>
            </a:r>
          </a:p>
          <a:p>
            <a:r>
              <a:rPr lang="en-CA" b="1" dirty="0"/>
              <a:t>Automatic Generalization:</a:t>
            </a:r>
            <a:r>
              <a:rPr lang="en-CA" dirty="0"/>
              <a:t> learn about one word allow us to automatically learn about related words</a:t>
            </a:r>
          </a:p>
          <a:p>
            <a:r>
              <a:rPr lang="en-CA" b="1" dirty="0"/>
              <a:t>Encodes Meaning:</a:t>
            </a:r>
            <a:r>
              <a:rPr lang="en-CA" dirty="0"/>
              <a:t> by learning the context, we can learn what a word means.</a:t>
            </a:r>
          </a:p>
          <a:p>
            <a:r>
              <a:rPr lang="en-CA" b="1" dirty="0"/>
              <a:t>As a consequence:</a:t>
            </a:r>
            <a:endParaRPr lang="en-CA" dirty="0"/>
          </a:p>
          <a:p>
            <a:pPr lvl="1"/>
            <a:r>
              <a:rPr lang="en-CA" dirty="0"/>
              <a:t>Word Embeddings improve by ORDERS OF MAGNITUDE </a:t>
            </a:r>
            <a:r>
              <a:rPr lang="en-CA"/>
              <a:t>several text-as-data tasks.</a:t>
            </a:r>
            <a:endParaRPr lang="en-CA" dirty="0"/>
          </a:p>
          <a:p>
            <a:pPr lvl="1"/>
            <a:r>
              <a:rPr lang="en-CA" dirty="0"/>
              <a:t>Allows to deal with unseen words.</a:t>
            </a:r>
          </a:p>
          <a:p>
            <a:pPr lvl="1"/>
            <a:r>
              <a:rPr lang="en-CA" dirty="0"/>
              <a:t>Form the core idea of state-of-the-art models, such as LLMs.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7102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1E175-CB29-64EF-593E-697C2FE0F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F04C4-D972-F7C5-96E0-E021216F3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understand how we get these wonderful word embeddings, we need to first understand, if only intuitively, how neural networks work. </a:t>
            </a:r>
          </a:p>
        </p:txBody>
      </p:sp>
    </p:spTree>
    <p:extLst>
      <p:ext uri="{BB962C8B-B14F-4D97-AF65-F5344CB8AC3E}">
        <p14:creationId xmlns:p14="http://schemas.microsoft.com/office/powerpoint/2010/main" val="31156887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14FD-0BA5-356C-E1FA-25B5C6E89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How do Neural network work?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4D32A-4747-65DE-6DAE-D2D4FAC13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3932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62F6-7FE1-8B9E-FAF7-1FB4A02C5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DFD4A-3B06-E315-5D14-D0F710680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First, let’s watch a little intro video</a:t>
            </a:r>
            <a:r>
              <a:rPr lang="en-US" dirty="0">
                <a:sym typeface="Wingdings" pitchFamily="2" charset="2"/>
              </a:rPr>
              <a:t> (YEY): </a:t>
            </a:r>
            <a:r>
              <a:rPr lang="en-US" dirty="0">
                <a:sym typeface="Wingdings" pitchFamily="2" charset="2"/>
                <a:hlinkClick r:id="rId2"/>
              </a:rPr>
              <a:t>https://www.youtube.com/watch?v=aircAruvnKk</a:t>
            </a:r>
            <a:r>
              <a:rPr lang="en-US" dirty="0">
                <a:sym typeface="Wingdings" pitchFamily="2" charset="2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8383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040B-00B0-1630-A707-F10B385C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DB1BF-82A6-5D19-F5FE-E96016A8E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Now, let’s go to our Week 8 code… </a:t>
            </a:r>
          </a:p>
        </p:txBody>
      </p:sp>
    </p:spTree>
    <p:extLst>
      <p:ext uri="{BB962C8B-B14F-4D97-AF65-F5344CB8AC3E}">
        <p14:creationId xmlns:p14="http://schemas.microsoft.com/office/powerpoint/2010/main" val="14777389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9523A-7A94-2B5E-5465-F183CD78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BE08C-91B5-D79C-2E99-DC9113491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we have a clearer understanding (hopefully) of how a neural network works, let’s look at the basics of word embeddings. </a:t>
            </a:r>
          </a:p>
        </p:txBody>
      </p:sp>
    </p:spTree>
    <p:extLst>
      <p:ext uri="{BB962C8B-B14F-4D97-AF65-F5344CB8AC3E}">
        <p14:creationId xmlns:p14="http://schemas.microsoft.com/office/powerpoint/2010/main" val="2837241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896D7-5AB6-8CAA-879C-C997692F6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DD610-42D3-8ACF-70AF-D9F6C6CBA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(Now for </a:t>
            </a:r>
            <a:r>
              <a:rPr lang="en-US" dirty="0" err="1"/>
              <a:t>realsies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885680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DC1A-183F-D64A-0984-5E90D6A5E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2923A-BFBA-7E5A-BEFD-F201B39E6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BoW</a:t>
            </a:r>
            <a:r>
              <a:rPr lang="en-US" dirty="0"/>
              <a:t> approaches rely on a deeply limited theory of language. </a:t>
            </a:r>
          </a:p>
          <a:p>
            <a:r>
              <a:rPr lang="en-US" dirty="0"/>
              <a:t>The core idea behind word embeddings is the distributional hypothesis of language: “you shall know a word by the company it keeps’’. </a:t>
            </a:r>
          </a:p>
        </p:txBody>
      </p:sp>
    </p:spTree>
    <p:extLst>
      <p:ext uri="{BB962C8B-B14F-4D97-AF65-F5344CB8AC3E}">
        <p14:creationId xmlns:p14="http://schemas.microsoft.com/office/powerpoint/2010/main" val="41394550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Context window">
            <a:extLst>
              <a:ext uri="{FF2B5EF4-FFF2-40B4-BE49-F238E27FC236}">
                <a16:creationId xmlns:a16="http://schemas.microsoft.com/office/drawing/2014/main" id="{E59324E0-99F6-ABA2-F22A-A3808D133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335" y="1668858"/>
            <a:ext cx="10587330" cy="3520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49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3A1C-3BF7-59F4-6FBE-7952B7406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5E302-D3C8-849C-CBB6-D3282F5C1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choose a context window and create a co-occurrence matrix. For example, with a context window of two: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3778FA-7C45-4ECE-B1D8-03832FBB7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394451"/>
              </p:ext>
            </p:extLst>
          </p:nvPr>
        </p:nvGraphicFramePr>
        <p:xfrm>
          <a:off x="2276839" y="3138055"/>
          <a:ext cx="8127999" cy="333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21526137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11291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104463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9495024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7799165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72834743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33473150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035611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9915514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jumps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lazy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388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2643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43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522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jumps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15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039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686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lazy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026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6879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3354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F2FF4F2-5ED9-8FA7-BF68-30441F249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26791" y="796343"/>
            <a:ext cx="7338418" cy="526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22135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9195-DB9A-6E49-CC7E-BB1DF53F1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7C757F-DEDE-BAB2-E2F7-9843236E8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490" t="14586" r="4102" b="3127"/>
          <a:stretch/>
        </p:blipFill>
        <p:spPr>
          <a:xfrm>
            <a:off x="2779829" y="1491343"/>
            <a:ext cx="7235028" cy="459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832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7490-9506-79D3-2425-6EB55881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but for corpora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2BA4FD1-A442-EE01-90A2-81AA151925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60" t="51034" r="13914" b="4553"/>
          <a:stretch/>
        </p:blipFill>
        <p:spPr>
          <a:xfrm>
            <a:off x="2127834" y="1249683"/>
            <a:ext cx="8426009" cy="3733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/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/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/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772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7490-9506-79D3-2425-6EB55881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but for corpora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2BA4FD1-A442-EE01-90A2-81AA151925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60" t="51034" r="13914" b="4553"/>
          <a:stretch/>
        </p:blipFill>
        <p:spPr>
          <a:xfrm>
            <a:off x="2127834" y="1249683"/>
            <a:ext cx="8426009" cy="3733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/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/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/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221A32D9-0459-423C-AF32-3CAC354ABB48}"/>
              </a:ext>
            </a:extLst>
          </p:cNvPr>
          <p:cNvSpPr/>
          <p:nvPr/>
        </p:nvSpPr>
        <p:spPr>
          <a:xfrm>
            <a:off x="5203371" y="2460171"/>
            <a:ext cx="783772" cy="2612572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D4A31D-1B80-4F40-C8D2-34070D429F8C}"/>
              </a:ext>
            </a:extLst>
          </p:cNvPr>
          <p:cNvGrpSpPr/>
          <p:nvPr/>
        </p:nvGrpSpPr>
        <p:grpSpPr>
          <a:xfrm>
            <a:off x="4781571" y="5043240"/>
            <a:ext cx="692640" cy="797400"/>
            <a:chOff x="4781571" y="5043240"/>
            <a:chExt cx="692640" cy="79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14:cNvPr>
                <p14:cNvContentPartPr/>
                <p14:nvPr/>
              </p14:nvContentPartPr>
              <p14:xfrm>
                <a:off x="4781571" y="5051880"/>
                <a:ext cx="571680" cy="788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75451" y="5045760"/>
                  <a:ext cx="58392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14:cNvPr>
                <p14:cNvContentPartPr/>
                <p14:nvPr/>
              </p14:nvContentPartPr>
              <p14:xfrm>
                <a:off x="5230851" y="5043240"/>
                <a:ext cx="243360" cy="175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24731" y="5037120"/>
                  <a:ext cx="25560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B87D25-FB04-4486-A868-7A21ADDA57F7}"/>
                  </a:ext>
                </a:extLst>
              </p:cNvPr>
              <p:cNvSpPr txBox="1"/>
              <p:nvPr/>
            </p:nvSpPr>
            <p:spPr>
              <a:xfrm>
                <a:off x="2778406" y="5849280"/>
                <a:ext cx="522259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Garamond" panose="02020404030301010803" pitchFamily="18" charset="0"/>
                  </a:rPr>
                  <a:t>What weights do I need to add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𝑤𝑜𝑟𝑑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CA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Garamond" panose="02020404030301010803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𝑤𝑜𝑟𝑑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>
                    <a:latin typeface="Garamond" panose="02020404030301010803" pitchFamily="18" charset="0"/>
                  </a:rPr>
                  <a:t> to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𝑤𝑜𝑟𝑑</m:t>
                        </m:r>
                      </m:e>
                      <m:sub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Garamond" panose="02020404030301010803" pitchFamily="18" charset="0"/>
                  </a:rPr>
                  <a:t>? What would you do?</a:t>
                </a:r>
              </a:p>
              <a:p>
                <a:endParaRPr lang="en-US" dirty="0">
                  <a:latin typeface="Garamond" panose="02020404030301010803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B87D25-FB04-4486-A868-7A21ADDA5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406" y="5849280"/>
                <a:ext cx="5222594" cy="1200329"/>
              </a:xfrm>
              <a:prstGeom prst="rect">
                <a:avLst/>
              </a:prstGeom>
              <a:blipFill>
                <a:blip r:embed="rId10"/>
                <a:stretch>
                  <a:fillRect l="-969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3585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7490-9506-79D3-2425-6EB55881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but for corpora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2BA4FD1-A442-EE01-90A2-81AA151925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60" t="51034" r="13914" b="4553"/>
          <a:stretch/>
        </p:blipFill>
        <p:spPr>
          <a:xfrm>
            <a:off x="2127834" y="1249683"/>
            <a:ext cx="8426009" cy="3733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/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/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/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221A32D9-0459-423C-AF32-3CAC354ABB48}"/>
              </a:ext>
            </a:extLst>
          </p:cNvPr>
          <p:cNvSpPr/>
          <p:nvPr/>
        </p:nvSpPr>
        <p:spPr>
          <a:xfrm>
            <a:off x="5203371" y="2460171"/>
            <a:ext cx="783772" cy="2612572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D4A31D-1B80-4F40-C8D2-34070D429F8C}"/>
              </a:ext>
            </a:extLst>
          </p:cNvPr>
          <p:cNvGrpSpPr/>
          <p:nvPr/>
        </p:nvGrpSpPr>
        <p:grpSpPr>
          <a:xfrm>
            <a:off x="4781571" y="5043240"/>
            <a:ext cx="692640" cy="797400"/>
            <a:chOff x="4781571" y="5043240"/>
            <a:chExt cx="692640" cy="79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14:cNvPr>
                <p14:cNvContentPartPr/>
                <p14:nvPr/>
              </p14:nvContentPartPr>
              <p14:xfrm>
                <a:off x="4781571" y="5051880"/>
                <a:ext cx="571680" cy="788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75451" y="5045760"/>
                  <a:ext cx="58392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14:cNvPr>
                <p14:cNvContentPartPr/>
                <p14:nvPr/>
              </p14:nvContentPartPr>
              <p14:xfrm>
                <a:off x="5230851" y="5043240"/>
                <a:ext cx="243360" cy="175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24731" y="5037120"/>
                  <a:ext cx="25560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B87D25-FB04-4486-A868-7A21ADDA57F7}"/>
                  </a:ext>
                </a:extLst>
              </p:cNvPr>
              <p:cNvSpPr txBox="1"/>
              <p:nvPr/>
            </p:nvSpPr>
            <p:spPr>
              <a:xfrm>
                <a:off x="1741715" y="5849280"/>
                <a:ext cx="691242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latin typeface="Garamond" panose="02020404030301010803" pitchFamily="18" charset="0"/>
                  </a:rPr>
                  <a:t>Yes, you predict different values for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Garamond" panose="02020404030301010803" pitchFamily="18" charset="0"/>
                  </a:rPr>
                  <a:t> while minimizing </a:t>
                </a:r>
                <a:r>
                  <a:rPr lang="en-US" i="1" dirty="0">
                    <a:latin typeface="Garamond" panose="02020404030301010803" pitchFamily="18" charset="0"/>
                  </a:rPr>
                  <a:t>loss*</a:t>
                </a:r>
                <a:r>
                  <a:rPr lang="en-US" dirty="0">
                    <a:latin typeface="Garamond" panose="02020404030301010803" pitchFamily="18" charset="0"/>
                  </a:rPr>
                  <a:t> of the neural network (or maximize the predictive power of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Garamond" panose="02020404030301010803" pitchFamily="18" charset="0"/>
                  </a:rPr>
                  <a:t>) . How though?</a:t>
                </a:r>
                <a:endParaRPr lang="en-US" i="1" dirty="0">
                  <a:latin typeface="Garamond" panose="02020404030301010803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B87D25-FB04-4486-A868-7A21ADDA5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715" y="5849280"/>
                <a:ext cx="6912428" cy="1477328"/>
              </a:xfrm>
              <a:prstGeom prst="rect">
                <a:avLst/>
              </a:prstGeom>
              <a:blipFill>
                <a:blip r:embed="rId10"/>
                <a:stretch>
                  <a:fillRect l="-917" t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2060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7490-9506-79D3-2425-6EB55881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but for corpora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2BA4FD1-A442-EE01-90A2-81AA151925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60" t="51034" r="13914" b="4553"/>
          <a:stretch/>
        </p:blipFill>
        <p:spPr>
          <a:xfrm>
            <a:off x="2127834" y="1249683"/>
            <a:ext cx="8426009" cy="3733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/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/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/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221A32D9-0459-423C-AF32-3CAC354ABB48}"/>
              </a:ext>
            </a:extLst>
          </p:cNvPr>
          <p:cNvSpPr/>
          <p:nvPr/>
        </p:nvSpPr>
        <p:spPr>
          <a:xfrm>
            <a:off x="5203371" y="2460171"/>
            <a:ext cx="783772" cy="2612572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D4A31D-1B80-4F40-C8D2-34070D429F8C}"/>
              </a:ext>
            </a:extLst>
          </p:cNvPr>
          <p:cNvGrpSpPr/>
          <p:nvPr/>
        </p:nvGrpSpPr>
        <p:grpSpPr>
          <a:xfrm>
            <a:off x="4781571" y="5043240"/>
            <a:ext cx="692640" cy="797400"/>
            <a:chOff x="4781571" y="5043240"/>
            <a:chExt cx="692640" cy="79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14:cNvPr>
                <p14:cNvContentPartPr/>
                <p14:nvPr/>
              </p14:nvContentPartPr>
              <p14:xfrm>
                <a:off x="4781571" y="5051880"/>
                <a:ext cx="571680" cy="788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75451" y="5045760"/>
                  <a:ext cx="58392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14:cNvPr>
                <p14:cNvContentPartPr/>
                <p14:nvPr/>
              </p14:nvContentPartPr>
              <p14:xfrm>
                <a:off x="5230851" y="5043240"/>
                <a:ext cx="243360" cy="175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24731" y="5037120"/>
                  <a:ext cx="255600" cy="187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FB87D25-FB04-4486-A868-7A21ADDA57F7}"/>
              </a:ext>
            </a:extLst>
          </p:cNvPr>
          <p:cNvSpPr txBox="1"/>
          <p:nvPr/>
        </p:nvSpPr>
        <p:spPr>
          <a:xfrm>
            <a:off x="1741715" y="5849280"/>
            <a:ext cx="69124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Garamond" panose="02020404030301010803" pitchFamily="18" charset="0"/>
              </a:rPr>
              <a:t>Right, again! Using </a:t>
            </a:r>
            <a:r>
              <a:rPr lang="en-CA" sz="1800" i="1" dirty="0">
                <a:effectLst/>
                <a:latin typeface="Garamond" panose="02020404030301010803" pitchFamily="18" charset="0"/>
              </a:rPr>
              <a:t>stochastic gradient descent… </a:t>
            </a:r>
            <a:r>
              <a:rPr lang="en-CA" sz="1800" dirty="0">
                <a:effectLst/>
                <a:latin typeface="Garamond" panose="02020404030301010803" pitchFamily="18" charset="0"/>
              </a:rPr>
              <a:t>think about it like MLE but not MLE (since </a:t>
            </a:r>
            <a:r>
              <a:rPr lang="en-CA" dirty="0">
                <a:latin typeface="Garamond" panose="02020404030301010803" pitchFamily="18" charset="0"/>
              </a:rPr>
              <a:t>maximizing likelihood is a </a:t>
            </a:r>
            <a:r>
              <a:rPr lang="en-CA" i="1" dirty="0">
                <a:latin typeface="Garamond" panose="02020404030301010803" pitchFamily="18" charset="0"/>
              </a:rPr>
              <a:t>method of finding the parameters</a:t>
            </a:r>
            <a:r>
              <a:rPr lang="en-CA" dirty="0">
                <a:latin typeface="Garamond" panose="02020404030301010803" pitchFamily="18" charset="0"/>
              </a:rPr>
              <a:t>, while neural network is the </a:t>
            </a:r>
            <a:r>
              <a:rPr lang="en-CA" i="1" dirty="0">
                <a:latin typeface="Garamond" panose="02020404030301010803" pitchFamily="18" charset="0"/>
              </a:rPr>
              <a:t>function</a:t>
            </a:r>
            <a:r>
              <a:rPr lang="en-CA" dirty="0">
                <a:latin typeface="Garamond" panose="02020404030301010803" pitchFamily="18" charset="0"/>
              </a:rPr>
              <a:t> defined in terms of those parameters)</a:t>
            </a:r>
            <a:endParaRPr lang="en-US" i="1" dirty="0">
              <a:latin typeface="Garamond" panose="02020404030301010803" pitchFamily="18" charset="0"/>
            </a:endParaRPr>
          </a:p>
          <a:p>
            <a:endParaRPr lang="en-US" i="1" dirty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7771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7490-9506-79D3-2425-6EB55881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but for corpora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2BA4FD1-A442-EE01-90A2-81AA151925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60" t="51034" r="13914" b="4553"/>
          <a:stretch/>
        </p:blipFill>
        <p:spPr>
          <a:xfrm>
            <a:off x="2127834" y="1249683"/>
            <a:ext cx="8426009" cy="3733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/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/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/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221A32D9-0459-423C-AF32-3CAC354ABB48}"/>
              </a:ext>
            </a:extLst>
          </p:cNvPr>
          <p:cNvSpPr/>
          <p:nvPr/>
        </p:nvSpPr>
        <p:spPr>
          <a:xfrm>
            <a:off x="5203371" y="2460171"/>
            <a:ext cx="783772" cy="2612572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D4A31D-1B80-4F40-C8D2-34070D429F8C}"/>
              </a:ext>
            </a:extLst>
          </p:cNvPr>
          <p:cNvGrpSpPr/>
          <p:nvPr/>
        </p:nvGrpSpPr>
        <p:grpSpPr>
          <a:xfrm>
            <a:off x="4781571" y="5043240"/>
            <a:ext cx="692640" cy="797400"/>
            <a:chOff x="4781571" y="5043240"/>
            <a:chExt cx="692640" cy="79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14:cNvPr>
                <p14:cNvContentPartPr/>
                <p14:nvPr/>
              </p14:nvContentPartPr>
              <p14:xfrm>
                <a:off x="4781571" y="5051880"/>
                <a:ext cx="571680" cy="788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75451" y="5045760"/>
                  <a:ext cx="58392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14:cNvPr>
                <p14:cNvContentPartPr/>
                <p14:nvPr/>
              </p14:nvContentPartPr>
              <p14:xfrm>
                <a:off x="5230851" y="5043240"/>
                <a:ext cx="243360" cy="175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24731" y="5037120"/>
                  <a:ext cx="255600" cy="187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FB87D25-FB04-4486-A868-7A21ADDA57F7}"/>
              </a:ext>
            </a:extLst>
          </p:cNvPr>
          <p:cNvSpPr txBox="1"/>
          <p:nvPr/>
        </p:nvSpPr>
        <p:spPr>
          <a:xfrm>
            <a:off x="3458818" y="5883965"/>
            <a:ext cx="27214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Garamond" panose="02020404030301010803" pitchFamily="18" charset="0"/>
              </a:rPr>
              <a:t>That’s the word embedding!</a:t>
            </a:r>
            <a:endParaRPr lang="en-US" i="1" dirty="0">
              <a:latin typeface="Garamond" panose="02020404030301010803" pitchFamily="18" charset="0"/>
            </a:endParaRPr>
          </a:p>
          <a:p>
            <a:endParaRPr lang="en-US" i="1" dirty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2570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62A07-98CD-1460-3F0B-2D90B3D6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word2vec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2DD4A4-08B5-CE0A-C863-0A771FAF7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180" y="1743280"/>
            <a:ext cx="7408076" cy="4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5200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5E70B-F2A6-341D-0803-784DD957D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C48218-E4CE-5F97-5133-188BB78FE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930" y="1803811"/>
            <a:ext cx="7542139" cy="325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675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E0C26-C698-5A67-F4D7-696CA01C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2047C6-1E68-565A-8A9F-72103CA88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587" y="2279353"/>
            <a:ext cx="7886826" cy="229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5798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15870-6DB7-14C3-7F66-1A062F87E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2B4EF7-217C-A0D5-42B8-ED10DA4B5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635" y="1462436"/>
            <a:ext cx="6388730" cy="393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999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14FD-0BA5-356C-E1FA-25B5C6E89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4D32A-4747-65DE-6DAE-D2D4FAC13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920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03C8-5CA6-F186-3E3A-3AB02C69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similarity: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5CDAD-A67F-CA18-F862-7D3AF6688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embedding have nice and intuitive algebraic properties. Thus: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D9E808-B81E-D5A9-0735-6B6585DE5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340" y="3429000"/>
            <a:ext cx="5771320" cy="77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495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F6927-0829-9CAC-3D14-7CB1E5E45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person standing in a doorway&#10;&#10;Description automatically generated">
            <a:extLst>
              <a:ext uri="{FF2B5EF4-FFF2-40B4-BE49-F238E27FC236}">
                <a16:creationId xmlns:a16="http://schemas.microsoft.com/office/drawing/2014/main" id="{EFCB86DC-653F-F214-BA96-C4C08B248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95" y="796343"/>
            <a:ext cx="3725210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125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B2C6-1D3E-12FA-AC67-040818BC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C2D2A-9176-175E-FD4C-CB5E0C930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also means that, even if I get a word that not often used in MY corpus, the computer can infer the meaning by looking at the embeddings of other words that are close by.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0181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7845E-612E-2F97-A211-13F7D8776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F9CFC-67F1-2291-9F25-D41BE967A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words get closer in spaces there are more similar in meaning… as they get farther, they get more different in meaning… </a:t>
            </a:r>
          </a:p>
        </p:txBody>
      </p:sp>
    </p:spTree>
    <p:extLst>
      <p:ext uri="{BB962C8B-B14F-4D97-AF65-F5344CB8AC3E}">
        <p14:creationId xmlns:p14="http://schemas.microsoft.com/office/powerpoint/2010/main" val="28175259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C248D-467F-DE6B-AAEC-93E4C485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640" y="796343"/>
            <a:ext cx="4330720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539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AE00-F8B4-69B9-C643-7B5311FB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use it? /</a:t>
            </a:r>
            <a:br>
              <a:rPr lang="en-US" dirty="0"/>
            </a:br>
            <a:r>
              <a:rPr lang="en-US" dirty="0"/>
              <a:t>Why should we care?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FD176-FC2D-DED5-57AE-DC8593F09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general uses for word embeddings:</a:t>
            </a:r>
          </a:p>
          <a:p>
            <a:pPr lvl="1"/>
            <a:r>
              <a:rPr lang="en-US" dirty="0"/>
              <a:t>Use the (variation in the) position of words in relation to each other to make inferences about meaning, ideology, biases, etc. (i.e., unsupervised learning)</a:t>
            </a:r>
          </a:p>
          <a:p>
            <a:pPr lvl="1"/>
            <a:r>
              <a:rPr lang="en-US" dirty="0"/>
              <a:t>Use pre-trained word embeddings to predict categories in text (i.e., supervised learning)</a:t>
            </a:r>
          </a:p>
        </p:txBody>
      </p:sp>
    </p:spTree>
    <p:extLst>
      <p:ext uri="{BB962C8B-B14F-4D97-AF65-F5344CB8AC3E}">
        <p14:creationId xmlns:p14="http://schemas.microsoft.com/office/powerpoint/2010/main" val="5754939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90A8-C1D0-A91A-678B-3E16F7CDA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Rheault</a:t>
            </a:r>
            <a:r>
              <a:rPr lang="en-US" sz="3200" dirty="0"/>
              <a:t> and Cochrane (2020) – Word Embeddings for the Analysis of Ideological Placement in Parliamentary corpora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7F5D4A0-D942-8A9A-DA5D-B798FFC69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715" y="1874517"/>
            <a:ext cx="6654569" cy="467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1048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B3B84-3E8A-7F45-A5CB-FE63C410B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676" y="796343"/>
            <a:ext cx="8038647" cy="526531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6986CA3-2D26-448F-BBBE-949F05BA89F7}"/>
              </a:ext>
            </a:extLst>
          </p:cNvPr>
          <p:cNvGrpSpPr/>
          <p:nvPr/>
        </p:nvGrpSpPr>
        <p:grpSpPr>
          <a:xfrm>
            <a:off x="6330496" y="4447983"/>
            <a:ext cx="760680" cy="159840"/>
            <a:chOff x="6330496" y="4447983"/>
            <a:chExt cx="760680" cy="15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941FF94-0377-273A-9827-379BF72B3079}"/>
                    </a:ext>
                  </a:extLst>
                </p14:cNvPr>
                <p14:cNvContentPartPr/>
                <p14:nvPr/>
              </p14:nvContentPartPr>
              <p14:xfrm>
                <a:off x="6330496" y="4447983"/>
                <a:ext cx="100800" cy="159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941FF94-0377-273A-9827-379BF72B307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324376" y="4441863"/>
                  <a:ext cx="113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08F722E-C79C-0646-0541-EB270034B1F8}"/>
                    </a:ext>
                  </a:extLst>
                </p14:cNvPr>
                <p14:cNvContentPartPr/>
                <p14:nvPr/>
              </p14:nvContentPartPr>
              <p14:xfrm>
                <a:off x="6367936" y="4449423"/>
                <a:ext cx="723240" cy="104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08F722E-C79C-0646-0541-EB270034B1F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61816" y="4443303"/>
                  <a:ext cx="735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01295D-B833-55F1-0549-D31566DCC398}"/>
                    </a:ext>
                  </a:extLst>
                </p14:cNvPr>
                <p14:cNvContentPartPr/>
                <p14:nvPr/>
              </p14:nvContentPartPr>
              <p14:xfrm>
                <a:off x="6360016" y="4464183"/>
                <a:ext cx="695160" cy="59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01295D-B833-55F1-0549-D31566DCC39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53896" y="4458063"/>
                  <a:ext cx="707400" cy="7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719096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4E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9002B-2F3A-E808-108A-8E8CCDEE2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177" y="796343"/>
            <a:ext cx="6581646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749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81D53A-C316-35AF-9E7C-30BC3880A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748" y="796343"/>
            <a:ext cx="7262503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514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2D553-BA5D-4ADF-4DC8-638CF07B4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Jang et al. (2019) - </a:t>
            </a:r>
            <a:r>
              <a:rPr lang="en-CA" sz="3200" b="1" dirty="0"/>
              <a:t>Word2vec convolutional neural networks for classification of news articles and tweets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47013-F7DB-6BD2-27FE-F11A17371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002" y="2312779"/>
            <a:ext cx="6699996" cy="37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848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86B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1CB839-5334-724B-6525-04AA1F6DC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335" y="1682090"/>
            <a:ext cx="10587330" cy="349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5028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9DF4552-1850-7123-2602-14E372425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335" y="2436440"/>
            <a:ext cx="10587330" cy="1985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0834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AE00-F8B4-69B9-C643-7B5311FB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use it? /</a:t>
            </a:r>
            <a:br>
              <a:rPr lang="en-US" dirty="0"/>
            </a:br>
            <a:r>
              <a:rPr lang="en-US" dirty="0"/>
              <a:t>Why should we care?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FD176-FC2D-DED5-57AE-DC8593F09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general uses for word embeddings:</a:t>
            </a:r>
          </a:p>
          <a:p>
            <a:pPr lvl="1"/>
            <a:r>
              <a:rPr lang="en-US" dirty="0"/>
              <a:t>Use the (variation in the) position of words in relation to each other to make inferences about meaning, ideology, biases, etc. (i.e., unsupervised learning)</a:t>
            </a:r>
          </a:p>
          <a:p>
            <a:pPr lvl="1"/>
            <a:r>
              <a:rPr lang="en-US" dirty="0"/>
              <a:t>Use pre-trained word embeddings to predict categories in text (i.e., supervised learning)</a:t>
            </a:r>
          </a:p>
          <a:p>
            <a:pPr lvl="1"/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But what if we could get EVEN BETTER representations?</a:t>
            </a:r>
          </a:p>
        </p:txBody>
      </p:sp>
    </p:spTree>
    <p:extLst>
      <p:ext uri="{BB962C8B-B14F-4D97-AF65-F5344CB8AC3E}">
        <p14:creationId xmlns:p14="http://schemas.microsoft.com/office/powerpoint/2010/main" val="802978037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3981</TotalTime>
  <Words>1850</Words>
  <Application>Microsoft Macintosh PowerPoint</Application>
  <PresentationFormat>Widescreen</PresentationFormat>
  <Paragraphs>242</Paragraphs>
  <Slides>64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Arial</vt:lpstr>
      <vt:lpstr>Calibri</vt:lpstr>
      <vt:lpstr>Cambria Math</vt:lpstr>
      <vt:lpstr>Garamond</vt:lpstr>
      <vt:lpstr>Gill Sans MT</vt:lpstr>
      <vt:lpstr>Impact</vt:lpstr>
      <vt:lpstr>Wingdings</vt:lpstr>
      <vt:lpstr>Badge</vt:lpstr>
      <vt:lpstr>Introduction to Deep Learning</vt:lpstr>
      <vt:lpstr>Where are we heading?</vt:lpstr>
      <vt:lpstr>PowerPoint Presentation</vt:lpstr>
      <vt:lpstr>PowerPoint Presentation</vt:lpstr>
      <vt:lpstr>Sparce Vectors</vt:lpstr>
      <vt:lpstr>Vector Space Model</vt:lpstr>
      <vt:lpstr>PowerPoint Presentation</vt:lpstr>
      <vt:lpstr>PowerPoint Presentation</vt:lpstr>
      <vt:lpstr>PowerPoint Presentation</vt:lpstr>
      <vt:lpstr>PowerPoint Presentation</vt:lpstr>
      <vt:lpstr>Support Vector Machines (SVM)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Word Embeddings</vt:lpstr>
      <vt:lpstr>PowerPoint Presentation</vt:lpstr>
      <vt:lpstr> </vt:lpstr>
      <vt:lpstr>Distributional Semantics</vt:lpstr>
      <vt:lpstr>PowerPoint Presentation</vt:lpstr>
      <vt:lpstr>PowerPoint Presentation</vt:lpstr>
      <vt:lpstr>Distributional Semantics</vt:lpstr>
      <vt:lpstr>Sparse vs Dense VEctors</vt:lpstr>
      <vt:lpstr>PowerPoint Presentation</vt:lpstr>
      <vt:lpstr>Word Embeddings</vt:lpstr>
      <vt:lpstr>PowerPoint Presentation</vt:lpstr>
      <vt:lpstr>How do Neural network work?</vt:lpstr>
      <vt:lpstr>PowerPoint Presentation</vt:lpstr>
      <vt:lpstr>PowerPoint Presentation</vt:lpstr>
      <vt:lpstr>PowerPoint Presentation</vt:lpstr>
      <vt:lpstr>Word embeddings</vt:lpstr>
      <vt:lpstr>PowerPoint Presentation</vt:lpstr>
      <vt:lpstr>PowerPoint Presentation</vt:lpstr>
      <vt:lpstr>PowerPoint Presentation</vt:lpstr>
      <vt:lpstr>PowerPoint Presentation</vt:lpstr>
      <vt:lpstr>Neural networks…</vt:lpstr>
      <vt:lpstr>… but for corpora</vt:lpstr>
      <vt:lpstr>… but for corpora</vt:lpstr>
      <vt:lpstr>… but for corpora</vt:lpstr>
      <vt:lpstr>… but for corpora</vt:lpstr>
      <vt:lpstr>… but for corpora</vt:lpstr>
      <vt:lpstr>word2vec</vt:lpstr>
      <vt:lpstr>PowerPoint Presentation</vt:lpstr>
      <vt:lpstr>PowerPoint Presentation</vt:lpstr>
      <vt:lpstr>PowerPoint Presentation</vt:lpstr>
      <vt:lpstr>So what?</vt:lpstr>
      <vt:lpstr>Encoding similarity:</vt:lpstr>
      <vt:lpstr>PowerPoint Presentation</vt:lpstr>
      <vt:lpstr>Automatic Generalization</vt:lpstr>
      <vt:lpstr>Measuring meaning</vt:lpstr>
      <vt:lpstr>PowerPoint Presentation</vt:lpstr>
      <vt:lpstr>How can we use it? / Why should we care?</vt:lpstr>
      <vt:lpstr>Rheault and Cochrane (2020) – Word Embeddings for the Analysis of Ideological Placement in Parliamentary corpora</vt:lpstr>
      <vt:lpstr>PowerPoint Presentation</vt:lpstr>
      <vt:lpstr>PowerPoint Presentation</vt:lpstr>
      <vt:lpstr>PowerPoint Presentation</vt:lpstr>
      <vt:lpstr>Jang et al. (2019) - Word2vec convolutional neural networks for classification of news articles and tweets</vt:lpstr>
      <vt:lpstr>PowerPoint Presentation</vt:lpstr>
      <vt:lpstr>PowerPoint Presentation</vt:lpstr>
      <vt:lpstr>How can we use it? / Why should we care?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Embeddings</dc:title>
  <dc:creator>Sebastian Vallejo Vera</dc:creator>
  <cp:lastModifiedBy>Sebastian Vallejo Vera</cp:lastModifiedBy>
  <cp:revision>2</cp:revision>
  <dcterms:created xsi:type="dcterms:W3CDTF">2024-01-23T17:59:15Z</dcterms:created>
  <dcterms:modified xsi:type="dcterms:W3CDTF">2026-02-23T17:59:38Z</dcterms:modified>
</cp:coreProperties>
</file>
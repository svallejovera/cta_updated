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1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1"/>
  </p:notesMasterIdLst>
  <p:sldIdLst>
    <p:sldId id="292" r:id="rId2"/>
    <p:sldId id="293" r:id="rId3"/>
    <p:sldId id="295" r:id="rId4"/>
    <p:sldId id="294" r:id="rId5"/>
    <p:sldId id="296" r:id="rId6"/>
    <p:sldId id="297" r:id="rId7"/>
    <p:sldId id="298" r:id="rId8"/>
    <p:sldId id="299" r:id="rId9"/>
    <p:sldId id="300" r:id="rId10"/>
    <p:sldId id="301" r:id="rId11"/>
    <p:sldId id="310" r:id="rId12"/>
    <p:sldId id="311" r:id="rId13"/>
    <p:sldId id="312" r:id="rId14"/>
    <p:sldId id="313" r:id="rId15"/>
    <p:sldId id="314" r:id="rId16"/>
    <p:sldId id="315" r:id="rId17"/>
    <p:sldId id="316" r:id="rId18"/>
    <p:sldId id="317" r:id="rId19"/>
    <p:sldId id="302" r:id="rId20"/>
    <p:sldId id="256" r:id="rId21"/>
    <p:sldId id="257" r:id="rId22"/>
    <p:sldId id="258" r:id="rId23"/>
    <p:sldId id="259" r:id="rId24"/>
    <p:sldId id="260" r:id="rId25"/>
    <p:sldId id="290" r:id="rId26"/>
    <p:sldId id="261" r:id="rId27"/>
    <p:sldId id="303" r:id="rId28"/>
    <p:sldId id="304" r:id="rId29"/>
    <p:sldId id="305" r:id="rId30"/>
    <p:sldId id="318" r:id="rId31"/>
    <p:sldId id="262" r:id="rId32"/>
    <p:sldId id="306" r:id="rId33"/>
    <p:sldId id="307" r:id="rId34"/>
    <p:sldId id="309" r:id="rId35"/>
    <p:sldId id="308" r:id="rId36"/>
    <p:sldId id="276" r:id="rId37"/>
    <p:sldId id="277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81" r:id="rId46"/>
    <p:sldId id="263" r:id="rId47"/>
    <p:sldId id="291" r:id="rId48"/>
    <p:sldId id="265" r:id="rId49"/>
    <p:sldId id="266" r:id="rId50"/>
    <p:sldId id="264" r:id="rId51"/>
    <p:sldId id="267" r:id="rId52"/>
    <p:sldId id="268" r:id="rId53"/>
    <p:sldId id="269" r:id="rId54"/>
    <p:sldId id="270" r:id="rId55"/>
    <p:sldId id="271" r:id="rId56"/>
    <p:sldId id="272" r:id="rId57"/>
    <p:sldId id="273" r:id="rId58"/>
    <p:sldId id="274" r:id="rId59"/>
    <p:sldId id="275" r:id="rId6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6F0180-55AE-2D45-B526-53EE1A7A9829}" v="7" dt="2026-02-23T05:26:57.9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012"/>
    <p:restoredTop sz="94711"/>
  </p:normalViewPr>
  <p:slideViewPr>
    <p:cSldViewPr snapToGrid="0">
      <p:cViewPr varScale="1">
        <p:scale>
          <a:sx n="112" d="100"/>
          <a:sy n="112" d="100"/>
        </p:scale>
        <p:origin x="3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bastian Vallejo Vera" userId="661f42ee-5565-49c4-8b1d-325f2d699b91" providerId="ADAL" clId="{A248EEF8-C29E-592E-8CA9-13334A969EB7}"/>
    <pc:docChg chg="undo custSel addSld delSld modSld">
      <pc:chgData name="Sebastian Vallejo Vera" userId="661f42ee-5565-49c4-8b1d-325f2d699b91" providerId="ADAL" clId="{A248EEF8-C29E-592E-8CA9-13334A969EB7}" dt="2026-02-23T05:41:23" v="512" actId="20577"/>
      <pc:docMkLst>
        <pc:docMk/>
      </pc:docMkLst>
      <pc:sldChg chg="modSp mod">
        <pc:chgData name="Sebastian Vallejo Vera" userId="661f42ee-5565-49c4-8b1d-325f2d699b91" providerId="ADAL" clId="{A248EEF8-C29E-592E-8CA9-13334A969EB7}" dt="2026-02-23T05:40:56.810" v="508" actId="27636"/>
        <pc:sldMkLst>
          <pc:docMk/>
          <pc:sldMk cId="3813393298" sldId="262"/>
        </pc:sldMkLst>
        <pc:spChg chg="mod">
          <ac:chgData name="Sebastian Vallejo Vera" userId="661f42ee-5565-49c4-8b1d-325f2d699b91" providerId="ADAL" clId="{A248EEF8-C29E-592E-8CA9-13334A969EB7}" dt="2026-02-23T05:40:56.810" v="508" actId="27636"/>
          <ac:spMkLst>
            <pc:docMk/>
            <pc:sldMk cId="3813393298" sldId="262"/>
            <ac:spMk id="2" creationId="{783E14FD-0BA5-356C-E1FA-25B5C6E89992}"/>
          </ac:spMkLst>
        </pc:spChg>
        <pc:spChg chg="mod">
          <ac:chgData name="Sebastian Vallejo Vera" userId="661f42ee-5565-49c4-8b1d-325f2d699b91" providerId="ADAL" clId="{A248EEF8-C29E-592E-8CA9-13334A969EB7}" dt="2026-02-23T05:07:22.699" v="22" actId="20577"/>
          <ac:spMkLst>
            <pc:docMk/>
            <pc:sldMk cId="3813393298" sldId="262"/>
            <ac:spMk id="4" creationId="{E8E4D32A-4747-65DE-6DAE-D2D4FAC13EB2}"/>
          </ac:spMkLst>
        </pc:spChg>
      </pc:sldChg>
      <pc:sldChg chg="del">
        <pc:chgData name="Sebastian Vallejo Vera" userId="661f42ee-5565-49c4-8b1d-325f2d699b91" providerId="ADAL" clId="{A248EEF8-C29E-592E-8CA9-13334A969EB7}" dt="2026-02-23T05:20:42.703" v="193" actId="2696"/>
        <pc:sldMkLst>
          <pc:docMk/>
          <pc:sldMk cId="2015999046" sldId="278"/>
        </pc:sldMkLst>
      </pc:sldChg>
      <pc:sldChg chg="del">
        <pc:chgData name="Sebastian Vallejo Vera" userId="661f42ee-5565-49c4-8b1d-325f2d699b91" providerId="ADAL" clId="{A248EEF8-C29E-592E-8CA9-13334A969EB7}" dt="2026-02-23T05:20:42.703" v="193" actId="2696"/>
        <pc:sldMkLst>
          <pc:docMk/>
          <pc:sldMk cId="540658145" sldId="280"/>
        </pc:sldMkLst>
      </pc:sldChg>
      <pc:sldChg chg="del">
        <pc:chgData name="Sebastian Vallejo Vera" userId="661f42ee-5565-49c4-8b1d-325f2d699b91" providerId="ADAL" clId="{A248EEF8-C29E-592E-8CA9-13334A969EB7}" dt="2026-02-23T05:20:45.722" v="194" actId="2696"/>
        <pc:sldMkLst>
          <pc:docMk/>
          <pc:sldMk cId="2149789715" sldId="282"/>
        </pc:sldMkLst>
      </pc:sldChg>
      <pc:sldChg chg="modSp mod">
        <pc:chgData name="Sebastian Vallejo Vera" userId="661f42ee-5565-49c4-8b1d-325f2d699b91" providerId="ADAL" clId="{A248EEF8-C29E-592E-8CA9-13334A969EB7}" dt="2026-02-23T05:25:02.719" v="285" actId="5793"/>
        <pc:sldMkLst>
          <pc:docMk/>
          <pc:sldMk cId="1389857942" sldId="301"/>
        </pc:sldMkLst>
        <pc:spChg chg="mod">
          <ac:chgData name="Sebastian Vallejo Vera" userId="661f42ee-5565-49c4-8b1d-325f2d699b91" providerId="ADAL" clId="{A248EEF8-C29E-592E-8CA9-13334A969EB7}" dt="2026-02-23T05:25:02.719" v="285" actId="5793"/>
          <ac:spMkLst>
            <pc:docMk/>
            <pc:sldMk cId="1389857942" sldId="301"/>
            <ac:spMk id="3" creationId="{1393FFBA-8267-1F42-B83D-26F69EC72376}"/>
          </ac:spMkLst>
        </pc:spChg>
      </pc:sldChg>
      <pc:sldChg chg="modSp new mod">
        <pc:chgData name="Sebastian Vallejo Vera" userId="661f42ee-5565-49c4-8b1d-325f2d699b91" providerId="ADAL" clId="{A248EEF8-C29E-592E-8CA9-13334A969EB7}" dt="2026-02-23T05:07:35.536" v="56" actId="20577"/>
        <pc:sldMkLst>
          <pc:docMk/>
          <pc:sldMk cId="1477738954" sldId="306"/>
        </pc:sldMkLst>
        <pc:spChg chg="mod">
          <ac:chgData name="Sebastian Vallejo Vera" userId="661f42ee-5565-49c4-8b1d-325f2d699b91" providerId="ADAL" clId="{A248EEF8-C29E-592E-8CA9-13334A969EB7}" dt="2026-02-23T05:07:35.536" v="56" actId="20577"/>
          <ac:spMkLst>
            <pc:docMk/>
            <pc:sldMk cId="1477738954" sldId="306"/>
            <ac:spMk id="3" creationId="{396DB1BF-82A6-5D19-F5FE-E96016A8E663}"/>
          </ac:spMkLst>
        </pc:spChg>
      </pc:sldChg>
      <pc:sldChg chg="modSp new mod">
        <pc:chgData name="Sebastian Vallejo Vera" userId="661f42ee-5565-49c4-8b1d-325f2d699b91" providerId="ADAL" clId="{A248EEF8-C29E-592E-8CA9-13334A969EB7}" dt="2026-02-23T05:20:52.558" v="197" actId="20577"/>
        <pc:sldMkLst>
          <pc:docMk/>
          <pc:sldMk cId="2837241561" sldId="307"/>
        </pc:sldMkLst>
        <pc:spChg chg="mod">
          <ac:chgData name="Sebastian Vallejo Vera" userId="661f42ee-5565-49c4-8b1d-325f2d699b91" providerId="ADAL" clId="{A248EEF8-C29E-592E-8CA9-13334A969EB7}" dt="2026-02-23T05:20:52.558" v="197" actId="20577"/>
          <ac:spMkLst>
            <pc:docMk/>
            <pc:sldMk cId="2837241561" sldId="307"/>
            <ac:spMk id="3" creationId="{B13BE08C-91B5-D79C-2E99-DC9113491C67}"/>
          </ac:spMkLst>
        </pc:spChg>
      </pc:sldChg>
      <pc:sldChg chg="modSp new mod">
        <pc:chgData name="Sebastian Vallejo Vera" userId="661f42ee-5565-49c4-8b1d-325f2d699b91" providerId="ADAL" clId="{A248EEF8-C29E-592E-8CA9-13334A969EB7}" dt="2026-02-23T05:41:23" v="512" actId="20577"/>
        <pc:sldMkLst>
          <pc:docMk/>
          <pc:sldMk cId="4139455046" sldId="308"/>
        </pc:sldMkLst>
        <pc:spChg chg="mod">
          <ac:chgData name="Sebastian Vallejo Vera" userId="661f42ee-5565-49c4-8b1d-325f2d699b91" providerId="ADAL" clId="{A248EEF8-C29E-592E-8CA9-13334A969EB7}" dt="2026-02-23T05:41:23" v="512" actId="20577"/>
          <ac:spMkLst>
            <pc:docMk/>
            <pc:sldMk cId="4139455046" sldId="308"/>
            <ac:spMk id="3" creationId="{2F12923A-BFBA-7E5A-BEFD-F201B39E62C7}"/>
          </ac:spMkLst>
        </pc:spChg>
      </pc:sldChg>
      <pc:sldChg chg="new">
        <pc:chgData name="Sebastian Vallejo Vera" userId="661f42ee-5565-49c4-8b1d-325f2d699b91" providerId="ADAL" clId="{A248EEF8-C29E-592E-8CA9-13334A969EB7}" dt="2026-02-23T05:21:59.909" v="227" actId="680"/>
        <pc:sldMkLst>
          <pc:docMk/>
          <pc:sldMk cId="788568084" sldId="309"/>
        </pc:sldMkLst>
      </pc:sldChg>
      <pc:sldChg chg="modSp new mod">
        <pc:chgData name="Sebastian Vallejo Vera" userId="661f42ee-5565-49c4-8b1d-325f2d699b91" providerId="ADAL" clId="{A248EEF8-C29E-592E-8CA9-13334A969EB7}" dt="2026-02-23T05:25:16.465" v="315" actId="20577"/>
        <pc:sldMkLst>
          <pc:docMk/>
          <pc:sldMk cId="257810402" sldId="310"/>
        </pc:sldMkLst>
        <pc:spChg chg="mod">
          <ac:chgData name="Sebastian Vallejo Vera" userId="661f42ee-5565-49c4-8b1d-325f2d699b91" providerId="ADAL" clId="{A248EEF8-C29E-592E-8CA9-13334A969EB7}" dt="2026-02-23T05:25:16.465" v="315" actId="20577"/>
          <ac:spMkLst>
            <pc:docMk/>
            <pc:sldMk cId="257810402" sldId="310"/>
            <ac:spMk id="2" creationId="{6EE05EE9-CEE9-32FD-CCB0-BD3DA6E389E2}"/>
          </ac:spMkLst>
        </pc:spChg>
      </pc:sldChg>
      <pc:sldChg chg="addSp delSp modSp add mod setBg delDesignElem">
        <pc:chgData name="Sebastian Vallejo Vera" userId="661f42ee-5565-49c4-8b1d-325f2d699b91" providerId="ADAL" clId="{A248EEF8-C29E-592E-8CA9-13334A969EB7}" dt="2026-02-23T05:26:13.552" v="323" actId="26606"/>
        <pc:sldMkLst>
          <pc:docMk/>
          <pc:sldMk cId="1670864799" sldId="311"/>
        </pc:sldMkLst>
        <pc:spChg chg="add">
          <ac:chgData name="Sebastian Vallejo Vera" userId="661f42ee-5565-49c4-8b1d-325f2d699b91" providerId="ADAL" clId="{A248EEF8-C29E-592E-8CA9-13334A969EB7}" dt="2026-02-23T05:26:13.552" v="323" actId="26606"/>
          <ac:spMkLst>
            <pc:docMk/>
            <pc:sldMk cId="1670864799" sldId="311"/>
            <ac:spMk id="10" creationId="{CE606343-BADE-4565-AB89-E9EF7E253F80}"/>
          </ac:spMkLst>
        </pc:spChg>
        <pc:spChg chg="add">
          <ac:chgData name="Sebastian Vallejo Vera" userId="661f42ee-5565-49c4-8b1d-325f2d699b91" providerId="ADAL" clId="{A248EEF8-C29E-592E-8CA9-13334A969EB7}" dt="2026-02-23T05:26:13.552" v="323" actId="26606"/>
          <ac:spMkLst>
            <pc:docMk/>
            <pc:sldMk cId="1670864799" sldId="311"/>
            <ac:spMk id="12" creationId="{39E183BD-2932-401F-8B53-E247764B376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70864799" sldId="311"/>
            <ac:spMk id="21" creationId="{EE079F42-5C7A-44DD-9E9F-A34795A48F1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70864799" sldId="311"/>
            <ac:spMk id="23" creationId="{09777E15-6D68-4808-AD20-82EA7377F433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70864799" sldId="311"/>
            <ac:spMk id="25" creationId="{CE79CAD8-9F7F-4756-BD12-8463CA4C6F5A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70864799" sldId="311"/>
            <ac:spMk id="27" creationId="{A9923A21-5790-4667-B5C7-ADA793B49933}"/>
          </ac:spMkLst>
        </pc:spChg>
        <pc:picChg chg="mod">
          <ac:chgData name="Sebastian Vallejo Vera" userId="661f42ee-5565-49c4-8b1d-325f2d699b91" providerId="ADAL" clId="{A248EEF8-C29E-592E-8CA9-13334A969EB7}" dt="2026-02-23T05:26:13.552" v="323" actId="26606"/>
          <ac:picMkLst>
            <pc:docMk/>
            <pc:sldMk cId="1670864799" sldId="311"/>
            <ac:picMk id="5" creationId="{B8DD1479-CABC-A595-92A9-DFCAC11065FA}"/>
          </ac:picMkLst>
        </pc:picChg>
      </pc:sldChg>
      <pc:sldChg chg="addSp delSp modSp add mod setBg delDesignElem">
        <pc:chgData name="Sebastian Vallejo Vera" userId="661f42ee-5565-49c4-8b1d-325f2d699b91" providerId="ADAL" clId="{A248EEF8-C29E-592E-8CA9-13334A969EB7}" dt="2026-02-23T05:26:17.233" v="324" actId="26606"/>
        <pc:sldMkLst>
          <pc:docMk/>
          <pc:sldMk cId="16733830" sldId="312"/>
        </pc:sldMkLst>
        <pc:spChg chg="add">
          <ac:chgData name="Sebastian Vallejo Vera" userId="661f42ee-5565-49c4-8b1d-325f2d699b91" providerId="ADAL" clId="{A248EEF8-C29E-592E-8CA9-13334A969EB7}" dt="2026-02-23T05:26:17.233" v="324" actId="26606"/>
          <ac:spMkLst>
            <pc:docMk/>
            <pc:sldMk cId="16733830" sldId="312"/>
            <ac:spMk id="4" creationId="{CE606343-BADE-4565-AB89-E9EF7E253F80}"/>
          </ac:spMkLst>
        </pc:spChg>
        <pc:spChg chg="add">
          <ac:chgData name="Sebastian Vallejo Vera" userId="661f42ee-5565-49c4-8b1d-325f2d699b91" providerId="ADAL" clId="{A248EEF8-C29E-592E-8CA9-13334A969EB7}" dt="2026-02-23T05:26:17.233" v="324" actId="26606"/>
          <ac:spMkLst>
            <pc:docMk/>
            <pc:sldMk cId="16733830" sldId="312"/>
            <ac:spMk id="5" creationId="{39E183BD-2932-401F-8B53-E247764B376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733830" sldId="312"/>
            <ac:spMk id="7" creationId="{EE079F42-5C7A-44DD-9E9F-A34795A48F1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733830" sldId="312"/>
            <ac:spMk id="9" creationId="{09777E15-6D68-4808-AD20-82EA7377F433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733830" sldId="312"/>
            <ac:spMk id="11" creationId="{CE79CAD8-9F7F-4756-BD12-8463CA4C6F5A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733830" sldId="312"/>
            <ac:spMk id="13" creationId="{A9923A21-5790-4667-B5C7-ADA793B49933}"/>
          </ac:spMkLst>
        </pc:spChg>
        <pc:picChg chg="mod">
          <ac:chgData name="Sebastian Vallejo Vera" userId="661f42ee-5565-49c4-8b1d-325f2d699b91" providerId="ADAL" clId="{A248EEF8-C29E-592E-8CA9-13334A969EB7}" dt="2026-02-23T05:26:17.233" v="324" actId="26606"/>
          <ac:picMkLst>
            <pc:docMk/>
            <pc:sldMk cId="16733830" sldId="312"/>
            <ac:picMk id="2" creationId="{9FE884B8-4F33-04B7-4B2E-F804995E5086}"/>
          </ac:picMkLst>
        </pc:picChg>
      </pc:sldChg>
      <pc:sldChg chg="addSp delSp modSp add mod setBg delDesignElem">
        <pc:chgData name="Sebastian Vallejo Vera" userId="661f42ee-5565-49c4-8b1d-325f2d699b91" providerId="ADAL" clId="{A248EEF8-C29E-592E-8CA9-13334A969EB7}" dt="2026-02-23T05:26:19.318" v="325" actId="26606"/>
        <pc:sldMkLst>
          <pc:docMk/>
          <pc:sldMk cId="1694191375" sldId="313"/>
        </pc:sldMkLst>
        <pc:spChg chg="add">
          <ac:chgData name="Sebastian Vallejo Vera" userId="661f42ee-5565-49c4-8b1d-325f2d699b91" providerId="ADAL" clId="{A248EEF8-C29E-592E-8CA9-13334A969EB7}" dt="2026-02-23T05:26:19.318" v="325" actId="26606"/>
          <ac:spMkLst>
            <pc:docMk/>
            <pc:sldMk cId="1694191375" sldId="313"/>
            <ac:spMk id="4" creationId="{CE606343-BADE-4565-AB89-E9EF7E253F80}"/>
          </ac:spMkLst>
        </pc:spChg>
        <pc:spChg chg="add">
          <ac:chgData name="Sebastian Vallejo Vera" userId="661f42ee-5565-49c4-8b1d-325f2d699b91" providerId="ADAL" clId="{A248EEF8-C29E-592E-8CA9-13334A969EB7}" dt="2026-02-23T05:26:19.318" v="325" actId="26606"/>
          <ac:spMkLst>
            <pc:docMk/>
            <pc:sldMk cId="1694191375" sldId="313"/>
            <ac:spMk id="5" creationId="{39E183BD-2932-401F-8B53-E247764B376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94191375" sldId="313"/>
            <ac:spMk id="7" creationId="{EE079F42-5C7A-44DD-9E9F-A34795A48F1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94191375" sldId="313"/>
            <ac:spMk id="9" creationId="{09777E15-6D68-4808-AD20-82EA7377F433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94191375" sldId="313"/>
            <ac:spMk id="11" creationId="{CE79CAD8-9F7F-4756-BD12-8463CA4C6F5A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694191375" sldId="313"/>
            <ac:spMk id="13" creationId="{A9923A21-5790-4667-B5C7-ADA793B49933}"/>
          </ac:spMkLst>
        </pc:spChg>
        <pc:picChg chg="mod">
          <ac:chgData name="Sebastian Vallejo Vera" userId="661f42ee-5565-49c4-8b1d-325f2d699b91" providerId="ADAL" clId="{A248EEF8-C29E-592E-8CA9-13334A969EB7}" dt="2026-02-23T05:26:19.318" v="325" actId="26606"/>
          <ac:picMkLst>
            <pc:docMk/>
            <pc:sldMk cId="1694191375" sldId="313"/>
            <ac:picMk id="2" creationId="{C1CEAA24-1D2B-DF04-A667-AE38B70922BF}"/>
          </ac:picMkLst>
        </pc:picChg>
      </pc:sldChg>
      <pc:sldChg chg="addSp delSp modSp add mod setBg delDesignElem">
        <pc:chgData name="Sebastian Vallejo Vera" userId="661f42ee-5565-49c4-8b1d-325f2d699b91" providerId="ADAL" clId="{A248EEF8-C29E-592E-8CA9-13334A969EB7}" dt="2026-02-23T05:26:22.044" v="326" actId="26606"/>
        <pc:sldMkLst>
          <pc:docMk/>
          <pc:sldMk cId="2707935522" sldId="314"/>
        </pc:sldMkLst>
        <pc:spChg chg="add">
          <ac:chgData name="Sebastian Vallejo Vera" userId="661f42ee-5565-49c4-8b1d-325f2d699b91" providerId="ADAL" clId="{A248EEF8-C29E-592E-8CA9-13334A969EB7}" dt="2026-02-23T05:26:22.044" v="326" actId="26606"/>
          <ac:spMkLst>
            <pc:docMk/>
            <pc:sldMk cId="2707935522" sldId="314"/>
            <ac:spMk id="4" creationId="{CE606343-BADE-4565-AB89-E9EF7E253F80}"/>
          </ac:spMkLst>
        </pc:spChg>
        <pc:spChg chg="add">
          <ac:chgData name="Sebastian Vallejo Vera" userId="661f42ee-5565-49c4-8b1d-325f2d699b91" providerId="ADAL" clId="{A248EEF8-C29E-592E-8CA9-13334A969EB7}" dt="2026-02-23T05:26:22.044" v="326" actId="26606"/>
          <ac:spMkLst>
            <pc:docMk/>
            <pc:sldMk cId="2707935522" sldId="314"/>
            <ac:spMk id="5" creationId="{39E183BD-2932-401F-8B53-E247764B376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2707935522" sldId="314"/>
            <ac:spMk id="7" creationId="{EE079F42-5C7A-44DD-9E9F-A34795A48F1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2707935522" sldId="314"/>
            <ac:spMk id="9" creationId="{09777E15-6D68-4808-AD20-82EA7377F433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2707935522" sldId="314"/>
            <ac:spMk id="11" creationId="{CE79CAD8-9F7F-4756-BD12-8463CA4C6F5A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2707935522" sldId="314"/>
            <ac:spMk id="13" creationId="{A9923A21-5790-4667-B5C7-ADA793B49933}"/>
          </ac:spMkLst>
        </pc:spChg>
        <pc:picChg chg="mod">
          <ac:chgData name="Sebastian Vallejo Vera" userId="661f42ee-5565-49c4-8b1d-325f2d699b91" providerId="ADAL" clId="{A248EEF8-C29E-592E-8CA9-13334A969EB7}" dt="2026-02-23T05:26:22.044" v="326" actId="26606"/>
          <ac:picMkLst>
            <pc:docMk/>
            <pc:sldMk cId="2707935522" sldId="314"/>
            <ac:picMk id="2" creationId="{255622C2-0556-71DD-9539-9DF68975BC1E}"/>
          </ac:picMkLst>
        </pc:picChg>
      </pc:sldChg>
      <pc:sldChg chg="addSp delSp modSp add mod setBg delDesignElem">
        <pc:chgData name="Sebastian Vallejo Vera" userId="661f42ee-5565-49c4-8b1d-325f2d699b91" providerId="ADAL" clId="{A248EEF8-C29E-592E-8CA9-13334A969EB7}" dt="2026-02-23T05:26:36.411" v="330" actId="1076"/>
        <pc:sldMkLst>
          <pc:docMk/>
          <pc:sldMk cId="3753786922" sldId="315"/>
        </pc:sldMkLst>
        <pc:spChg chg="del">
          <ac:chgData name="Sebastian Vallejo Vera" userId="661f42ee-5565-49c4-8b1d-325f2d699b91" providerId="ADAL" clId="{A248EEF8-C29E-592E-8CA9-13334A969EB7}" dt="2026-02-23T05:26:29.158" v="327" actId="21"/>
          <ac:spMkLst>
            <pc:docMk/>
            <pc:sldMk cId="3753786922" sldId="315"/>
            <ac:spMk id="3" creationId="{AD995D6C-DAF3-5825-4B83-1355BF546DE8}"/>
          </ac:spMkLst>
        </pc:spChg>
        <pc:spChg chg="add">
          <ac:chgData name="Sebastian Vallejo Vera" userId="661f42ee-5565-49c4-8b1d-325f2d699b91" providerId="ADAL" clId="{A248EEF8-C29E-592E-8CA9-13334A969EB7}" dt="2026-02-23T05:26:32.602" v="328" actId="26606"/>
          <ac:spMkLst>
            <pc:docMk/>
            <pc:sldMk cId="3753786922" sldId="315"/>
            <ac:spMk id="4" creationId="{CE606343-BADE-4565-AB89-E9EF7E253F80}"/>
          </ac:spMkLst>
        </pc:spChg>
        <pc:spChg chg="add">
          <ac:chgData name="Sebastian Vallejo Vera" userId="661f42ee-5565-49c4-8b1d-325f2d699b91" providerId="ADAL" clId="{A248EEF8-C29E-592E-8CA9-13334A969EB7}" dt="2026-02-23T05:26:32.602" v="328" actId="26606"/>
          <ac:spMkLst>
            <pc:docMk/>
            <pc:sldMk cId="3753786922" sldId="315"/>
            <ac:spMk id="5" creationId="{39E183BD-2932-401F-8B53-E247764B376B}"/>
          </ac:spMkLst>
        </pc:spChg>
        <pc:spChg chg="add mod">
          <ac:chgData name="Sebastian Vallejo Vera" userId="661f42ee-5565-49c4-8b1d-325f2d699b91" providerId="ADAL" clId="{A248EEF8-C29E-592E-8CA9-13334A969EB7}" dt="2026-02-23T05:26:36.411" v="330" actId="1076"/>
          <ac:spMkLst>
            <pc:docMk/>
            <pc:sldMk cId="3753786922" sldId="315"/>
            <ac:spMk id="6" creationId="{26BE5522-2969-B8B2-6C09-9B70CCBC5D14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3753786922" sldId="315"/>
            <ac:spMk id="7" creationId="{EE079F42-5C7A-44DD-9E9F-A34795A48F1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3753786922" sldId="315"/>
            <ac:spMk id="9" creationId="{09777E15-6D68-4808-AD20-82EA7377F433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3753786922" sldId="315"/>
            <ac:spMk id="11" creationId="{CE79CAD8-9F7F-4756-BD12-8463CA4C6F5A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3753786922" sldId="315"/>
            <ac:spMk id="13" creationId="{A9923A21-5790-4667-B5C7-ADA793B49933}"/>
          </ac:spMkLst>
        </pc:spChg>
        <pc:picChg chg="mod">
          <ac:chgData name="Sebastian Vallejo Vera" userId="661f42ee-5565-49c4-8b1d-325f2d699b91" providerId="ADAL" clId="{A248EEF8-C29E-592E-8CA9-13334A969EB7}" dt="2026-02-23T05:26:32.602" v="328" actId="26606"/>
          <ac:picMkLst>
            <pc:docMk/>
            <pc:sldMk cId="3753786922" sldId="315"/>
            <ac:picMk id="2" creationId="{2708BDF6-29D2-73E8-1592-A6873A74CFA0}"/>
          </ac:picMkLst>
        </pc:picChg>
      </pc:sldChg>
      <pc:sldChg chg="add">
        <pc:chgData name="Sebastian Vallejo Vera" userId="661f42ee-5565-49c4-8b1d-325f2d699b91" providerId="ADAL" clId="{A248EEF8-C29E-592E-8CA9-13334A969EB7}" dt="2026-02-23T05:26:03.666" v="322"/>
        <pc:sldMkLst>
          <pc:docMk/>
          <pc:sldMk cId="3713490733" sldId="316"/>
        </pc:sldMkLst>
      </pc:sldChg>
      <pc:sldChg chg="addSp delSp modSp add mod setBg delDesignElem">
        <pc:chgData name="Sebastian Vallejo Vera" userId="661f42ee-5565-49c4-8b1d-325f2d699b91" providerId="ADAL" clId="{A248EEF8-C29E-592E-8CA9-13334A969EB7}" dt="2026-02-23T05:26:57.991" v="333"/>
        <pc:sldMkLst>
          <pc:docMk/>
          <pc:sldMk cId="1907634939" sldId="317"/>
        </pc:sldMkLst>
        <pc:spChg chg="add mod">
          <ac:chgData name="Sebastian Vallejo Vera" userId="661f42ee-5565-49c4-8b1d-325f2d699b91" providerId="ADAL" clId="{A248EEF8-C29E-592E-8CA9-13334A969EB7}" dt="2026-02-23T05:26:57.991" v="333"/>
          <ac:spMkLst>
            <pc:docMk/>
            <pc:sldMk cId="1907634939" sldId="317"/>
            <ac:spMk id="2" creationId="{9F9FDC1D-4F86-1DD6-1BF4-D2246289E78A}"/>
          </ac:spMkLst>
        </pc:spChg>
        <pc:spChg chg="del">
          <ac:chgData name="Sebastian Vallejo Vera" userId="661f42ee-5565-49c4-8b1d-325f2d699b91" providerId="ADAL" clId="{A248EEF8-C29E-592E-8CA9-13334A969EB7}" dt="2026-02-23T05:26:53.955" v="331" actId="21"/>
          <ac:spMkLst>
            <pc:docMk/>
            <pc:sldMk cId="1907634939" sldId="317"/>
            <ac:spMk id="7" creationId="{F36A0EBA-D6A9-B299-2FBE-117904C5085C}"/>
          </ac:spMkLst>
        </pc:spChg>
        <pc:spChg chg="add">
          <ac:chgData name="Sebastian Vallejo Vera" userId="661f42ee-5565-49c4-8b1d-325f2d699b91" providerId="ADAL" clId="{A248EEF8-C29E-592E-8CA9-13334A969EB7}" dt="2026-02-23T05:26:56.952" v="332" actId="26606"/>
          <ac:spMkLst>
            <pc:docMk/>
            <pc:sldMk cId="1907634939" sldId="317"/>
            <ac:spMk id="8" creationId="{CE606343-BADE-4565-AB89-E9EF7E253F80}"/>
          </ac:spMkLst>
        </pc:spChg>
        <pc:spChg chg="add">
          <ac:chgData name="Sebastian Vallejo Vera" userId="661f42ee-5565-49c4-8b1d-325f2d699b91" providerId="ADAL" clId="{A248EEF8-C29E-592E-8CA9-13334A969EB7}" dt="2026-02-23T05:26:56.952" v="332" actId="26606"/>
          <ac:spMkLst>
            <pc:docMk/>
            <pc:sldMk cId="1907634939" sldId="317"/>
            <ac:spMk id="9" creationId="{39E183BD-2932-401F-8B53-E247764B376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907634939" sldId="317"/>
            <ac:spMk id="11" creationId="{EE079F42-5C7A-44DD-9E9F-A34795A48F1B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907634939" sldId="317"/>
            <ac:spMk id="13" creationId="{09777E15-6D68-4808-AD20-82EA7377F433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907634939" sldId="317"/>
            <ac:spMk id="15" creationId="{CE79CAD8-9F7F-4756-BD12-8463CA4C6F5A}"/>
          </ac:spMkLst>
        </pc:spChg>
        <pc:spChg chg="del">
          <ac:chgData name="Sebastian Vallejo Vera" userId="661f42ee-5565-49c4-8b1d-325f2d699b91" providerId="ADAL" clId="{A248EEF8-C29E-592E-8CA9-13334A969EB7}" dt="2026-02-23T05:26:03.666" v="322"/>
          <ac:spMkLst>
            <pc:docMk/>
            <pc:sldMk cId="1907634939" sldId="317"/>
            <ac:spMk id="17" creationId="{A9923A21-5790-4667-B5C7-ADA793B49933}"/>
          </ac:spMkLst>
        </pc:spChg>
        <pc:picChg chg="mod">
          <ac:chgData name="Sebastian Vallejo Vera" userId="661f42ee-5565-49c4-8b1d-325f2d699b91" providerId="ADAL" clId="{A248EEF8-C29E-592E-8CA9-13334A969EB7}" dt="2026-02-23T05:26:56.952" v="332" actId="26606"/>
          <ac:picMkLst>
            <pc:docMk/>
            <pc:sldMk cId="1907634939" sldId="317"/>
            <ac:picMk id="6" creationId="{DD7046CD-AFBB-E723-B9A2-C6710B2E43C5}"/>
          </ac:picMkLst>
        </pc:picChg>
      </pc:sldChg>
      <pc:sldChg chg="modSp new mod">
        <pc:chgData name="Sebastian Vallejo Vera" userId="661f42ee-5565-49c4-8b1d-325f2d699b91" providerId="ADAL" clId="{A248EEF8-C29E-592E-8CA9-13334A969EB7}" dt="2026-02-23T05:28:03.003" v="500" actId="20577"/>
        <pc:sldMkLst>
          <pc:docMk/>
          <pc:sldMk cId="3115688745" sldId="318"/>
        </pc:sldMkLst>
        <pc:spChg chg="mod">
          <ac:chgData name="Sebastian Vallejo Vera" userId="661f42ee-5565-49c4-8b1d-325f2d699b91" providerId="ADAL" clId="{A248EEF8-C29E-592E-8CA9-13334A969EB7}" dt="2026-02-23T05:28:03.003" v="500" actId="20577"/>
          <ac:spMkLst>
            <pc:docMk/>
            <pc:sldMk cId="3115688745" sldId="318"/>
            <ac:spMk id="3" creationId="{255F04C4-D972-F7C5-96E0-E021216F30E8}"/>
          </ac:spMkLst>
        </pc:spChg>
      </pc:sldChg>
    </pc:docChg>
  </pc:docChgLst>
  <pc:docChgLst>
    <pc:chgData name="Sebastian Vallejo Vera" userId="661f42ee-5565-49c4-8b1d-325f2d699b91" providerId="ADAL" clId="{8C1EFA1F-0339-5164-815E-AFC004A65A72}"/>
    <pc:docChg chg="undo custSel addSld delSld modSld sldOrd">
      <pc:chgData name="Sebastian Vallejo Vera" userId="661f42ee-5565-49c4-8b1d-325f2d699b91" providerId="ADAL" clId="{8C1EFA1F-0339-5164-815E-AFC004A65A72}" dt="2026-02-09T17:55:54.624" v="2224" actId="20577"/>
      <pc:docMkLst>
        <pc:docMk/>
      </pc:docMkLst>
      <pc:sldChg chg="modSp mod chgLayout">
        <pc:chgData name="Sebastian Vallejo Vera" userId="661f42ee-5565-49c4-8b1d-325f2d699b91" providerId="ADAL" clId="{8C1EFA1F-0339-5164-815E-AFC004A65A72}" dt="2026-02-09T17:45:06.667" v="1820" actId="5793"/>
        <pc:sldMkLst>
          <pc:docMk/>
          <pc:sldMk cId="2027135598" sldId="256"/>
        </pc:sldMkLst>
        <pc:spChg chg="mod ord">
          <ac:chgData name="Sebastian Vallejo Vera" userId="661f42ee-5565-49c4-8b1d-325f2d699b91" providerId="ADAL" clId="{8C1EFA1F-0339-5164-815E-AFC004A65A72}" dt="2026-02-09T17:44:36.483" v="1735" actId="700"/>
          <ac:spMkLst>
            <pc:docMk/>
            <pc:sldMk cId="2027135598" sldId="256"/>
            <ac:spMk id="2" creationId="{8AB8C63E-67F9-5D7E-1CE4-2078209BB0BE}"/>
          </ac:spMkLst>
        </pc:spChg>
        <pc:spChg chg="mod ord">
          <ac:chgData name="Sebastian Vallejo Vera" userId="661f42ee-5565-49c4-8b1d-325f2d699b91" providerId="ADAL" clId="{8C1EFA1F-0339-5164-815E-AFC004A65A72}" dt="2026-02-09T17:45:06.667" v="1820" actId="5793"/>
          <ac:spMkLst>
            <pc:docMk/>
            <pc:sldMk cId="2027135598" sldId="256"/>
            <ac:spMk id="3" creationId="{DD2642E0-08CF-C195-82A7-312644A5499D}"/>
          </ac:spMkLst>
        </pc:spChg>
      </pc:sldChg>
      <pc:sldChg chg="modSp mod">
        <pc:chgData name="Sebastian Vallejo Vera" userId="661f42ee-5565-49c4-8b1d-325f2d699b91" providerId="ADAL" clId="{8C1EFA1F-0339-5164-815E-AFC004A65A72}" dt="2026-02-09T17:47:49.184" v="2019" actId="20577"/>
        <pc:sldMkLst>
          <pc:docMk/>
          <pc:sldMk cId="2637700788" sldId="259"/>
        </pc:sldMkLst>
        <pc:spChg chg="mod">
          <ac:chgData name="Sebastian Vallejo Vera" userId="661f42ee-5565-49c4-8b1d-325f2d699b91" providerId="ADAL" clId="{8C1EFA1F-0339-5164-815E-AFC004A65A72}" dt="2026-02-09T17:47:49.184" v="2019" actId="20577"/>
          <ac:spMkLst>
            <pc:docMk/>
            <pc:sldMk cId="2637700788" sldId="259"/>
            <ac:spMk id="2" creationId="{D333CF49-05E7-C23E-86F6-83B3398E9944}"/>
          </ac:spMkLst>
        </pc:spChg>
        <pc:spChg chg="mod">
          <ac:chgData name="Sebastian Vallejo Vera" userId="661f42ee-5565-49c4-8b1d-325f2d699b91" providerId="ADAL" clId="{8C1EFA1F-0339-5164-815E-AFC004A65A72}" dt="2026-02-09T17:46:44.471" v="1971" actId="113"/>
          <ac:spMkLst>
            <pc:docMk/>
            <pc:sldMk cId="2637700788" sldId="259"/>
            <ac:spMk id="3" creationId="{2BE2B4AE-7122-6176-B228-6B80D13F5A6D}"/>
          </ac:spMkLst>
        </pc:spChg>
      </pc:sldChg>
      <pc:sldChg chg="modSp mod">
        <pc:chgData name="Sebastian Vallejo Vera" userId="661f42ee-5565-49c4-8b1d-325f2d699b91" providerId="ADAL" clId="{8C1EFA1F-0339-5164-815E-AFC004A65A72}" dt="2026-02-09T17:49:20.024" v="2069" actId="20577"/>
        <pc:sldMkLst>
          <pc:docMk/>
          <pc:sldMk cId="3289523871" sldId="261"/>
        </pc:sldMkLst>
        <pc:spChg chg="mod">
          <ac:chgData name="Sebastian Vallejo Vera" userId="661f42ee-5565-49c4-8b1d-325f2d699b91" providerId="ADAL" clId="{8C1EFA1F-0339-5164-815E-AFC004A65A72}" dt="2026-02-09T17:47:31.677" v="1995" actId="20577"/>
          <ac:spMkLst>
            <pc:docMk/>
            <pc:sldMk cId="3289523871" sldId="261"/>
            <ac:spMk id="2" creationId="{B6B334E0-5719-2A2B-DF33-2FBBA972F20D}"/>
          </ac:spMkLst>
        </pc:spChg>
        <pc:spChg chg="mod">
          <ac:chgData name="Sebastian Vallejo Vera" userId="661f42ee-5565-49c4-8b1d-325f2d699b91" providerId="ADAL" clId="{8C1EFA1F-0339-5164-815E-AFC004A65A72}" dt="2026-02-09T17:49:20.024" v="2069" actId="20577"/>
          <ac:spMkLst>
            <pc:docMk/>
            <pc:sldMk cId="3289523871" sldId="261"/>
            <ac:spMk id="3" creationId="{9FC0F85F-AA09-DAEA-2469-1E90E21DE796}"/>
          </ac:spMkLst>
        </pc:spChg>
      </pc:sldChg>
      <pc:sldChg chg="addSp modSp new mod ord">
        <pc:chgData name="Sebastian Vallejo Vera" userId="661f42ee-5565-49c4-8b1d-325f2d699b91" providerId="ADAL" clId="{8C1EFA1F-0339-5164-815E-AFC004A65A72}" dt="2026-02-09T17:09:29.468" v="64" actId="1076"/>
        <pc:sldMkLst>
          <pc:docMk/>
          <pc:sldMk cId="302244295" sldId="292"/>
        </pc:sldMkLst>
        <pc:spChg chg="mod">
          <ac:chgData name="Sebastian Vallejo Vera" userId="661f42ee-5565-49c4-8b1d-325f2d699b91" providerId="ADAL" clId="{8C1EFA1F-0339-5164-815E-AFC004A65A72}" dt="2026-02-09T17:08:58.235" v="30" actId="20577"/>
          <ac:spMkLst>
            <pc:docMk/>
            <pc:sldMk cId="302244295" sldId="292"/>
            <ac:spMk id="2" creationId="{1A992F43-D9F1-577F-213C-BA812C0DD1AD}"/>
          </ac:spMkLst>
        </pc:spChg>
        <pc:spChg chg="add mod">
          <ac:chgData name="Sebastian Vallejo Vera" userId="661f42ee-5565-49c4-8b1d-325f2d699b91" providerId="ADAL" clId="{8C1EFA1F-0339-5164-815E-AFC004A65A72}" dt="2026-02-09T17:09:29.468" v="64" actId="1076"/>
          <ac:spMkLst>
            <pc:docMk/>
            <pc:sldMk cId="302244295" sldId="292"/>
            <ac:spMk id="4" creationId="{E98B288A-F028-744F-AE50-C58FF0A82D31}"/>
          </ac:spMkLst>
        </pc:spChg>
      </pc:sldChg>
      <pc:sldChg chg="modSp new mod">
        <pc:chgData name="Sebastian Vallejo Vera" userId="661f42ee-5565-49c4-8b1d-325f2d699b91" providerId="ADAL" clId="{8C1EFA1F-0339-5164-815E-AFC004A65A72}" dt="2026-02-09T17:13:49.183" v="710" actId="5793"/>
        <pc:sldMkLst>
          <pc:docMk/>
          <pc:sldMk cId="3727379737" sldId="293"/>
        </pc:sldMkLst>
        <pc:spChg chg="mod">
          <ac:chgData name="Sebastian Vallejo Vera" userId="661f42ee-5565-49c4-8b1d-325f2d699b91" providerId="ADAL" clId="{8C1EFA1F-0339-5164-815E-AFC004A65A72}" dt="2026-02-09T17:10:08.399" v="120" actId="20577"/>
          <ac:spMkLst>
            <pc:docMk/>
            <pc:sldMk cId="3727379737" sldId="293"/>
            <ac:spMk id="2" creationId="{09E04CBF-5A75-14B6-3EA9-D462743E95D4}"/>
          </ac:spMkLst>
        </pc:spChg>
        <pc:spChg chg="mod">
          <ac:chgData name="Sebastian Vallejo Vera" userId="661f42ee-5565-49c4-8b1d-325f2d699b91" providerId="ADAL" clId="{8C1EFA1F-0339-5164-815E-AFC004A65A72}" dt="2026-02-09T17:13:49.183" v="710" actId="5793"/>
          <ac:spMkLst>
            <pc:docMk/>
            <pc:sldMk cId="3727379737" sldId="293"/>
            <ac:spMk id="3" creationId="{C6110B15-915F-EE30-2F98-2BFD41B00710}"/>
          </ac:spMkLst>
        </pc:spChg>
      </pc:sldChg>
      <pc:sldChg chg="modSp new mod">
        <pc:chgData name="Sebastian Vallejo Vera" userId="661f42ee-5565-49c4-8b1d-325f2d699b91" providerId="ADAL" clId="{8C1EFA1F-0339-5164-815E-AFC004A65A72}" dt="2026-02-09T17:19:01.974" v="1237" actId="20577"/>
        <pc:sldMkLst>
          <pc:docMk/>
          <pc:sldMk cId="1084019795" sldId="294"/>
        </pc:sldMkLst>
        <pc:spChg chg="mod">
          <ac:chgData name="Sebastian Vallejo Vera" userId="661f42ee-5565-49c4-8b1d-325f2d699b91" providerId="ADAL" clId="{8C1EFA1F-0339-5164-815E-AFC004A65A72}" dt="2026-02-09T17:19:01.974" v="1237" actId="20577"/>
          <ac:spMkLst>
            <pc:docMk/>
            <pc:sldMk cId="1084019795" sldId="294"/>
            <ac:spMk id="3" creationId="{DA4ECB9A-BAFD-EF3E-0435-390A23CFEA2B}"/>
          </ac:spMkLst>
        </pc:spChg>
      </pc:sldChg>
      <pc:sldChg chg="addSp delSp modSp new mod ord setBg">
        <pc:chgData name="Sebastian Vallejo Vera" userId="661f42ee-5565-49c4-8b1d-325f2d699b91" providerId="ADAL" clId="{8C1EFA1F-0339-5164-815E-AFC004A65A72}" dt="2026-02-09T17:15:31.099" v="717" actId="26606"/>
        <pc:sldMkLst>
          <pc:docMk/>
          <pc:sldMk cId="39866397" sldId="295"/>
        </pc:sldMkLst>
        <pc:spChg chg="add">
          <ac:chgData name="Sebastian Vallejo Vera" userId="661f42ee-5565-49c4-8b1d-325f2d699b91" providerId="ADAL" clId="{8C1EFA1F-0339-5164-815E-AFC004A65A72}" dt="2026-02-09T17:15:31.099" v="717" actId="26606"/>
          <ac:spMkLst>
            <pc:docMk/>
            <pc:sldMk cId="39866397" sldId="295"/>
            <ac:spMk id="9" creationId="{CE606343-BADE-4565-AB89-E9EF7E253F80}"/>
          </ac:spMkLst>
        </pc:spChg>
        <pc:spChg chg="add">
          <ac:chgData name="Sebastian Vallejo Vera" userId="661f42ee-5565-49c4-8b1d-325f2d699b91" providerId="ADAL" clId="{8C1EFA1F-0339-5164-815E-AFC004A65A72}" dt="2026-02-09T17:15:31.099" v="717" actId="26606"/>
          <ac:spMkLst>
            <pc:docMk/>
            <pc:sldMk cId="39866397" sldId="295"/>
            <ac:spMk id="11" creationId="{39E183BD-2932-401F-8B53-E247764B376B}"/>
          </ac:spMkLst>
        </pc:spChg>
        <pc:picChg chg="add mod">
          <ac:chgData name="Sebastian Vallejo Vera" userId="661f42ee-5565-49c4-8b1d-325f2d699b91" providerId="ADAL" clId="{8C1EFA1F-0339-5164-815E-AFC004A65A72}" dt="2026-02-09T17:15:31.099" v="717" actId="26606"/>
          <ac:picMkLst>
            <pc:docMk/>
            <pc:sldMk cId="39866397" sldId="295"/>
            <ac:picMk id="4" creationId="{2255F4E5-2094-2B0F-9284-EDE78A404A18}"/>
          </ac:picMkLst>
        </pc:picChg>
      </pc:sldChg>
      <pc:sldChg chg="modSp new mod">
        <pc:chgData name="Sebastian Vallejo Vera" userId="661f42ee-5565-49c4-8b1d-325f2d699b91" providerId="ADAL" clId="{8C1EFA1F-0339-5164-815E-AFC004A65A72}" dt="2026-02-09T17:20:33.608" v="1328" actId="20577"/>
        <pc:sldMkLst>
          <pc:docMk/>
          <pc:sldMk cId="970368605" sldId="296"/>
        </pc:sldMkLst>
        <pc:spChg chg="mod">
          <ac:chgData name="Sebastian Vallejo Vera" userId="661f42ee-5565-49c4-8b1d-325f2d699b91" providerId="ADAL" clId="{8C1EFA1F-0339-5164-815E-AFC004A65A72}" dt="2026-02-09T17:20:33.608" v="1328" actId="20577"/>
          <ac:spMkLst>
            <pc:docMk/>
            <pc:sldMk cId="970368605" sldId="296"/>
            <ac:spMk id="2" creationId="{D46BECCB-A2B6-5441-9391-393BD6D8E8A2}"/>
          </ac:spMkLst>
        </pc:spChg>
      </pc:sldChg>
      <pc:sldChg chg="addSp delSp modSp new mod chgLayout">
        <pc:chgData name="Sebastian Vallejo Vera" userId="661f42ee-5565-49c4-8b1d-325f2d699b91" providerId="ADAL" clId="{8C1EFA1F-0339-5164-815E-AFC004A65A72}" dt="2026-02-09T17:22:43.060" v="1370" actId="20577"/>
        <pc:sldMkLst>
          <pc:docMk/>
          <pc:sldMk cId="3972061486" sldId="297"/>
        </pc:sldMkLst>
        <pc:spChg chg="add mod ord">
          <ac:chgData name="Sebastian Vallejo Vera" userId="661f42ee-5565-49c4-8b1d-325f2d699b91" providerId="ADAL" clId="{8C1EFA1F-0339-5164-815E-AFC004A65A72}" dt="2026-02-09T17:20:41.589" v="1346" actId="20577"/>
          <ac:spMkLst>
            <pc:docMk/>
            <pc:sldMk cId="3972061486" sldId="297"/>
            <ac:spMk id="4" creationId="{5EDA4CBB-4EAE-8848-9AFD-D1A423058DC4}"/>
          </ac:spMkLst>
        </pc:spChg>
        <pc:spChg chg="add mod ord">
          <ac:chgData name="Sebastian Vallejo Vera" userId="661f42ee-5565-49c4-8b1d-325f2d699b91" providerId="ADAL" clId="{8C1EFA1F-0339-5164-815E-AFC004A65A72}" dt="2026-02-09T17:22:43.060" v="1370" actId="20577"/>
          <ac:spMkLst>
            <pc:docMk/>
            <pc:sldMk cId="3972061486" sldId="297"/>
            <ac:spMk id="5" creationId="{580C473B-C0C2-9332-769A-F6B34AF516A1}"/>
          </ac:spMkLst>
        </pc:spChg>
      </pc:sldChg>
      <pc:sldChg chg="modSp new mod">
        <pc:chgData name="Sebastian Vallejo Vera" userId="661f42ee-5565-49c4-8b1d-325f2d699b91" providerId="ADAL" clId="{8C1EFA1F-0339-5164-815E-AFC004A65A72}" dt="2026-02-09T17:25:20.840" v="1434" actId="20577"/>
        <pc:sldMkLst>
          <pc:docMk/>
          <pc:sldMk cId="1011661217" sldId="298"/>
        </pc:sldMkLst>
        <pc:spChg chg="mod">
          <ac:chgData name="Sebastian Vallejo Vera" userId="661f42ee-5565-49c4-8b1d-325f2d699b91" providerId="ADAL" clId="{8C1EFA1F-0339-5164-815E-AFC004A65A72}" dt="2026-02-09T17:25:20.840" v="1434" actId="20577"/>
          <ac:spMkLst>
            <pc:docMk/>
            <pc:sldMk cId="1011661217" sldId="298"/>
            <ac:spMk id="3" creationId="{26232873-B116-B9D6-6E64-E64592FABDB9}"/>
          </ac:spMkLst>
        </pc:spChg>
      </pc:sldChg>
      <pc:sldChg chg="addSp modSp new mod setBg">
        <pc:chgData name="Sebastian Vallejo Vera" userId="661f42ee-5565-49c4-8b1d-325f2d699b91" providerId="ADAL" clId="{8C1EFA1F-0339-5164-815E-AFC004A65A72}" dt="2026-02-09T17:30:40.171" v="1448" actId="14100"/>
        <pc:sldMkLst>
          <pc:docMk/>
          <pc:sldMk cId="3228548075" sldId="299"/>
        </pc:sldMkLst>
        <pc:spChg chg="add">
          <ac:chgData name="Sebastian Vallejo Vera" userId="661f42ee-5565-49c4-8b1d-325f2d699b91" providerId="ADAL" clId="{8C1EFA1F-0339-5164-815E-AFC004A65A72}" dt="2026-02-09T17:29:18.525" v="1439" actId="26606"/>
          <ac:spMkLst>
            <pc:docMk/>
            <pc:sldMk cId="3228548075" sldId="299"/>
            <ac:spMk id="8" creationId="{CE606343-BADE-4565-AB89-E9EF7E253F80}"/>
          </ac:spMkLst>
        </pc:spChg>
        <pc:spChg chg="add">
          <ac:chgData name="Sebastian Vallejo Vera" userId="661f42ee-5565-49c4-8b1d-325f2d699b91" providerId="ADAL" clId="{8C1EFA1F-0339-5164-815E-AFC004A65A72}" dt="2026-02-09T17:29:18.525" v="1439" actId="26606"/>
          <ac:spMkLst>
            <pc:docMk/>
            <pc:sldMk cId="3228548075" sldId="299"/>
            <ac:spMk id="10" creationId="{39E183BD-2932-401F-8B53-E247764B376B}"/>
          </ac:spMkLst>
        </pc:spChg>
        <pc:picChg chg="add mod">
          <ac:chgData name="Sebastian Vallejo Vera" userId="661f42ee-5565-49c4-8b1d-325f2d699b91" providerId="ADAL" clId="{8C1EFA1F-0339-5164-815E-AFC004A65A72}" dt="2026-02-09T17:30:40.171" v="1448" actId="14100"/>
          <ac:picMkLst>
            <pc:docMk/>
            <pc:sldMk cId="3228548075" sldId="299"/>
            <ac:picMk id="3" creationId="{DC093398-9438-81F0-F12B-1CE93CFB1A07}"/>
          </ac:picMkLst>
        </pc:picChg>
        <pc:picChg chg="add mod">
          <ac:chgData name="Sebastian Vallejo Vera" userId="661f42ee-5565-49c4-8b1d-325f2d699b91" providerId="ADAL" clId="{8C1EFA1F-0339-5164-815E-AFC004A65A72}" dt="2026-02-09T17:30:21.617" v="1446" actId="1076"/>
          <ac:picMkLst>
            <pc:docMk/>
            <pc:sldMk cId="3228548075" sldId="299"/>
            <ac:picMk id="4" creationId="{9532A1A2-6D1C-0E39-8215-A51F61341ECF}"/>
          </ac:picMkLst>
        </pc:picChg>
      </pc:sldChg>
      <pc:sldChg chg="addSp delSp modSp new mod setBg">
        <pc:chgData name="Sebastian Vallejo Vera" userId="661f42ee-5565-49c4-8b1d-325f2d699b91" providerId="ADAL" clId="{8C1EFA1F-0339-5164-815E-AFC004A65A72}" dt="2026-02-09T17:33:13.208" v="1490"/>
        <pc:sldMkLst>
          <pc:docMk/>
          <pc:sldMk cId="3099909770" sldId="300"/>
        </pc:sldMkLst>
        <pc:spChg chg="add">
          <ac:chgData name="Sebastian Vallejo Vera" userId="661f42ee-5565-49c4-8b1d-325f2d699b91" providerId="ADAL" clId="{8C1EFA1F-0339-5164-815E-AFC004A65A72}" dt="2026-02-09T17:30:59.667" v="1456" actId="26606"/>
          <ac:spMkLst>
            <pc:docMk/>
            <pc:sldMk cId="3099909770" sldId="300"/>
            <ac:spMk id="8" creationId="{CE606343-BADE-4565-AB89-E9EF7E253F80}"/>
          </ac:spMkLst>
        </pc:spChg>
        <pc:spChg chg="add">
          <ac:chgData name="Sebastian Vallejo Vera" userId="661f42ee-5565-49c4-8b1d-325f2d699b91" providerId="ADAL" clId="{8C1EFA1F-0339-5164-815E-AFC004A65A72}" dt="2026-02-09T17:30:59.667" v="1456" actId="26606"/>
          <ac:spMkLst>
            <pc:docMk/>
            <pc:sldMk cId="3099909770" sldId="300"/>
            <ac:spMk id="10" creationId="{39E183BD-2932-401F-8B53-E247764B376B}"/>
          </ac:spMkLst>
        </pc:spChg>
        <pc:spChg chg="add mod">
          <ac:chgData name="Sebastian Vallejo Vera" userId="661f42ee-5565-49c4-8b1d-325f2d699b91" providerId="ADAL" clId="{8C1EFA1F-0339-5164-815E-AFC004A65A72}" dt="2026-02-09T17:32:31.596" v="1483" actId="571"/>
          <ac:spMkLst>
            <pc:docMk/>
            <pc:sldMk cId="3099909770" sldId="300"/>
            <ac:spMk id="15" creationId="{3BAB3AF2-AD45-7E8F-B9AD-C6E350DC6394}"/>
          </ac:spMkLst>
        </pc:spChg>
        <pc:spChg chg="add mod">
          <ac:chgData name="Sebastian Vallejo Vera" userId="661f42ee-5565-49c4-8b1d-325f2d699b91" providerId="ADAL" clId="{8C1EFA1F-0339-5164-815E-AFC004A65A72}" dt="2026-02-09T17:32:49.730" v="1486" actId="571"/>
          <ac:spMkLst>
            <pc:docMk/>
            <pc:sldMk cId="3099909770" sldId="300"/>
            <ac:spMk id="16" creationId="{D64C1790-B83A-FF56-4A66-20CF3BDE04DA}"/>
          </ac:spMkLst>
        </pc:spChg>
        <pc:grpChg chg="mod">
          <ac:chgData name="Sebastian Vallejo Vera" userId="661f42ee-5565-49c4-8b1d-325f2d699b91" providerId="ADAL" clId="{8C1EFA1F-0339-5164-815E-AFC004A65A72}" dt="2026-02-09T17:32:12.120" v="1469"/>
          <ac:grpSpMkLst>
            <pc:docMk/>
            <pc:sldMk cId="3099909770" sldId="300"/>
            <ac:grpSpMk id="13" creationId="{3CAAAFD0-50E4-28EF-21E0-E8D2D96BA4C6}"/>
          </ac:grpSpMkLst>
        </pc:grpChg>
        <pc:picChg chg="add mod">
          <ac:chgData name="Sebastian Vallejo Vera" userId="661f42ee-5565-49c4-8b1d-325f2d699b91" providerId="ADAL" clId="{8C1EFA1F-0339-5164-815E-AFC004A65A72}" dt="2026-02-09T17:31:17.566" v="1460" actId="14100"/>
          <ac:picMkLst>
            <pc:docMk/>
            <pc:sldMk cId="3099909770" sldId="300"/>
            <ac:picMk id="3" creationId="{0B08E5D8-5861-4284-F6FE-F6293419589D}"/>
          </ac:picMkLst>
        </pc:picChg>
        <pc:inkChg chg="add">
          <ac:chgData name="Sebastian Vallejo Vera" userId="661f42ee-5565-49c4-8b1d-325f2d699b91" providerId="ADAL" clId="{8C1EFA1F-0339-5164-815E-AFC004A65A72}" dt="2026-02-09T17:32:00.872" v="1464" actId="9405"/>
          <ac:inkMkLst>
            <pc:docMk/>
            <pc:sldMk cId="3099909770" sldId="300"/>
            <ac:inkMk id="6" creationId="{50CA88A6-470E-0D36-13C7-4D8CFE8E77E8}"/>
          </ac:inkMkLst>
        </pc:inkChg>
        <pc:inkChg chg="add mod">
          <ac:chgData name="Sebastian Vallejo Vera" userId="661f42ee-5565-49c4-8b1d-325f2d699b91" providerId="ADAL" clId="{8C1EFA1F-0339-5164-815E-AFC004A65A72}" dt="2026-02-09T17:32:12.120" v="1469"/>
          <ac:inkMkLst>
            <pc:docMk/>
            <pc:sldMk cId="3099909770" sldId="300"/>
            <ac:inkMk id="9" creationId="{AF553D97-82F8-18A8-28AC-CD572D0CF890}"/>
          </ac:inkMkLst>
        </pc:inkChg>
        <pc:inkChg chg="add mod">
          <ac:chgData name="Sebastian Vallejo Vera" userId="661f42ee-5565-49c4-8b1d-325f2d699b91" providerId="ADAL" clId="{8C1EFA1F-0339-5164-815E-AFC004A65A72}" dt="2026-02-09T17:32:12.120" v="1469"/>
          <ac:inkMkLst>
            <pc:docMk/>
            <pc:sldMk cId="3099909770" sldId="300"/>
            <ac:inkMk id="11" creationId="{F19DE80B-9215-9BAB-ADBF-ABD403A1F1E5}"/>
          </ac:inkMkLst>
        </pc:inkChg>
        <pc:cxnChg chg="add mod">
          <ac:chgData name="Sebastian Vallejo Vera" userId="661f42ee-5565-49c4-8b1d-325f2d699b91" providerId="ADAL" clId="{8C1EFA1F-0339-5164-815E-AFC004A65A72}" dt="2026-02-09T17:31:48.223" v="1463" actId="693"/>
          <ac:cxnSpMkLst>
            <pc:docMk/>
            <pc:sldMk cId="3099909770" sldId="300"/>
            <ac:cxnSpMk id="5" creationId="{6E57E7A0-067D-C063-043B-15A722860098}"/>
          </ac:cxnSpMkLst>
        </pc:cxnChg>
      </pc:sldChg>
      <pc:sldChg chg="addSp modSp new mod modClrScheme chgLayout">
        <pc:chgData name="Sebastian Vallejo Vera" userId="661f42ee-5565-49c4-8b1d-325f2d699b91" providerId="ADAL" clId="{8C1EFA1F-0339-5164-815E-AFC004A65A72}" dt="2026-02-09T17:38:18.867" v="1649" actId="20577"/>
        <pc:sldMkLst>
          <pc:docMk/>
          <pc:sldMk cId="1389857942" sldId="301"/>
        </pc:sldMkLst>
        <pc:spChg chg="add mod">
          <ac:chgData name="Sebastian Vallejo Vera" userId="661f42ee-5565-49c4-8b1d-325f2d699b91" providerId="ADAL" clId="{8C1EFA1F-0339-5164-815E-AFC004A65A72}" dt="2026-02-09T17:33:27.975" v="1492" actId="700"/>
          <ac:spMkLst>
            <pc:docMk/>
            <pc:sldMk cId="1389857942" sldId="301"/>
            <ac:spMk id="2" creationId="{238B9F85-BE33-05A5-095E-D560AB722A72}"/>
          </ac:spMkLst>
        </pc:spChg>
        <pc:spChg chg="add mod">
          <ac:chgData name="Sebastian Vallejo Vera" userId="661f42ee-5565-49c4-8b1d-325f2d699b91" providerId="ADAL" clId="{8C1EFA1F-0339-5164-815E-AFC004A65A72}" dt="2026-02-09T17:38:18.867" v="1649" actId="20577"/>
          <ac:spMkLst>
            <pc:docMk/>
            <pc:sldMk cId="1389857942" sldId="301"/>
            <ac:spMk id="3" creationId="{1393FFBA-8267-1F42-B83D-26F69EC72376}"/>
          </ac:spMkLst>
        </pc:spChg>
      </pc:sldChg>
      <pc:sldChg chg="modSp new mod">
        <pc:chgData name="Sebastian Vallejo Vera" userId="661f42ee-5565-49c4-8b1d-325f2d699b91" providerId="ADAL" clId="{8C1EFA1F-0339-5164-815E-AFC004A65A72}" dt="2026-02-09T17:44:12.508" v="1733" actId="20577"/>
        <pc:sldMkLst>
          <pc:docMk/>
          <pc:sldMk cId="342743720" sldId="302"/>
        </pc:sldMkLst>
        <pc:spChg chg="mod">
          <ac:chgData name="Sebastian Vallejo Vera" userId="661f42ee-5565-49c4-8b1d-325f2d699b91" providerId="ADAL" clId="{8C1EFA1F-0339-5164-815E-AFC004A65A72}" dt="2026-02-09T17:44:12.508" v="1733" actId="20577"/>
          <ac:spMkLst>
            <pc:docMk/>
            <pc:sldMk cId="342743720" sldId="302"/>
            <ac:spMk id="3" creationId="{27859868-41F3-44B9-DF40-7B888AD61E61}"/>
          </ac:spMkLst>
        </pc:spChg>
      </pc:sldChg>
      <pc:sldChg chg="modSp new mod">
        <pc:chgData name="Sebastian Vallejo Vera" userId="661f42ee-5565-49c4-8b1d-325f2d699b91" providerId="ADAL" clId="{8C1EFA1F-0339-5164-815E-AFC004A65A72}" dt="2026-02-09T17:52:24.102" v="2192" actId="20577"/>
        <pc:sldMkLst>
          <pc:docMk/>
          <pc:sldMk cId="158037784" sldId="303"/>
        </pc:sldMkLst>
        <pc:spChg chg="mod">
          <ac:chgData name="Sebastian Vallejo Vera" userId="661f42ee-5565-49c4-8b1d-325f2d699b91" providerId="ADAL" clId="{8C1EFA1F-0339-5164-815E-AFC004A65A72}" dt="2026-02-09T17:49:45.272" v="2095" actId="20577"/>
          <ac:spMkLst>
            <pc:docMk/>
            <pc:sldMk cId="158037784" sldId="303"/>
            <ac:spMk id="2" creationId="{66268A69-F3DA-23E2-D65F-84005C2ACFDD}"/>
          </ac:spMkLst>
        </pc:spChg>
        <pc:spChg chg="mod">
          <ac:chgData name="Sebastian Vallejo Vera" userId="661f42ee-5565-49c4-8b1d-325f2d699b91" providerId="ADAL" clId="{8C1EFA1F-0339-5164-815E-AFC004A65A72}" dt="2026-02-09T17:52:24.102" v="2192" actId="20577"/>
          <ac:spMkLst>
            <pc:docMk/>
            <pc:sldMk cId="158037784" sldId="303"/>
            <ac:spMk id="3" creationId="{7B0E841B-B1CB-A28D-4766-640B4409B75A}"/>
          </ac:spMkLst>
        </pc:spChg>
      </pc:sldChg>
      <pc:sldChg chg="addSp modSp new mod setBg">
        <pc:chgData name="Sebastian Vallejo Vera" userId="661f42ee-5565-49c4-8b1d-325f2d699b91" providerId="ADAL" clId="{8C1EFA1F-0339-5164-815E-AFC004A65A72}" dt="2026-02-09T17:53:26.704" v="2196" actId="27614"/>
        <pc:sldMkLst>
          <pc:docMk/>
          <pc:sldMk cId="4102074756" sldId="304"/>
        </pc:sldMkLst>
        <pc:spChg chg="add">
          <ac:chgData name="Sebastian Vallejo Vera" userId="661f42ee-5565-49c4-8b1d-325f2d699b91" providerId="ADAL" clId="{8C1EFA1F-0339-5164-815E-AFC004A65A72}" dt="2026-02-09T17:53:18.177" v="2195" actId="26606"/>
          <ac:spMkLst>
            <pc:docMk/>
            <pc:sldMk cId="4102074756" sldId="304"/>
            <ac:spMk id="7" creationId="{CE606343-BADE-4565-AB89-E9EF7E253F80}"/>
          </ac:spMkLst>
        </pc:spChg>
        <pc:spChg chg="add">
          <ac:chgData name="Sebastian Vallejo Vera" userId="661f42ee-5565-49c4-8b1d-325f2d699b91" providerId="ADAL" clId="{8C1EFA1F-0339-5164-815E-AFC004A65A72}" dt="2026-02-09T17:53:18.177" v="2195" actId="26606"/>
          <ac:spMkLst>
            <pc:docMk/>
            <pc:sldMk cId="4102074756" sldId="304"/>
            <ac:spMk id="9" creationId="{39E183BD-2932-401F-8B53-E247764B376B}"/>
          </ac:spMkLst>
        </pc:spChg>
        <pc:picChg chg="add mod">
          <ac:chgData name="Sebastian Vallejo Vera" userId="661f42ee-5565-49c4-8b1d-325f2d699b91" providerId="ADAL" clId="{8C1EFA1F-0339-5164-815E-AFC004A65A72}" dt="2026-02-09T17:53:26.704" v="2196" actId="27614"/>
          <ac:picMkLst>
            <pc:docMk/>
            <pc:sldMk cId="4102074756" sldId="304"/>
            <ac:picMk id="2" creationId="{BD512D99-02C3-74F8-080A-55AE219F9516}"/>
          </ac:picMkLst>
        </pc:picChg>
      </pc:sldChg>
      <pc:sldChg chg="addSp modSp new mod modClrScheme chgLayout">
        <pc:chgData name="Sebastian Vallejo Vera" userId="661f42ee-5565-49c4-8b1d-325f2d699b91" providerId="ADAL" clId="{8C1EFA1F-0339-5164-815E-AFC004A65A72}" dt="2026-02-09T17:55:54.624" v="2224" actId="20577"/>
        <pc:sldMkLst>
          <pc:docMk/>
          <pc:sldMk cId="3650710265" sldId="305"/>
        </pc:sldMkLst>
        <pc:spChg chg="add mod">
          <ac:chgData name="Sebastian Vallejo Vera" userId="661f42ee-5565-49c4-8b1d-325f2d699b91" providerId="ADAL" clId="{8C1EFA1F-0339-5164-815E-AFC004A65A72}" dt="2026-02-09T17:55:12.728" v="2213" actId="20577"/>
          <ac:spMkLst>
            <pc:docMk/>
            <pc:sldMk cId="3650710265" sldId="305"/>
            <ac:spMk id="2" creationId="{DE6A8324-D225-97DD-92C5-6526E1EC1237}"/>
          </ac:spMkLst>
        </pc:spChg>
        <pc:spChg chg="add mod">
          <ac:chgData name="Sebastian Vallejo Vera" userId="661f42ee-5565-49c4-8b1d-325f2d699b91" providerId="ADAL" clId="{8C1EFA1F-0339-5164-815E-AFC004A65A72}" dt="2026-02-09T17:55:54.624" v="2224" actId="20577"/>
          <ac:spMkLst>
            <pc:docMk/>
            <pc:sldMk cId="3650710265" sldId="305"/>
            <ac:spMk id="3" creationId="{561FD05C-C10F-C567-2925-3669BF155776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7:32:00.869"/>
    </inkml:context>
    <inkml:brush xml:id="br0">
      <inkml:brushProperty name="width" value="0.1" units="cm"/>
      <inkml:brushProperty name="height" value="0.1" units="cm"/>
      <inkml:brushProperty name="color" value="#AE198D"/>
      <inkml:brushProperty name="inkEffects" value="galaxy"/>
      <inkml:brushProperty name="anchorX" value="0"/>
      <inkml:brushProperty name="anchorY" value="0"/>
      <inkml:brushProperty name="scaleFactor" value="0.5"/>
    </inkml:brush>
  </inkml:definitions>
  <inkml:trace contextRef="#ctx0" brushRef="#br0">2563 3231 24575,'-97'-1'0,"31"-3"0,3-1 0,-1-2 0,-20-14 0,25 4 0,8-1 0,-1-3 0,-16-7 0,16 7 0,-2-2 0,4 0 0,1 0 0,-35-18 0,37 15 0,1-2 0,-23-13 0,-6-12 0,12 7 0,-3-6 0,3-4 0,-4-14 0,34 33 0,0-2 0,-4-3 0,1-3 0,2-8 0,1-3 0,-9-8 0,2-1 0,6 4 0,1-3-394,-14-22 0,-1-2 394,8 14 0,0-1 0,8 14 0,-1-3 0,2 2 0,-12-21 0,2 2 0,4 8 0,2 1 0,1-4 0,1 2-56,4 10 0,0 0 56,-2-10 0,2-1 0,2 12 0,1 1 0,6 1 0,1 1 0,1 5 0,2 1 0,-5-39 0,5 6 783,6 23-783,4-5 117,-1 19-117,5 11 0,-4 12 0,4 12 0,-2 3 0,1 1 0,1 4 0,1 4 0,1 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7:32:08.736"/>
    </inkml:context>
    <inkml:brush xml:id="br0">
      <inkml:brushProperty name="width" value="0.1" units="cm"/>
      <inkml:brushProperty name="height" value="0.1" units="cm"/>
      <inkml:brushProperty name="color" value="#AE198D"/>
      <inkml:brushProperty name="inkEffects" value="galaxy"/>
      <inkml:brushProperty name="anchorX" value="-25655.07617"/>
      <inkml:brushProperty name="anchorY" value="-33409.57031"/>
      <inkml:brushProperty name="scaleFactor" value="0.5"/>
    </inkml:brush>
  </inkml:definitions>
  <inkml:trace contextRef="#ctx0" brushRef="#br0">0 1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7:32:11.566"/>
    </inkml:context>
    <inkml:brush xml:id="br0">
      <inkml:brushProperty name="width" value="0.1" units="cm"/>
      <inkml:brushProperty name="height" value="0.1" units="cm"/>
      <inkml:brushProperty name="color" value="#AE198D"/>
      <inkml:brushProperty name="inkEffects" value="galaxy"/>
      <inkml:brushProperty name="anchorX" value="-39196.09375"/>
      <inkml:brushProperty name="anchorY" value="-51981.53125"/>
      <inkml:brushProperty name="scaleFactor" value="0.5"/>
    </inkml:brush>
  </inkml:definitions>
  <inkml:trace contextRef="#ctx0" brushRef="#br0">1 995 24575,'0'-96'0,"0"3"0,0 12 0,0-1 0,0 4 0,0 11 0,0 1 0,0 2 0,0 26 0,0-34 0,0 36 0,2-17 0,-1 12 0,2 16 0,-1 1 0,-1 1 0,2 12 0,-3-2 0,5 10 0,-2 1 0,2 0 0,0-1 0,-2 1 0,3-1 0,-5-1 0,4 3 0,-3-5 0,1 3 0,3 0 0,8 6 0,23 15 0,24 13 0,14 17 0,7 1 0,-2 2 0,-10-6 0,-2-3 0,-12-6 0,-7-4 0,-7-6 0,-5-5 0,-2-3 0,0-2 0,7 2 0,-3 1 0,2 4 0,-4-2 0,-8-5 0,5 1 0,-14-5 0,5-3 0,-16-1 0,2-1 0,-6-3 0,0-1 0,-1-2 0,-3-1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4T00:03:41.3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2190 24575,'15'-24'0,"9"1"0,17-28 0,14-13 0,-22 24 0,2-2-2080,7-11 1,4-3 2079,1 5 0,4-2 0,-3 2 0,2-5 0,1-1-475,2 1 0,5-3 0,-6 1 475,-3-4 0,-1-3-1645,5 0 0,4-6 1,-3 3 1644,-1-5 0,0-1 0,-6 8 0,2-4 0,-5 6-326,-4 1 0,-5 4 326,0-1 0,-2 1 654,0 1 0,-3 3-654,9-27 1548,4 4-1548,-17 14 6027,-1 16-6027,-15 17 1274,4 7-1274,-9 12 769,2 8-769,-7-7 0,4 9 0,-4-6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4T00:03:42.7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1 262 10094,'0'5'0,"3"-2"5085,27-12-5085,-5 2 2517,16-18-2517,-5 8 1466,1-4-1466,-3 2 5413,0 3-5413,-4-3 0,-1 0 0,-2 0 0,-9 6 0,5-5 0,-6 9 0,-4-3 0,2 3 0,-6 1 0,2 4 0,-3-3 0,-4 3 0,3 0 0,-6-3 0,5 6 0,-2-2 0,4 3 0,0 0 0,-1 4 0,2 4 0,4 16 0,3 13 0,4 0 0,-3 16 0,3-10 0,-3 13 0,0-7 0,-1-1 0,-6-13 0,-1-5 0,0-8 0,-4-9 0,-1-1 0,-4-4 0,3-4 0,-2-1 0,2-3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4T00:03:41.3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2190 24575,'15'-24'0,"9"1"0,17-28 0,14-13 0,-22 24 0,2-2-2080,7-11 1,4-3 2079,1 5 0,4-2 0,-3 2 0,2-5 0,1-1-475,2 1 0,5-3 0,-6 1 475,-3-4 0,-1-3-1645,5 0 0,4-6 1,-3 3 1644,-1-5 0,0-1 0,-6 8 0,2-4 0,-5 6-326,-4 1 0,-5 4 326,0-1 0,-2 1 654,0 1 0,-3 3-654,9-27 1548,4 4-1548,-17 14 6027,-1 16-6027,-15 17 1274,4 7-1274,-9 12 769,2 8-769,-7-7 0,4 9 0,-4-6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4T00:03:42.7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1 262 10094,'0'5'0,"3"-2"5085,27-12-5085,-5 2 2517,16-18-2517,-5 8 1466,1-4-1466,-3 2 5413,0 3-5413,-4-3 0,-1 0 0,-2 0 0,-9 6 0,5-5 0,-6 9 0,-4-3 0,2 3 0,-6 1 0,2 4 0,-3-3 0,-4 3 0,3 0 0,-6-3 0,5 6 0,-2-2 0,4 3 0,0 0 0,-1 4 0,2 4 0,4 16 0,3 13 0,4 0 0,-3 16 0,3-10 0,-3 13 0,0-7 0,-1-1 0,-6-13 0,-1-5 0,0-8 0,-4-9 0,-1-1 0,-4-4 0,3-4 0,-2-1 0,2-3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4T00:03:41.3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2190 24575,'15'-24'0,"9"1"0,17-28 0,14-13 0,-22 24 0,2-2-2080,7-11 1,4-3 2079,1 5 0,4-2 0,-3 2 0,2-5 0,1-1-475,2 1 0,5-3 0,-6 1 475,-3-4 0,-1-3-1645,5 0 0,4-6 1,-3 3 1644,-1-5 0,0-1 0,-6 8 0,2-4 0,-5 6-326,-4 1 0,-5 4 326,0-1 0,-2 1 654,0 1 0,-3 3-654,9-27 1548,4 4-1548,-17 14 6027,-1 16-6027,-15 17 1274,4 7-1274,-9 12 769,2 8-769,-7-7 0,4 9 0,-4-6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4T00:03:42.7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1 262 10094,'0'5'0,"3"-2"5085,27-12-5085,-5 2 2517,16-18-2517,-5 8 1466,1-4-1466,-3 2 5413,0 3-5413,-4-3 0,-1 0 0,-2 0 0,-9 6 0,5-5 0,-6 9 0,-4-3 0,2 3 0,-6 1 0,2 4 0,-3-3 0,-4 3 0,3 0 0,-6-3 0,5 6 0,-2-2 0,4 3 0,0 0 0,-1 4 0,2 4 0,4 16 0,3 13 0,4 0 0,-3 16 0,3-10 0,-3 13 0,0-7 0,-1-1 0,-6-13 0,-1-5 0,0-8 0,-4-9 0,-1-1 0,-4-4 0,3-4 0,-2-1 0,2-3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4T00:03:41.33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2190 24575,'15'-24'0,"9"1"0,17-28 0,14-13 0,-22 24 0,2-2-2080,7-11 1,4-3 2079,1 5 0,4-2 0,-3 2 0,2-5 0,1-1-475,2 1 0,5-3 0,-6 1 475,-3-4 0,-1-3-1645,5 0 0,4-6 1,-3 3 1644,-1-5 0,0-1 0,-6 8 0,2-4 0,-5 6-326,-4 1 0,-5 4 326,0-1 0,-2 1 654,0 1 0,-3 3-654,9-27 1548,4 4-1548,-17 14 6027,-1 16-6027,-15 17 1274,4 7-1274,-9 12 769,2 8-769,-7-7 0,4 9 0,-4-6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4T00:03:42.7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1 262 10094,'0'5'0,"3"-2"5085,27-12-5085,-5 2 2517,16-18-2517,-5 8 1466,1-4-1466,-3 2 5413,0 3-5413,-4-3 0,-1 0 0,-2 0 0,-9 6 0,5-5 0,-6 9 0,-4-3 0,2 3 0,-6 1 0,2 4 0,-3-3 0,-4 3 0,3 0 0,-6-3 0,5 6 0,-2-2 0,4 3 0,0 0 0,-1 4 0,2 4 0,4 16 0,3 13 0,4 0 0,-3 16 0,3-10 0,-3 13 0,0-7 0,-1-1 0,-6-13 0,-1-5 0,0-8 0,-4-9 0,-1-1 0,-4-4 0,3-4 0,-2-1 0,2-3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3T23:55:02.1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220 1 24575,'-9'4'0,"4"1"0,-4 9 0,4-3 0,-1 3 0,-3-4 0,4-1 0,-4 0 0,-1 1 0,5-1 0,-3 1 0,6-1 0,-11 1 0,10 0 0,-15 0 0,15 0 0,-10 0 0,7-1 0,1 1 0,-4-1 0,4 1 0,-5-5 0,1 3 0,3-2 0,-2 3 0,2-4 0,1 4 0,-3-8 0,6 7 0,-6-7 0,11 4 0,-3-5 0,15 0 0,1 4 0,5 7 0,6 6 0,-5-1 0,5 5 0,-6-4 0,-5-2 0,4 0 0,-10-5 0,5 0 0,-6-1 0,1 1 0,-1-1 0,1-3 0,-5 2 0,4-7 0,-4 3 0,0-4 0,-1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3T23:55:03.7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1 289 24575,'18'0'0,"11"0"0,0 0 0,9 0 0,-3 0 0,14 0 0,-11 0 0,26 0 0,-18 0 0,12 0 0,0 0 0,-6 0 0,6-12 0,-8 10 0,8-10 0,2 6 0,0 5 0,6-5 0,-14 0 0,14-1 0,-21 0 0,12-5 0,-14 5 0,0 0 0,5-4 0,-11 9 0,4-9 0,1 4 0,1 1 0,0-5 0,6 10 0,-13-10 0,5 5 0,-6-1 0,-1-3 0,1 4 0,-1-1 0,1-3 0,-7 4 0,5-6 0,-10 6 0,4-4 0,-11 9 0,3-8 0,-8 7 0,4-7 0,-6 8 0,1-3 0,-1 0 0,1 3 0,-1-4 0,1 5 0,-1-4 0,0 3 0,-4-7 0,3 7 0,-3-3 0,0 0 0,3 3 0,-7-3 0,3 4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1-23T23:55:06.94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1 165 24575,'14'0'0,"7"0"0,2 0 0,10 0 0,2 0 0,-4 0 0,16 0 0,-23 0 0,16 0 0,-23 0 0,9 0 0,-10 0 0,0 0 0,3 0 0,-8 0 0,8 0 0,-8 0 0,2 0 0,-3 0 0,-1 0 0,6 0 0,-4 0 0,8 0 0,3 0 0,7 0 0,5 0 0,1 0 0,6-6 0,-5 5 0,13-5 0,-6 6 0,0-5 0,-1 4 0,-14-9 0,-1 4 0,0 0 0,9 1 0,15 5 0,9 0 0,7 0 0,1 0 0,0 0 0,0 0 0,-8 0 0,-9 0 0,-15 0 0,-3-10 0,-11 8 0,7-9 0,-7 11 0,7 0 0,-7-9 0,5 7 0,-6-8 0,-5 10 0,4-5 0,-9 4 0,3-3 0,-4 4 0,-1 0 0,0-4 0,1 2 0,-2-2 0,1 0 0,0 3 0,0-3 0,0 0 0,1 3 0,-1-3 0,-4-1 0,3 4 0,-3-7 0,4 7 0,-4-7 0,2 7 0,-2-3 0,4 4 0,-4-4 0,-1 3 0,-4-2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219153-B832-5B44-9A3A-9DFABD1DEE08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2ACC54-2DDE-CE4B-B48E-6A5ED4696A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7020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 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C2ACC54-2DDE-CE4B-B48E-6A5ED4696A3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5378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 title="scalloped circle"/>
          <p:cNvSpPr/>
          <p:nvPr/>
        </p:nvSpPr>
        <p:spPr bwMode="auto">
          <a:xfrm>
            <a:off x="3557016" y="630936"/>
            <a:ext cx="5235575" cy="5229225"/>
          </a:xfrm>
          <a:custGeom>
            <a:avLst/>
            <a:gdLst/>
            <a:ahLst/>
            <a:cxnLst/>
            <a:rect l="0" t="0" r="r" b="b"/>
            <a:pathLst>
              <a:path w="3298" h="3294">
                <a:moveTo>
                  <a:pt x="1649" y="0"/>
                </a:moveTo>
                <a:lnTo>
                  <a:pt x="1681" y="3"/>
                </a:lnTo>
                <a:lnTo>
                  <a:pt x="1712" y="11"/>
                </a:lnTo>
                <a:lnTo>
                  <a:pt x="1742" y="23"/>
                </a:lnTo>
                <a:lnTo>
                  <a:pt x="1773" y="38"/>
                </a:lnTo>
                <a:lnTo>
                  <a:pt x="1802" y="55"/>
                </a:lnTo>
                <a:lnTo>
                  <a:pt x="1832" y="73"/>
                </a:lnTo>
                <a:lnTo>
                  <a:pt x="1862" y="89"/>
                </a:lnTo>
                <a:lnTo>
                  <a:pt x="1892" y="105"/>
                </a:lnTo>
                <a:lnTo>
                  <a:pt x="1921" y="117"/>
                </a:lnTo>
                <a:lnTo>
                  <a:pt x="1953" y="125"/>
                </a:lnTo>
                <a:lnTo>
                  <a:pt x="1984" y="129"/>
                </a:lnTo>
                <a:lnTo>
                  <a:pt x="2017" y="129"/>
                </a:lnTo>
                <a:lnTo>
                  <a:pt x="2051" y="127"/>
                </a:lnTo>
                <a:lnTo>
                  <a:pt x="2085" y="123"/>
                </a:lnTo>
                <a:lnTo>
                  <a:pt x="2119" y="118"/>
                </a:lnTo>
                <a:lnTo>
                  <a:pt x="2153" y="114"/>
                </a:lnTo>
                <a:lnTo>
                  <a:pt x="2187" y="111"/>
                </a:lnTo>
                <a:lnTo>
                  <a:pt x="2219" y="112"/>
                </a:lnTo>
                <a:lnTo>
                  <a:pt x="2250" y="116"/>
                </a:lnTo>
                <a:lnTo>
                  <a:pt x="2280" y="125"/>
                </a:lnTo>
                <a:lnTo>
                  <a:pt x="2305" y="138"/>
                </a:lnTo>
                <a:lnTo>
                  <a:pt x="2329" y="155"/>
                </a:lnTo>
                <a:lnTo>
                  <a:pt x="2350" y="175"/>
                </a:lnTo>
                <a:lnTo>
                  <a:pt x="2371" y="198"/>
                </a:lnTo>
                <a:lnTo>
                  <a:pt x="2390" y="222"/>
                </a:lnTo>
                <a:lnTo>
                  <a:pt x="2409" y="247"/>
                </a:lnTo>
                <a:lnTo>
                  <a:pt x="2428" y="272"/>
                </a:lnTo>
                <a:lnTo>
                  <a:pt x="2447" y="296"/>
                </a:lnTo>
                <a:lnTo>
                  <a:pt x="2467" y="319"/>
                </a:lnTo>
                <a:lnTo>
                  <a:pt x="2490" y="339"/>
                </a:lnTo>
                <a:lnTo>
                  <a:pt x="2512" y="357"/>
                </a:lnTo>
                <a:lnTo>
                  <a:pt x="2537" y="371"/>
                </a:lnTo>
                <a:lnTo>
                  <a:pt x="2564" y="383"/>
                </a:lnTo>
                <a:lnTo>
                  <a:pt x="2593" y="393"/>
                </a:lnTo>
                <a:lnTo>
                  <a:pt x="2623" y="402"/>
                </a:lnTo>
                <a:lnTo>
                  <a:pt x="2653" y="410"/>
                </a:lnTo>
                <a:lnTo>
                  <a:pt x="2684" y="418"/>
                </a:lnTo>
                <a:lnTo>
                  <a:pt x="2713" y="427"/>
                </a:lnTo>
                <a:lnTo>
                  <a:pt x="2742" y="437"/>
                </a:lnTo>
                <a:lnTo>
                  <a:pt x="2769" y="449"/>
                </a:lnTo>
                <a:lnTo>
                  <a:pt x="2793" y="464"/>
                </a:lnTo>
                <a:lnTo>
                  <a:pt x="2815" y="482"/>
                </a:lnTo>
                <a:lnTo>
                  <a:pt x="2833" y="504"/>
                </a:lnTo>
                <a:lnTo>
                  <a:pt x="2848" y="528"/>
                </a:lnTo>
                <a:lnTo>
                  <a:pt x="2860" y="555"/>
                </a:lnTo>
                <a:lnTo>
                  <a:pt x="2870" y="584"/>
                </a:lnTo>
                <a:lnTo>
                  <a:pt x="2879" y="613"/>
                </a:lnTo>
                <a:lnTo>
                  <a:pt x="2887" y="644"/>
                </a:lnTo>
                <a:lnTo>
                  <a:pt x="2895" y="674"/>
                </a:lnTo>
                <a:lnTo>
                  <a:pt x="2904" y="704"/>
                </a:lnTo>
                <a:lnTo>
                  <a:pt x="2914" y="733"/>
                </a:lnTo>
                <a:lnTo>
                  <a:pt x="2926" y="760"/>
                </a:lnTo>
                <a:lnTo>
                  <a:pt x="2940" y="785"/>
                </a:lnTo>
                <a:lnTo>
                  <a:pt x="2958" y="807"/>
                </a:lnTo>
                <a:lnTo>
                  <a:pt x="2978" y="830"/>
                </a:lnTo>
                <a:lnTo>
                  <a:pt x="3001" y="850"/>
                </a:lnTo>
                <a:lnTo>
                  <a:pt x="3025" y="869"/>
                </a:lnTo>
                <a:lnTo>
                  <a:pt x="3051" y="888"/>
                </a:lnTo>
                <a:lnTo>
                  <a:pt x="3076" y="907"/>
                </a:lnTo>
                <a:lnTo>
                  <a:pt x="3100" y="926"/>
                </a:lnTo>
                <a:lnTo>
                  <a:pt x="3123" y="947"/>
                </a:lnTo>
                <a:lnTo>
                  <a:pt x="3143" y="968"/>
                </a:lnTo>
                <a:lnTo>
                  <a:pt x="3160" y="992"/>
                </a:lnTo>
                <a:lnTo>
                  <a:pt x="3173" y="1017"/>
                </a:lnTo>
                <a:lnTo>
                  <a:pt x="3182" y="1047"/>
                </a:lnTo>
                <a:lnTo>
                  <a:pt x="3186" y="1078"/>
                </a:lnTo>
                <a:lnTo>
                  <a:pt x="3187" y="1110"/>
                </a:lnTo>
                <a:lnTo>
                  <a:pt x="3184" y="1144"/>
                </a:lnTo>
                <a:lnTo>
                  <a:pt x="3180" y="1178"/>
                </a:lnTo>
                <a:lnTo>
                  <a:pt x="3175" y="1212"/>
                </a:lnTo>
                <a:lnTo>
                  <a:pt x="3171" y="1246"/>
                </a:lnTo>
                <a:lnTo>
                  <a:pt x="3169" y="1280"/>
                </a:lnTo>
                <a:lnTo>
                  <a:pt x="3169" y="1313"/>
                </a:lnTo>
                <a:lnTo>
                  <a:pt x="3173" y="1344"/>
                </a:lnTo>
                <a:lnTo>
                  <a:pt x="3181" y="1375"/>
                </a:lnTo>
                <a:lnTo>
                  <a:pt x="3193" y="1404"/>
                </a:lnTo>
                <a:lnTo>
                  <a:pt x="3209" y="1434"/>
                </a:lnTo>
                <a:lnTo>
                  <a:pt x="3225" y="1464"/>
                </a:lnTo>
                <a:lnTo>
                  <a:pt x="3243" y="1494"/>
                </a:lnTo>
                <a:lnTo>
                  <a:pt x="3260" y="1523"/>
                </a:lnTo>
                <a:lnTo>
                  <a:pt x="3275" y="1554"/>
                </a:lnTo>
                <a:lnTo>
                  <a:pt x="3287" y="1584"/>
                </a:lnTo>
                <a:lnTo>
                  <a:pt x="3295" y="1615"/>
                </a:lnTo>
                <a:lnTo>
                  <a:pt x="3298" y="1647"/>
                </a:lnTo>
                <a:lnTo>
                  <a:pt x="3295" y="1679"/>
                </a:lnTo>
                <a:lnTo>
                  <a:pt x="3287" y="1710"/>
                </a:lnTo>
                <a:lnTo>
                  <a:pt x="3275" y="1740"/>
                </a:lnTo>
                <a:lnTo>
                  <a:pt x="3260" y="1771"/>
                </a:lnTo>
                <a:lnTo>
                  <a:pt x="3243" y="1800"/>
                </a:lnTo>
                <a:lnTo>
                  <a:pt x="3225" y="1830"/>
                </a:lnTo>
                <a:lnTo>
                  <a:pt x="3209" y="1860"/>
                </a:lnTo>
                <a:lnTo>
                  <a:pt x="3193" y="1890"/>
                </a:lnTo>
                <a:lnTo>
                  <a:pt x="3181" y="1919"/>
                </a:lnTo>
                <a:lnTo>
                  <a:pt x="3173" y="1950"/>
                </a:lnTo>
                <a:lnTo>
                  <a:pt x="3169" y="1981"/>
                </a:lnTo>
                <a:lnTo>
                  <a:pt x="3169" y="2014"/>
                </a:lnTo>
                <a:lnTo>
                  <a:pt x="3171" y="2048"/>
                </a:lnTo>
                <a:lnTo>
                  <a:pt x="3175" y="2082"/>
                </a:lnTo>
                <a:lnTo>
                  <a:pt x="3180" y="2116"/>
                </a:lnTo>
                <a:lnTo>
                  <a:pt x="3184" y="2150"/>
                </a:lnTo>
                <a:lnTo>
                  <a:pt x="3187" y="2184"/>
                </a:lnTo>
                <a:lnTo>
                  <a:pt x="3186" y="2216"/>
                </a:lnTo>
                <a:lnTo>
                  <a:pt x="3182" y="2247"/>
                </a:lnTo>
                <a:lnTo>
                  <a:pt x="3173" y="2277"/>
                </a:lnTo>
                <a:lnTo>
                  <a:pt x="3160" y="2302"/>
                </a:lnTo>
                <a:lnTo>
                  <a:pt x="3143" y="2326"/>
                </a:lnTo>
                <a:lnTo>
                  <a:pt x="3123" y="2347"/>
                </a:lnTo>
                <a:lnTo>
                  <a:pt x="3100" y="2368"/>
                </a:lnTo>
                <a:lnTo>
                  <a:pt x="3076" y="2387"/>
                </a:lnTo>
                <a:lnTo>
                  <a:pt x="3051" y="2406"/>
                </a:lnTo>
                <a:lnTo>
                  <a:pt x="3025" y="2425"/>
                </a:lnTo>
                <a:lnTo>
                  <a:pt x="3001" y="2444"/>
                </a:lnTo>
                <a:lnTo>
                  <a:pt x="2978" y="2464"/>
                </a:lnTo>
                <a:lnTo>
                  <a:pt x="2958" y="2487"/>
                </a:lnTo>
                <a:lnTo>
                  <a:pt x="2940" y="2509"/>
                </a:lnTo>
                <a:lnTo>
                  <a:pt x="2926" y="2534"/>
                </a:lnTo>
                <a:lnTo>
                  <a:pt x="2914" y="2561"/>
                </a:lnTo>
                <a:lnTo>
                  <a:pt x="2904" y="2590"/>
                </a:lnTo>
                <a:lnTo>
                  <a:pt x="2895" y="2620"/>
                </a:lnTo>
                <a:lnTo>
                  <a:pt x="2887" y="2650"/>
                </a:lnTo>
                <a:lnTo>
                  <a:pt x="2879" y="2681"/>
                </a:lnTo>
                <a:lnTo>
                  <a:pt x="2870" y="2710"/>
                </a:lnTo>
                <a:lnTo>
                  <a:pt x="2860" y="2739"/>
                </a:lnTo>
                <a:lnTo>
                  <a:pt x="2848" y="2766"/>
                </a:lnTo>
                <a:lnTo>
                  <a:pt x="2833" y="2790"/>
                </a:lnTo>
                <a:lnTo>
                  <a:pt x="2815" y="2812"/>
                </a:lnTo>
                <a:lnTo>
                  <a:pt x="2793" y="2830"/>
                </a:lnTo>
                <a:lnTo>
                  <a:pt x="2769" y="2845"/>
                </a:lnTo>
                <a:lnTo>
                  <a:pt x="2742" y="2857"/>
                </a:lnTo>
                <a:lnTo>
                  <a:pt x="2713" y="2867"/>
                </a:lnTo>
                <a:lnTo>
                  <a:pt x="2684" y="2876"/>
                </a:lnTo>
                <a:lnTo>
                  <a:pt x="2653" y="2884"/>
                </a:lnTo>
                <a:lnTo>
                  <a:pt x="2623" y="2892"/>
                </a:lnTo>
                <a:lnTo>
                  <a:pt x="2593" y="2901"/>
                </a:lnTo>
                <a:lnTo>
                  <a:pt x="2564" y="2911"/>
                </a:lnTo>
                <a:lnTo>
                  <a:pt x="2537" y="2923"/>
                </a:lnTo>
                <a:lnTo>
                  <a:pt x="2512" y="2937"/>
                </a:lnTo>
                <a:lnTo>
                  <a:pt x="2490" y="2955"/>
                </a:lnTo>
                <a:lnTo>
                  <a:pt x="2467" y="2975"/>
                </a:lnTo>
                <a:lnTo>
                  <a:pt x="2447" y="2998"/>
                </a:lnTo>
                <a:lnTo>
                  <a:pt x="2428" y="3022"/>
                </a:lnTo>
                <a:lnTo>
                  <a:pt x="2409" y="3047"/>
                </a:lnTo>
                <a:lnTo>
                  <a:pt x="2390" y="3072"/>
                </a:lnTo>
                <a:lnTo>
                  <a:pt x="2371" y="3096"/>
                </a:lnTo>
                <a:lnTo>
                  <a:pt x="2350" y="3119"/>
                </a:lnTo>
                <a:lnTo>
                  <a:pt x="2329" y="3139"/>
                </a:lnTo>
                <a:lnTo>
                  <a:pt x="2305" y="3156"/>
                </a:lnTo>
                <a:lnTo>
                  <a:pt x="2280" y="3169"/>
                </a:lnTo>
                <a:lnTo>
                  <a:pt x="2250" y="3178"/>
                </a:lnTo>
                <a:lnTo>
                  <a:pt x="2219" y="3182"/>
                </a:lnTo>
                <a:lnTo>
                  <a:pt x="2187" y="3183"/>
                </a:lnTo>
                <a:lnTo>
                  <a:pt x="2153" y="3180"/>
                </a:lnTo>
                <a:lnTo>
                  <a:pt x="2119" y="3176"/>
                </a:lnTo>
                <a:lnTo>
                  <a:pt x="2085" y="3171"/>
                </a:lnTo>
                <a:lnTo>
                  <a:pt x="2051" y="3167"/>
                </a:lnTo>
                <a:lnTo>
                  <a:pt x="2017" y="3165"/>
                </a:lnTo>
                <a:lnTo>
                  <a:pt x="1984" y="3165"/>
                </a:lnTo>
                <a:lnTo>
                  <a:pt x="1953" y="3169"/>
                </a:lnTo>
                <a:lnTo>
                  <a:pt x="1921" y="3177"/>
                </a:lnTo>
                <a:lnTo>
                  <a:pt x="1892" y="3189"/>
                </a:lnTo>
                <a:lnTo>
                  <a:pt x="1862" y="3205"/>
                </a:lnTo>
                <a:lnTo>
                  <a:pt x="1832" y="3221"/>
                </a:lnTo>
                <a:lnTo>
                  <a:pt x="1802" y="3239"/>
                </a:lnTo>
                <a:lnTo>
                  <a:pt x="1773" y="3256"/>
                </a:lnTo>
                <a:lnTo>
                  <a:pt x="1742" y="3271"/>
                </a:lnTo>
                <a:lnTo>
                  <a:pt x="1712" y="3283"/>
                </a:lnTo>
                <a:lnTo>
                  <a:pt x="1681" y="3291"/>
                </a:lnTo>
                <a:lnTo>
                  <a:pt x="1649" y="3294"/>
                </a:lnTo>
                <a:lnTo>
                  <a:pt x="1617" y="3291"/>
                </a:lnTo>
                <a:lnTo>
                  <a:pt x="1586" y="3283"/>
                </a:lnTo>
                <a:lnTo>
                  <a:pt x="1556" y="3271"/>
                </a:lnTo>
                <a:lnTo>
                  <a:pt x="1525" y="3256"/>
                </a:lnTo>
                <a:lnTo>
                  <a:pt x="1496" y="3239"/>
                </a:lnTo>
                <a:lnTo>
                  <a:pt x="1466" y="3221"/>
                </a:lnTo>
                <a:lnTo>
                  <a:pt x="1436" y="3205"/>
                </a:lnTo>
                <a:lnTo>
                  <a:pt x="1406" y="3189"/>
                </a:lnTo>
                <a:lnTo>
                  <a:pt x="1376" y="3177"/>
                </a:lnTo>
                <a:lnTo>
                  <a:pt x="1345" y="3169"/>
                </a:lnTo>
                <a:lnTo>
                  <a:pt x="1314" y="3165"/>
                </a:lnTo>
                <a:lnTo>
                  <a:pt x="1281" y="3165"/>
                </a:lnTo>
                <a:lnTo>
                  <a:pt x="1247" y="3167"/>
                </a:lnTo>
                <a:lnTo>
                  <a:pt x="1213" y="3171"/>
                </a:lnTo>
                <a:lnTo>
                  <a:pt x="1179" y="3176"/>
                </a:lnTo>
                <a:lnTo>
                  <a:pt x="1145" y="3180"/>
                </a:lnTo>
                <a:lnTo>
                  <a:pt x="1111" y="3183"/>
                </a:lnTo>
                <a:lnTo>
                  <a:pt x="1079" y="3182"/>
                </a:lnTo>
                <a:lnTo>
                  <a:pt x="1048" y="3178"/>
                </a:lnTo>
                <a:lnTo>
                  <a:pt x="1018" y="3169"/>
                </a:lnTo>
                <a:lnTo>
                  <a:pt x="993" y="3156"/>
                </a:lnTo>
                <a:lnTo>
                  <a:pt x="969" y="3139"/>
                </a:lnTo>
                <a:lnTo>
                  <a:pt x="948" y="3119"/>
                </a:lnTo>
                <a:lnTo>
                  <a:pt x="927" y="3096"/>
                </a:lnTo>
                <a:lnTo>
                  <a:pt x="908" y="3072"/>
                </a:lnTo>
                <a:lnTo>
                  <a:pt x="889" y="3047"/>
                </a:lnTo>
                <a:lnTo>
                  <a:pt x="870" y="3022"/>
                </a:lnTo>
                <a:lnTo>
                  <a:pt x="851" y="2998"/>
                </a:lnTo>
                <a:lnTo>
                  <a:pt x="831" y="2975"/>
                </a:lnTo>
                <a:lnTo>
                  <a:pt x="808" y="2955"/>
                </a:lnTo>
                <a:lnTo>
                  <a:pt x="786" y="2937"/>
                </a:lnTo>
                <a:lnTo>
                  <a:pt x="761" y="2923"/>
                </a:lnTo>
                <a:lnTo>
                  <a:pt x="734" y="2911"/>
                </a:lnTo>
                <a:lnTo>
                  <a:pt x="705" y="2901"/>
                </a:lnTo>
                <a:lnTo>
                  <a:pt x="675" y="2892"/>
                </a:lnTo>
                <a:lnTo>
                  <a:pt x="645" y="2884"/>
                </a:lnTo>
                <a:lnTo>
                  <a:pt x="614" y="2876"/>
                </a:lnTo>
                <a:lnTo>
                  <a:pt x="585" y="2867"/>
                </a:lnTo>
                <a:lnTo>
                  <a:pt x="556" y="2857"/>
                </a:lnTo>
                <a:lnTo>
                  <a:pt x="529" y="2845"/>
                </a:lnTo>
                <a:lnTo>
                  <a:pt x="505" y="2830"/>
                </a:lnTo>
                <a:lnTo>
                  <a:pt x="483" y="2812"/>
                </a:lnTo>
                <a:lnTo>
                  <a:pt x="465" y="2790"/>
                </a:lnTo>
                <a:lnTo>
                  <a:pt x="450" y="2766"/>
                </a:lnTo>
                <a:lnTo>
                  <a:pt x="438" y="2739"/>
                </a:lnTo>
                <a:lnTo>
                  <a:pt x="428" y="2710"/>
                </a:lnTo>
                <a:lnTo>
                  <a:pt x="419" y="2681"/>
                </a:lnTo>
                <a:lnTo>
                  <a:pt x="411" y="2650"/>
                </a:lnTo>
                <a:lnTo>
                  <a:pt x="403" y="2620"/>
                </a:lnTo>
                <a:lnTo>
                  <a:pt x="394" y="2590"/>
                </a:lnTo>
                <a:lnTo>
                  <a:pt x="384" y="2561"/>
                </a:lnTo>
                <a:lnTo>
                  <a:pt x="372" y="2534"/>
                </a:lnTo>
                <a:lnTo>
                  <a:pt x="358" y="2509"/>
                </a:lnTo>
                <a:lnTo>
                  <a:pt x="340" y="2487"/>
                </a:lnTo>
                <a:lnTo>
                  <a:pt x="320" y="2464"/>
                </a:lnTo>
                <a:lnTo>
                  <a:pt x="297" y="2444"/>
                </a:lnTo>
                <a:lnTo>
                  <a:pt x="272" y="2425"/>
                </a:lnTo>
                <a:lnTo>
                  <a:pt x="247" y="2406"/>
                </a:lnTo>
                <a:lnTo>
                  <a:pt x="222" y="2387"/>
                </a:lnTo>
                <a:lnTo>
                  <a:pt x="198" y="2368"/>
                </a:lnTo>
                <a:lnTo>
                  <a:pt x="175" y="2347"/>
                </a:lnTo>
                <a:lnTo>
                  <a:pt x="155" y="2326"/>
                </a:lnTo>
                <a:lnTo>
                  <a:pt x="138" y="2302"/>
                </a:lnTo>
                <a:lnTo>
                  <a:pt x="125" y="2277"/>
                </a:lnTo>
                <a:lnTo>
                  <a:pt x="116" y="2247"/>
                </a:lnTo>
                <a:lnTo>
                  <a:pt x="112" y="2216"/>
                </a:lnTo>
                <a:lnTo>
                  <a:pt x="111" y="2184"/>
                </a:lnTo>
                <a:lnTo>
                  <a:pt x="114" y="2150"/>
                </a:lnTo>
                <a:lnTo>
                  <a:pt x="118" y="2116"/>
                </a:lnTo>
                <a:lnTo>
                  <a:pt x="123" y="2082"/>
                </a:lnTo>
                <a:lnTo>
                  <a:pt x="127" y="2048"/>
                </a:lnTo>
                <a:lnTo>
                  <a:pt x="129" y="2014"/>
                </a:lnTo>
                <a:lnTo>
                  <a:pt x="129" y="1981"/>
                </a:lnTo>
                <a:lnTo>
                  <a:pt x="125" y="1950"/>
                </a:lnTo>
                <a:lnTo>
                  <a:pt x="117" y="1919"/>
                </a:lnTo>
                <a:lnTo>
                  <a:pt x="105" y="1890"/>
                </a:lnTo>
                <a:lnTo>
                  <a:pt x="90" y="1860"/>
                </a:lnTo>
                <a:lnTo>
                  <a:pt x="73" y="1830"/>
                </a:lnTo>
                <a:lnTo>
                  <a:pt x="55" y="1800"/>
                </a:lnTo>
                <a:lnTo>
                  <a:pt x="38" y="1771"/>
                </a:lnTo>
                <a:lnTo>
                  <a:pt x="23" y="1740"/>
                </a:lnTo>
                <a:lnTo>
                  <a:pt x="11" y="1710"/>
                </a:lnTo>
                <a:lnTo>
                  <a:pt x="3" y="1679"/>
                </a:lnTo>
                <a:lnTo>
                  <a:pt x="0" y="1647"/>
                </a:lnTo>
                <a:lnTo>
                  <a:pt x="3" y="1615"/>
                </a:lnTo>
                <a:lnTo>
                  <a:pt x="11" y="1584"/>
                </a:lnTo>
                <a:lnTo>
                  <a:pt x="23" y="1554"/>
                </a:lnTo>
                <a:lnTo>
                  <a:pt x="38" y="1523"/>
                </a:lnTo>
                <a:lnTo>
                  <a:pt x="55" y="1494"/>
                </a:lnTo>
                <a:lnTo>
                  <a:pt x="73" y="1464"/>
                </a:lnTo>
                <a:lnTo>
                  <a:pt x="90" y="1434"/>
                </a:lnTo>
                <a:lnTo>
                  <a:pt x="105" y="1404"/>
                </a:lnTo>
                <a:lnTo>
                  <a:pt x="117" y="1375"/>
                </a:lnTo>
                <a:lnTo>
                  <a:pt x="125" y="1344"/>
                </a:lnTo>
                <a:lnTo>
                  <a:pt x="129" y="1313"/>
                </a:lnTo>
                <a:lnTo>
                  <a:pt x="129" y="1280"/>
                </a:lnTo>
                <a:lnTo>
                  <a:pt x="127" y="1246"/>
                </a:lnTo>
                <a:lnTo>
                  <a:pt x="123" y="1212"/>
                </a:lnTo>
                <a:lnTo>
                  <a:pt x="118" y="1178"/>
                </a:lnTo>
                <a:lnTo>
                  <a:pt x="114" y="1144"/>
                </a:lnTo>
                <a:lnTo>
                  <a:pt x="111" y="1110"/>
                </a:lnTo>
                <a:lnTo>
                  <a:pt x="112" y="1078"/>
                </a:lnTo>
                <a:lnTo>
                  <a:pt x="116" y="1047"/>
                </a:lnTo>
                <a:lnTo>
                  <a:pt x="125" y="1017"/>
                </a:lnTo>
                <a:lnTo>
                  <a:pt x="138" y="992"/>
                </a:lnTo>
                <a:lnTo>
                  <a:pt x="155" y="968"/>
                </a:lnTo>
                <a:lnTo>
                  <a:pt x="175" y="947"/>
                </a:lnTo>
                <a:lnTo>
                  <a:pt x="198" y="926"/>
                </a:lnTo>
                <a:lnTo>
                  <a:pt x="222" y="907"/>
                </a:lnTo>
                <a:lnTo>
                  <a:pt x="247" y="888"/>
                </a:lnTo>
                <a:lnTo>
                  <a:pt x="272" y="869"/>
                </a:lnTo>
                <a:lnTo>
                  <a:pt x="297" y="850"/>
                </a:lnTo>
                <a:lnTo>
                  <a:pt x="320" y="830"/>
                </a:lnTo>
                <a:lnTo>
                  <a:pt x="340" y="807"/>
                </a:lnTo>
                <a:lnTo>
                  <a:pt x="358" y="785"/>
                </a:lnTo>
                <a:lnTo>
                  <a:pt x="372" y="760"/>
                </a:lnTo>
                <a:lnTo>
                  <a:pt x="384" y="733"/>
                </a:lnTo>
                <a:lnTo>
                  <a:pt x="394" y="704"/>
                </a:lnTo>
                <a:lnTo>
                  <a:pt x="403" y="674"/>
                </a:lnTo>
                <a:lnTo>
                  <a:pt x="411" y="644"/>
                </a:lnTo>
                <a:lnTo>
                  <a:pt x="419" y="613"/>
                </a:lnTo>
                <a:lnTo>
                  <a:pt x="428" y="584"/>
                </a:lnTo>
                <a:lnTo>
                  <a:pt x="438" y="555"/>
                </a:lnTo>
                <a:lnTo>
                  <a:pt x="450" y="528"/>
                </a:lnTo>
                <a:lnTo>
                  <a:pt x="465" y="504"/>
                </a:lnTo>
                <a:lnTo>
                  <a:pt x="483" y="482"/>
                </a:lnTo>
                <a:lnTo>
                  <a:pt x="505" y="464"/>
                </a:lnTo>
                <a:lnTo>
                  <a:pt x="529" y="449"/>
                </a:lnTo>
                <a:lnTo>
                  <a:pt x="556" y="437"/>
                </a:lnTo>
                <a:lnTo>
                  <a:pt x="585" y="427"/>
                </a:lnTo>
                <a:lnTo>
                  <a:pt x="614" y="418"/>
                </a:lnTo>
                <a:lnTo>
                  <a:pt x="645" y="410"/>
                </a:lnTo>
                <a:lnTo>
                  <a:pt x="675" y="402"/>
                </a:lnTo>
                <a:lnTo>
                  <a:pt x="705" y="393"/>
                </a:lnTo>
                <a:lnTo>
                  <a:pt x="734" y="383"/>
                </a:lnTo>
                <a:lnTo>
                  <a:pt x="761" y="371"/>
                </a:lnTo>
                <a:lnTo>
                  <a:pt x="786" y="357"/>
                </a:lnTo>
                <a:lnTo>
                  <a:pt x="808" y="339"/>
                </a:lnTo>
                <a:lnTo>
                  <a:pt x="831" y="319"/>
                </a:lnTo>
                <a:lnTo>
                  <a:pt x="851" y="296"/>
                </a:lnTo>
                <a:lnTo>
                  <a:pt x="870" y="272"/>
                </a:lnTo>
                <a:lnTo>
                  <a:pt x="889" y="247"/>
                </a:lnTo>
                <a:lnTo>
                  <a:pt x="908" y="222"/>
                </a:lnTo>
                <a:lnTo>
                  <a:pt x="927" y="198"/>
                </a:lnTo>
                <a:lnTo>
                  <a:pt x="948" y="175"/>
                </a:lnTo>
                <a:lnTo>
                  <a:pt x="969" y="155"/>
                </a:lnTo>
                <a:lnTo>
                  <a:pt x="993" y="138"/>
                </a:lnTo>
                <a:lnTo>
                  <a:pt x="1018" y="125"/>
                </a:lnTo>
                <a:lnTo>
                  <a:pt x="1048" y="116"/>
                </a:lnTo>
                <a:lnTo>
                  <a:pt x="1079" y="112"/>
                </a:lnTo>
                <a:lnTo>
                  <a:pt x="1111" y="111"/>
                </a:lnTo>
                <a:lnTo>
                  <a:pt x="1145" y="114"/>
                </a:lnTo>
                <a:lnTo>
                  <a:pt x="1179" y="118"/>
                </a:lnTo>
                <a:lnTo>
                  <a:pt x="1213" y="123"/>
                </a:lnTo>
                <a:lnTo>
                  <a:pt x="1247" y="127"/>
                </a:lnTo>
                <a:lnTo>
                  <a:pt x="1281" y="129"/>
                </a:lnTo>
                <a:lnTo>
                  <a:pt x="1314" y="129"/>
                </a:lnTo>
                <a:lnTo>
                  <a:pt x="1345" y="125"/>
                </a:lnTo>
                <a:lnTo>
                  <a:pt x="1376" y="117"/>
                </a:lnTo>
                <a:lnTo>
                  <a:pt x="1406" y="105"/>
                </a:lnTo>
                <a:lnTo>
                  <a:pt x="1436" y="89"/>
                </a:lnTo>
                <a:lnTo>
                  <a:pt x="1466" y="73"/>
                </a:lnTo>
                <a:lnTo>
                  <a:pt x="1496" y="55"/>
                </a:lnTo>
                <a:lnTo>
                  <a:pt x="1525" y="38"/>
                </a:lnTo>
                <a:lnTo>
                  <a:pt x="1556" y="23"/>
                </a:lnTo>
                <a:lnTo>
                  <a:pt x="1586" y="11"/>
                </a:lnTo>
                <a:lnTo>
                  <a:pt x="1617" y="3"/>
                </a:lnTo>
                <a:lnTo>
                  <a:pt x="1649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78523" y="1098388"/>
            <a:ext cx="10318418" cy="4394988"/>
          </a:xfrm>
        </p:spPr>
        <p:txBody>
          <a:bodyPr anchor="ctr">
            <a:noAutofit/>
          </a:bodyPr>
          <a:lstStyle>
            <a:lvl1pPr algn="ctr">
              <a:defRPr sz="10000" spc="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15045" y="5979196"/>
            <a:ext cx="8045373" cy="742279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b="1" i="0" cap="all" spc="400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78523" y="6375679"/>
            <a:ext cx="2329722" cy="348462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180332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67218" y="6375679"/>
            <a:ext cx="2329723" cy="345796"/>
          </a:xfrm>
        </p:spPr>
        <p:txBody>
          <a:bodyPr/>
          <a:lstStyle>
            <a:lvl1pPr>
              <a:defRPr baseline="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Rectangle 12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8078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373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242929" y="1073888"/>
            <a:ext cx="8187071" cy="4064627"/>
          </a:xfrm>
        </p:spPr>
        <p:txBody>
          <a:bodyPr anchor="b">
            <a:normAutofit/>
          </a:bodyPr>
          <a:lstStyle>
            <a:lvl1pPr>
              <a:defRPr sz="8400" spc="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42930" y="5159781"/>
            <a:ext cx="7017488" cy="95113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1" i="0" cap="all" spc="40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3236546" y="6375679"/>
            <a:ext cx="1493947" cy="348462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279064" y="6375679"/>
            <a:ext cx="4114800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942434" y="6375679"/>
            <a:ext cx="1487566" cy="345796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 title="left scallop shape"/>
          <p:cNvGrpSpPr/>
          <p:nvPr/>
        </p:nvGrpSpPr>
        <p:grpSpPr>
          <a:xfrm>
            <a:off x="0" y="0"/>
            <a:ext cx="2814638" cy="6858000"/>
            <a:chOff x="0" y="0"/>
            <a:chExt cx="2814638" cy="6858000"/>
          </a:xfrm>
        </p:grpSpPr>
        <p:sp>
          <p:nvSpPr>
            <p:cNvPr id="11" name="Freeform 6" title="left scallop shape"/>
            <p:cNvSpPr/>
            <p:nvPr/>
          </p:nvSpPr>
          <p:spPr bwMode="auto">
            <a:xfrm>
              <a:off x="0" y="0"/>
              <a:ext cx="2814638" cy="6858000"/>
            </a:xfrm>
            <a:custGeom>
              <a:avLst/>
              <a:gdLst/>
              <a:ahLst/>
              <a:cxnLst/>
              <a:rect l="0" t="0" r="r" b="b"/>
              <a:pathLst>
                <a:path w="1773" h="4320">
                  <a:moveTo>
                    <a:pt x="0" y="0"/>
                  </a:moveTo>
                  <a:lnTo>
                    <a:pt x="891" y="0"/>
                  </a:lnTo>
                  <a:lnTo>
                    <a:pt x="906" y="56"/>
                  </a:lnTo>
                  <a:lnTo>
                    <a:pt x="921" y="111"/>
                  </a:lnTo>
                  <a:lnTo>
                    <a:pt x="938" y="165"/>
                  </a:lnTo>
                  <a:lnTo>
                    <a:pt x="957" y="217"/>
                  </a:lnTo>
                  <a:lnTo>
                    <a:pt x="980" y="266"/>
                  </a:lnTo>
                  <a:lnTo>
                    <a:pt x="1007" y="312"/>
                  </a:lnTo>
                  <a:lnTo>
                    <a:pt x="1036" y="351"/>
                  </a:lnTo>
                  <a:lnTo>
                    <a:pt x="1069" y="387"/>
                  </a:lnTo>
                  <a:lnTo>
                    <a:pt x="1105" y="422"/>
                  </a:lnTo>
                  <a:lnTo>
                    <a:pt x="1145" y="456"/>
                  </a:lnTo>
                  <a:lnTo>
                    <a:pt x="1185" y="487"/>
                  </a:lnTo>
                  <a:lnTo>
                    <a:pt x="1227" y="520"/>
                  </a:lnTo>
                  <a:lnTo>
                    <a:pt x="1270" y="551"/>
                  </a:lnTo>
                  <a:lnTo>
                    <a:pt x="1311" y="584"/>
                  </a:lnTo>
                  <a:lnTo>
                    <a:pt x="1352" y="617"/>
                  </a:lnTo>
                  <a:lnTo>
                    <a:pt x="1390" y="651"/>
                  </a:lnTo>
                  <a:lnTo>
                    <a:pt x="1425" y="687"/>
                  </a:lnTo>
                  <a:lnTo>
                    <a:pt x="1456" y="725"/>
                  </a:lnTo>
                  <a:lnTo>
                    <a:pt x="1484" y="765"/>
                  </a:lnTo>
                  <a:lnTo>
                    <a:pt x="1505" y="808"/>
                  </a:lnTo>
                  <a:lnTo>
                    <a:pt x="1521" y="856"/>
                  </a:lnTo>
                  <a:lnTo>
                    <a:pt x="1530" y="907"/>
                  </a:lnTo>
                  <a:lnTo>
                    <a:pt x="1534" y="960"/>
                  </a:lnTo>
                  <a:lnTo>
                    <a:pt x="1534" y="1013"/>
                  </a:lnTo>
                  <a:lnTo>
                    <a:pt x="1530" y="1068"/>
                  </a:lnTo>
                  <a:lnTo>
                    <a:pt x="1523" y="1125"/>
                  </a:lnTo>
                  <a:lnTo>
                    <a:pt x="1515" y="1181"/>
                  </a:lnTo>
                  <a:lnTo>
                    <a:pt x="1508" y="1237"/>
                  </a:lnTo>
                  <a:lnTo>
                    <a:pt x="1501" y="1293"/>
                  </a:lnTo>
                  <a:lnTo>
                    <a:pt x="1496" y="1350"/>
                  </a:lnTo>
                  <a:lnTo>
                    <a:pt x="1494" y="1405"/>
                  </a:lnTo>
                  <a:lnTo>
                    <a:pt x="1497" y="1458"/>
                  </a:lnTo>
                  <a:lnTo>
                    <a:pt x="1504" y="1511"/>
                  </a:lnTo>
                  <a:lnTo>
                    <a:pt x="1517" y="1560"/>
                  </a:lnTo>
                  <a:lnTo>
                    <a:pt x="1535" y="1610"/>
                  </a:lnTo>
                  <a:lnTo>
                    <a:pt x="1557" y="1659"/>
                  </a:lnTo>
                  <a:lnTo>
                    <a:pt x="1583" y="1708"/>
                  </a:lnTo>
                  <a:lnTo>
                    <a:pt x="1611" y="1757"/>
                  </a:lnTo>
                  <a:lnTo>
                    <a:pt x="1640" y="1807"/>
                  </a:lnTo>
                  <a:lnTo>
                    <a:pt x="1669" y="1855"/>
                  </a:lnTo>
                  <a:lnTo>
                    <a:pt x="1696" y="1905"/>
                  </a:lnTo>
                  <a:lnTo>
                    <a:pt x="1721" y="1954"/>
                  </a:lnTo>
                  <a:lnTo>
                    <a:pt x="1742" y="2006"/>
                  </a:lnTo>
                  <a:lnTo>
                    <a:pt x="1759" y="2057"/>
                  </a:lnTo>
                  <a:lnTo>
                    <a:pt x="1769" y="2108"/>
                  </a:lnTo>
                  <a:lnTo>
                    <a:pt x="1773" y="2160"/>
                  </a:lnTo>
                  <a:lnTo>
                    <a:pt x="1769" y="2212"/>
                  </a:lnTo>
                  <a:lnTo>
                    <a:pt x="1759" y="2263"/>
                  </a:lnTo>
                  <a:lnTo>
                    <a:pt x="1742" y="2314"/>
                  </a:lnTo>
                  <a:lnTo>
                    <a:pt x="1721" y="2366"/>
                  </a:lnTo>
                  <a:lnTo>
                    <a:pt x="1696" y="2415"/>
                  </a:lnTo>
                  <a:lnTo>
                    <a:pt x="1669" y="2465"/>
                  </a:lnTo>
                  <a:lnTo>
                    <a:pt x="1640" y="2513"/>
                  </a:lnTo>
                  <a:lnTo>
                    <a:pt x="1611" y="2563"/>
                  </a:lnTo>
                  <a:lnTo>
                    <a:pt x="1583" y="2612"/>
                  </a:lnTo>
                  <a:lnTo>
                    <a:pt x="1557" y="2661"/>
                  </a:lnTo>
                  <a:lnTo>
                    <a:pt x="1535" y="2710"/>
                  </a:lnTo>
                  <a:lnTo>
                    <a:pt x="1517" y="2760"/>
                  </a:lnTo>
                  <a:lnTo>
                    <a:pt x="1504" y="2809"/>
                  </a:lnTo>
                  <a:lnTo>
                    <a:pt x="1497" y="2862"/>
                  </a:lnTo>
                  <a:lnTo>
                    <a:pt x="1494" y="2915"/>
                  </a:lnTo>
                  <a:lnTo>
                    <a:pt x="1496" y="2970"/>
                  </a:lnTo>
                  <a:lnTo>
                    <a:pt x="1501" y="3027"/>
                  </a:lnTo>
                  <a:lnTo>
                    <a:pt x="1508" y="3083"/>
                  </a:lnTo>
                  <a:lnTo>
                    <a:pt x="1515" y="3139"/>
                  </a:lnTo>
                  <a:lnTo>
                    <a:pt x="1523" y="3195"/>
                  </a:lnTo>
                  <a:lnTo>
                    <a:pt x="1530" y="3252"/>
                  </a:lnTo>
                  <a:lnTo>
                    <a:pt x="1534" y="3307"/>
                  </a:lnTo>
                  <a:lnTo>
                    <a:pt x="1534" y="3360"/>
                  </a:lnTo>
                  <a:lnTo>
                    <a:pt x="1530" y="3413"/>
                  </a:lnTo>
                  <a:lnTo>
                    <a:pt x="1521" y="3464"/>
                  </a:lnTo>
                  <a:lnTo>
                    <a:pt x="1505" y="3512"/>
                  </a:lnTo>
                  <a:lnTo>
                    <a:pt x="1484" y="3555"/>
                  </a:lnTo>
                  <a:lnTo>
                    <a:pt x="1456" y="3595"/>
                  </a:lnTo>
                  <a:lnTo>
                    <a:pt x="1425" y="3633"/>
                  </a:lnTo>
                  <a:lnTo>
                    <a:pt x="1390" y="3669"/>
                  </a:lnTo>
                  <a:lnTo>
                    <a:pt x="1352" y="3703"/>
                  </a:lnTo>
                  <a:lnTo>
                    <a:pt x="1311" y="3736"/>
                  </a:lnTo>
                  <a:lnTo>
                    <a:pt x="1270" y="3769"/>
                  </a:lnTo>
                  <a:lnTo>
                    <a:pt x="1227" y="3800"/>
                  </a:lnTo>
                  <a:lnTo>
                    <a:pt x="1185" y="3833"/>
                  </a:lnTo>
                  <a:lnTo>
                    <a:pt x="1145" y="3864"/>
                  </a:lnTo>
                  <a:lnTo>
                    <a:pt x="1105" y="3898"/>
                  </a:lnTo>
                  <a:lnTo>
                    <a:pt x="1069" y="3933"/>
                  </a:lnTo>
                  <a:lnTo>
                    <a:pt x="1036" y="3969"/>
                  </a:lnTo>
                  <a:lnTo>
                    <a:pt x="1007" y="4008"/>
                  </a:lnTo>
                  <a:lnTo>
                    <a:pt x="980" y="4054"/>
                  </a:lnTo>
                  <a:lnTo>
                    <a:pt x="957" y="4103"/>
                  </a:lnTo>
                  <a:lnTo>
                    <a:pt x="938" y="4155"/>
                  </a:lnTo>
                  <a:lnTo>
                    <a:pt x="921" y="4209"/>
                  </a:lnTo>
                  <a:lnTo>
                    <a:pt x="906" y="4264"/>
                  </a:lnTo>
                  <a:lnTo>
                    <a:pt x="891" y="4320"/>
                  </a:lnTo>
                  <a:lnTo>
                    <a:pt x="0" y="43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1" title="left scallop inline"/>
            <p:cNvSpPr/>
            <p:nvPr/>
          </p:nvSpPr>
          <p:spPr bwMode="auto">
            <a:xfrm>
              <a:off x="874382" y="0"/>
              <a:ext cx="1646238" cy="6858000"/>
            </a:xfrm>
            <a:custGeom>
              <a:avLst/>
              <a:gdLst/>
              <a:ahLst/>
              <a:cxnLst/>
              <a:rect l="0" t="0" r="r" b="b"/>
              <a:pathLst>
                <a:path w="1037" h="4320">
                  <a:moveTo>
                    <a:pt x="0" y="0"/>
                  </a:moveTo>
                  <a:lnTo>
                    <a:pt x="171" y="0"/>
                  </a:lnTo>
                  <a:lnTo>
                    <a:pt x="188" y="55"/>
                  </a:lnTo>
                  <a:lnTo>
                    <a:pt x="204" y="110"/>
                  </a:lnTo>
                  <a:lnTo>
                    <a:pt x="220" y="166"/>
                  </a:lnTo>
                  <a:lnTo>
                    <a:pt x="234" y="223"/>
                  </a:lnTo>
                  <a:lnTo>
                    <a:pt x="251" y="278"/>
                  </a:lnTo>
                  <a:lnTo>
                    <a:pt x="269" y="331"/>
                  </a:lnTo>
                  <a:lnTo>
                    <a:pt x="292" y="381"/>
                  </a:lnTo>
                  <a:lnTo>
                    <a:pt x="319" y="427"/>
                  </a:lnTo>
                  <a:lnTo>
                    <a:pt x="349" y="466"/>
                  </a:lnTo>
                  <a:lnTo>
                    <a:pt x="382" y="503"/>
                  </a:lnTo>
                  <a:lnTo>
                    <a:pt x="420" y="537"/>
                  </a:lnTo>
                  <a:lnTo>
                    <a:pt x="460" y="571"/>
                  </a:lnTo>
                  <a:lnTo>
                    <a:pt x="502" y="603"/>
                  </a:lnTo>
                  <a:lnTo>
                    <a:pt x="544" y="635"/>
                  </a:lnTo>
                  <a:lnTo>
                    <a:pt x="587" y="668"/>
                  </a:lnTo>
                  <a:lnTo>
                    <a:pt x="628" y="700"/>
                  </a:lnTo>
                  <a:lnTo>
                    <a:pt x="667" y="734"/>
                  </a:lnTo>
                  <a:lnTo>
                    <a:pt x="703" y="771"/>
                  </a:lnTo>
                  <a:lnTo>
                    <a:pt x="736" y="808"/>
                  </a:lnTo>
                  <a:lnTo>
                    <a:pt x="763" y="848"/>
                  </a:lnTo>
                  <a:lnTo>
                    <a:pt x="786" y="893"/>
                  </a:lnTo>
                  <a:lnTo>
                    <a:pt x="800" y="937"/>
                  </a:lnTo>
                  <a:lnTo>
                    <a:pt x="809" y="986"/>
                  </a:lnTo>
                  <a:lnTo>
                    <a:pt x="813" y="1034"/>
                  </a:lnTo>
                  <a:lnTo>
                    <a:pt x="812" y="1085"/>
                  </a:lnTo>
                  <a:lnTo>
                    <a:pt x="808" y="1136"/>
                  </a:lnTo>
                  <a:lnTo>
                    <a:pt x="803" y="1189"/>
                  </a:lnTo>
                  <a:lnTo>
                    <a:pt x="796" y="1242"/>
                  </a:lnTo>
                  <a:lnTo>
                    <a:pt x="788" y="1295"/>
                  </a:lnTo>
                  <a:lnTo>
                    <a:pt x="782" y="1348"/>
                  </a:lnTo>
                  <a:lnTo>
                    <a:pt x="778" y="1401"/>
                  </a:lnTo>
                  <a:lnTo>
                    <a:pt x="775" y="1452"/>
                  </a:lnTo>
                  <a:lnTo>
                    <a:pt x="778" y="1502"/>
                  </a:lnTo>
                  <a:lnTo>
                    <a:pt x="784" y="1551"/>
                  </a:lnTo>
                  <a:lnTo>
                    <a:pt x="797" y="1602"/>
                  </a:lnTo>
                  <a:lnTo>
                    <a:pt x="817" y="1652"/>
                  </a:lnTo>
                  <a:lnTo>
                    <a:pt x="841" y="1702"/>
                  </a:lnTo>
                  <a:lnTo>
                    <a:pt x="868" y="1752"/>
                  </a:lnTo>
                  <a:lnTo>
                    <a:pt x="896" y="1801"/>
                  </a:lnTo>
                  <a:lnTo>
                    <a:pt x="926" y="1851"/>
                  </a:lnTo>
                  <a:lnTo>
                    <a:pt x="953" y="1901"/>
                  </a:lnTo>
                  <a:lnTo>
                    <a:pt x="980" y="1952"/>
                  </a:lnTo>
                  <a:lnTo>
                    <a:pt x="1003" y="2003"/>
                  </a:lnTo>
                  <a:lnTo>
                    <a:pt x="1021" y="2054"/>
                  </a:lnTo>
                  <a:lnTo>
                    <a:pt x="1031" y="2106"/>
                  </a:lnTo>
                  <a:lnTo>
                    <a:pt x="1037" y="2160"/>
                  </a:lnTo>
                  <a:lnTo>
                    <a:pt x="1031" y="2214"/>
                  </a:lnTo>
                  <a:lnTo>
                    <a:pt x="1021" y="2266"/>
                  </a:lnTo>
                  <a:lnTo>
                    <a:pt x="1003" y="2317"/>
                  </a:lnTo>
                  <a:lnTo>
                    <a:pt x="980" y="2368"/>
                  </a:lnTo>
                  <a:lnTo>
                    <a:pt x="953" y="2419"/>
                  </a:lnTo>
                  <a:lnTo>
                    <a:pt x="926" y="2469"/>
                  </a:lnTo>
                  <a:lnTo>
                    <a:pt x="896" y="2519"/>
                  </a:lnTo>
                  <a:lnTo>
                    <a:pt x="868" y="2568"/>
                  </a:lnTo>
                  <a:lnTo>
                    <a:pt x="841" y="2618"/>
                  </a:lnTo>
                  <a:lnTo>
                    <a:pt x="817" y="2668"/>
                  </a:lnTo>
                  <a:lnTo>
                    <a:pt x="797" y="2718"/>
                  </a:lnTo>
                  <a:lnTo>
                    <a:pt x="784" y="2769"/>
                  </a:lnTo>
                  <a:lnTo>
                    <a:pt x="778" y="2818"/>
                  </a:lnTo>
                  <a:lnTo>
                    <a:pt x="775" y="2868"/>
                  </a:lnTo>
                  <a:lnTo>
                    <a:pt x="778" y="2919"/>
                  </a:lnTo>
                  <a:lnTo>
                    <a:pt x="782" y="2972"/>
                  </a:lnTo>
                  <a:lnTo>
                    <a:pt x="788" y="3025"/>
                  </a:lnTo>
                  <a:lnTo>
                    <a:pt x="796" y="3078"/>
                  </a:lnTo>
                  <a:lnTo>
                    <a:pt x="803" y="3131"/>
                  </a:lnTo>
                  <a:lnTo>
                    <a:pt x="808" y="3184"/>
                  </a:lnTo>
                  <a:lnTo>
                    <a:pt x="812" y="3235"/>
                  </a:lnTo>
                  <a:lnTo>
                    <a:pt x="813" y="3286"/>
                  </a:lnTo>
                  <a:lnTo>
                    <a:pt x="809" y="3334"/>
                  </a:lnTo>
                  <a:lnTo>
                    <a:pt x="800" y="3383"/>
                  </a:lnTo>
                  <a:lnTo>
                    <a:pt x="786" y="3427"/>
                  </a:lnTo>
                  <a:lnTo>
                    <a:pt x="763" y="3472"/>
                  </a:lnTo>
                  <a:lnTo>
                    <a:pt x="736" y="3512"/>
                  </a:lnTo>
                  <a:lnTo>
                    <a:pt x="703" y="3549"/>
                  </a:lnTo>
                  <a:lnTo>
                    <a:pt x="667" y="3586"/>
                  </a:lnTo>
                  <a:lnTo>
                    <a:pt x="628" y="3620"/>
                  </a:lnTo>
                  <a:lnTo>
                    <a:pt x="587" y="3652"/>
                  </a:lnTo>
                  <a:lnTo>
                    <a:pt x="544" y="3685"/>
                  </a:lnTo>
                  <a:lnTo>
                    <a:pt x="502" y="3717"/>
                  </a:lnTo>
                  <a:lnTo>
                    <a:pt x="460" y="3749"/>
                  </a:lnTo>
                  <a:lnTo>
                    <a:pt x="420" y="3783"/>
                  </a:lnTo>
                  <a:lnTo>
                    <a:pt x="382" y="3817"/>
                  </a:lnTo>
                  <a:lnTo>
                    <a:pt x="349" y="3854"/>
                  </a:lnTo>
                  <a:lnTo>
                    <a:pt x="319" y="3893"/>
                  </a:lnTo>
                  <a:lnTo>
                    <a:pt x="292" y="3939"/>
                  </a:lnTo>
                  <a:lnTo>
                    <a:pt x="269" y="3989"/>
                  </a:lnTo>
                  <a:lnTo>
                    <a:pt x="251" y="4042"/>
                  </a:lnTo>
                  <a:lnTo>
                    <a:pt x="234" y="4097"/>
                  </a:lnTo>
                  <a:lnTo>
                    <a:pt x="220" y="4154"/>
                  </a:lnTo>
                  <a:lnTo>
                    <a:pt x="204" y="4210"/>
                  </a:lnTo>
                  <a:lnTo>
                    <a:pt x="188" y="4265"/>
                  </a:lnTo>
                  <a:lnTo>
                    <a:pt x="171" y="4320"/>
                  </a:lnTo>
                  <a:lnTo>
                    <a:pt x="0" y="4320"/>
                  </a:lnTo>
                  <a:lnTo>
                    <a:pt x="17" y="4278"/>
                  </a:lnTo>
                  <a:lnTo>
                    <a:pt x="33" y="4232"/>
                  </a:lnTo>
                  <a:lnTo>
                    <a:pt x="46" y="4183"/>
                  </a:lnTo>
                  <a:lnTo>
                    <a:pt x="60" y="4131"/>
                  </a:lnTo>
                  <a:lnTo>
                    <a:pt x="75" y="4075"/>
                  </a:lnTo>
                  <a:lnTo>
                    <a:pt x="90" y="4019"/>
                  </a:lnTo>
                  <a:lnTo>
                    <a:pt x="109" y="3964"/>
                  </a:lnTo>
                  <a:lnTo>
                    <a:pt x="129" y="3909"/>
                  </a:lnTo>
                  <a:lnTo>
                    <a:pt x="156" y="3855"/>
                  </a:lnTo>
                  <a:lnTo>
                    <a:pt x="186" y="3804"/>
                  </a:lnTo>
                  <a:lnTo>
                    <a:pt x="222" y="3756"/>
                  </a:lnTo>
                  <a:lnTo>
                    <a:pt x="261" y="3713"/>
                  </a:lnTo>
                  <a:lnTo>
                    <a:pt x="303" y="3672"/>
                  </a:lnTo>
                  <a:lnTo>
                    <a:pt x="348" y="3634"/>
                  </a:lnTo>
                  <a:lnTo>
                    <a:pt x="392" y="3599"/>
                  </a:lnTo>
                  <a:lnTo>
                    <a:pt x="438" y="3565"/>
                  </a:lnTo>
                  <a:lnTo>
                    <a:pt x="482" y="3531"/>
                  </a:lnTo>
                  <a:lnTo>
                    <a:pt x="523" y="3499"/>
                  </a:lnTo>
                  <a:lnTo>
                    <a:pt x="561" y="3466"/>
                  </a:lnTo>
                  <a:lnTo>
                    <a:pt x="594" y="3434"/>
                  </a:lnTo>
                  <a:lnTo>
                    <a:pt x="620" y="3400"/>
                  </a:lnTo>
                  <a:lnTo>
                    <a:pt x="638" y="3367"/>
                  </a:lnTo>
                  <a:lnTo>
                    <a:pt x="647" y="3336"/>
                  </a:lnTo>
                  <a:lnTo>
                    <a:pt x="652" y="3302"/>
                  </a:lnTo>
                  <a:lnTo>
                    <a:pt x="654" y="3265"/>
                  </a:lnTo>
                  <a:lnTo>
                    <a:pt x="651" y="3224"/>
                  </a:lnTo>
                  <a:lnTo>
                    <a:pt x="647" y="3181"/>
                  </a:lnTo>
                  <a:lnTo>
                    <a:pt x="642" y="3137"/>
                  </a:lnTo>
                  <a:lnTo>
                    <a:pt x="637" y="3091"/>
                  </a:lnTo>
                  <a:lnTo>
                    <a:pt x="626" y="3021"/>
                  </a:lnTo>
                  <a:lnTo>
                    <a:pt x="620" y="2952"/>
                  </a:lnTo>
                  <a:lnTo>
                    <a:pt x="616" y="2881"/>
                  </a:lnTo>
                  <a:lnTo>
                    <a:pt x="618" y="2809"/>
                  </a:lnTo>
                  <a:lnTo>
                    <a:pt x="628" y="2737"/>
                  </a:lnTo>
                  <a:lnTo>
                    <a:pt x="642" y="2681"/>
                  </a:lnTo>
                  <a:lnTo>
                    <a:pt x="661" y="2626"/>
                  </a:lnTo>
                  <a:lnTo>
                    <a:pt x="685" y="2574"/>
                  </a:lnTo>
                  <a:lnTo>
                    <a:pt x="711" y="2521"/>
                  </a:lnTo>
                  <a:lnTo>
                    <a:pt x="739" y="2472"/>
                  </a:lnTo>
                  <a:lnTo>
                    <a:pt x="767" y="2423"/>
                  </a:lnTo>
                  <a:lnTo>
                    <a:pt x="791" y="2381"/>
                  </a:lnTo>
                  <a:lnTo>
                    <a:pt x="813" y="2342"/>
                  </a:lnTo>
                  <a:lnTo>
                    <a:pt x="834" y="2303"/>
                  </a:lnTo>
                  <a:lnTo>
                    <a:pt x="851" y="2265"/>
                  </a:lnTo>
                  <a:lnTo>
                    <a:pt x="864" y="2228"/>
                  </a:lnTo>
                  <a:lnTo>
                    <a:pt x="873" y="2194"/>
                  </a:lnTo>
                  <a:lnTo>
                    <a:pt x="876" y="2160"/>
                  </a:lnTo>
                  <a:lnTo>
                    <a:pt x="873" y="2126"/>
                  </a:lnTo>
                  <a:lnTo>
                    <a:pt x="864" y="2092"/>
                  </a:lnTo>
                  <a:lnTo>
                    <a:pt x="851" y="2055"/>
                  </a:lnTo>
                  <a:lnTo>
                    <a:pt x="834" y="2017"/>
                  </a:lnTo>
                  <a:lnTo>
                    <a:pt x="813" y="1978"/>
                  </a:lnTo>
                  <a:lnTo>
                    <a:pt x="791" y="1939"/>
                  </a:lnTo>
                  <a:lnTo>
                    <a:pt x="767" y="1897"/>
                  </a:lnTo>
                  <a:lnTo>
                    <a:pt x="739" y="1848"/>
                  </a:lnTo>
                  <a:lnTo>
                    <a:pt x="711" y="1799"/>
                  </a:lnTo>
                  <a:lnTo>
                    <a:pt x="685" y="1746"/>
                  </a:lnTo>
                  <a:lnTo>
                    <a:pt x="661" y="1694"/>
                  </a:lnTo>
                  <a:lnTo>
                    <a:pt x="642" y="1639"/>
                  </a:lnTo>
                  <a:lnTo>
                    <a:pt x="628" y="1583"/>
                  </a:lnTo>
                  <a:lnTo>
                    <a:pt x="618" y="1511"/>
                  </a:lnTo>
                  <a:lnTo>
                    <a:pt x="616" y="1439"/>
                  </a:lnTo>
                  <a:lnTo>
                    <a:pt x="620" y="1368"/>
                  </a:lnTo>
                  <a:lnTo>
                    <a:pt x="626" y="1299"/>
                  </a:lnTo>
                  <a:lnTo>
                    <a:pt x="637" y="1229"/>
                  </a:lnTo>
                  <a:lnTo>
                    <a:pt x="642" y="1183"/>
                  </a:lnTo>
                  <a:lnTo>
                    <a:pt x="647" y="1139"/>
                  </a:lnTo>
                  <a:lnTo>
                    <a:pt x="651" y="1096"/>
                  </a:lnTo>
                  <a:lnTo>
                    <a:pt x="654" y="1055"/>
                  </a:lnTo>
                  <a:lnTo>
                    <a:pt x="652" y="1018"/>
                  </a:lnTo>
                  <a:lnTo>
                    <a:pt x="647" y="984"/>
                  </a:lnTo>
                  <a:lnTo>
                    <a:pt x="638" y="953"/>
                  </a:lnTo>
                  <a:lnTo>
                    <a:pt x="620" y="920"/>
                  </a:lnTo>
                  <a:lnTo>
                    <a:pt x="594" y="886"/>
                  </a:lnTo>
                  <a:lnTo>
                    <a:pt x="561" y="854"/>
                  </a:lnTo>
                  <a:lnTo>
                    <a:pt x="523" y="822"/>
                  </a:lnTo>
                  <a:lnTo>
                    <a:pt x="482" y="789"/>
                  </a:lnTo>
                  <a:lnTo>
                    <a:pt x="438" y="755"/>
                  </a:lnTo>
                  <a:lnTo>
                    <a:pt x="392" y="721"/>
                  </a:lnTo>
                  <a:lnTo>
                    <a:pt x="348" y="686"/>
                  </a:lnTo>
                  <a:lnTo>
                    <a:pt x="303" y="648"/>
                  </a:lnTo>
                  <a:lnTo>
                    <a:pt x="261" y="607"/>
                  </a:lnTo>
                  <a:lnTo>
                    <a:pt x="222" y="564"/>
                  </a:lnTo>
                  <a:lnTo>
                    <a:pt x="186" y="516"/>
                  </a:lnTo>
                  <a:lnTo>
                    <a:pt x="156" y="465"/>
                  </a:lnTo>
                  <a:lnTo>
                    <a:pt x="129" y="411"/>
                  </a:lnTo>
                  <a:lnTo>
                    <a:pt x="109" y="356"/>
                  </a:lnTo>
                  <a:lnTo>
                    <a:pt x="90" y="301"/>
                  </a:lnTo>
                  <a:lnTo>
                    <a:pt x="75" y="245"/>
                  </a:lnTo>
                  <a:lnTo>
                    <a:pt x="60" y="189"/>
                  </a:lnTo>
                  <a:lnTo>
                    <a:pt x="46" y="137"/>
                  </a:lnTo>
                  <a:lnTo>
                    <a:pt x="33" y="88"/>
                  </a:lnTo>
                  <a:lnTo>
                    <a:pt x="17" y="42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505523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57300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47796" y="2286000"/>
            <a:ext cx="4800600" cy="3619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3805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52728" y="381000"/>
            <a:ext cx="10172700" cy="1493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57300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633864" y="2199633"/>
            <a:ext cx="4800600" cy="6325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buNone/>
              <a:defRPr sz="1900" b="1" cap="all" spc="200" baseline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33864" y="2909102"/>
            <a:ext cx="4800600" cy="299639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1670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1240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8848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4" y="457199"/>
            <a:ext cx="3092115" cy="1196671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cap="all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051" y="920377"/>
            <a:ext cx="6158418" cy="498512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5" y="1741336"/>
            <a:ext cx="3092115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051" y="6375679"/>
            <a:ext cx="1233355" cy="348462"/>
          </a:xfrm>
        </p:spPr>
        <p:txBody>
          <a:bodyPr/>
          <a:lstStyle/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0" y="6375679"/>
            <a:ext cx="3482179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91014" y="6375679"/>
            <a:ext cx="1232456" cy="345796"/>
          </a:xfrm>
        </p:spPr>
        <p:txBody>
          <a:bodyPr/>
          <a:lstStyle/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084919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9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83464" y="0"/>
            <a:ext cx="7355585" cy="685799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1" name="Freeform 11" title="right scallop background shape"/>
          <p:cNvSpPr/>
          <p:nvPr/>
        </p:nvSpPr>
        <p:spPr bwMode="auto">
          <a:xfrm>
            <a:off x="7389812" y="0"/>
            <a:ext cx="4802188" cy="6858000"/>
          </a:xfrm>
          <a:custGeom>
            <a:avLst/>
            <a:gdLst/>
            <a:ahLst/>
            <a:cxnLst/>
            <a:rect l="0" t="0" r="r" b="b"/>
            <a:pathLst>
              <a:path w="3025" h="4320">
                <a:moveTo>
                  <a:pt x="0" y="0"/>
                </a:moveTo>
                <a:lnTo>
                  <a:pt x="3025" y="0"/>
                </a:lnTo>
                <a:lnTo>
                  <a:pt x="3025" y="4320"/>
                </a:lnTo>
                <a:lnTo>
                  <a:pt x="0" y="4320"/>
                </a:lnTo>
                <a:lnTo>
                  <a:pt x="3" y="4278"/>
                </a:lnTo>
                <a:lnTo>
                  <a:pt x="8" y="4243"/>
                </a:lnTo>
                <a:lnTo>
                  <a:pt x="14" y="4210"/>
                </a:lnTo>
                <a:lnTo>
                  <a:pt x="24" y="4183"/>
                </a:lnTo>
                <a:lnTo>
                  <a:pt x="34" y="4156"/>
                </a:lnTo>
                <a:lnTo>
                  <a:pt x="46" y="4133"/>
                </a:lnTo>
                <a:lnTo>
                  <a:pt x="58" y="4109"/>
                </a:lnTo>
                <a:lnTo>
                  <a:pt x="69" y="4087"/>
                </a:lnTo>
                <a:lnTo>
                  <a:pt x="80" y="4062"/>
                </a:lnTo>
                <a:lnTo>
                  <a:pt x="90" y="4036"/>
                </a:lnTo>
                <a:lnTo>
                  <a:pt x="99" y="4007"/>
                </a:lnTo>
                <a:lnTo>
                  <a:pt x="106" y="3976"/>
                </a:lnTo>
                <a:lnTo>
                  <a:pt x="111" y="3938"/>
                </a:lnTo>
                <a:lnTo>
                  <a:pt x="113" y="3895"/>
                </a:lnTo>
                <a:lnTo>
                  <a:pt x="111" y="3851"/>
                </a:lnTo>
                <a:lnTo>
                  <a:pt x="106" y="3815"/>
                </a:lnTo>
                <a:lnTo>
                  <a:pt x="99" y="3782"/>
                </a:lnTo>
                <a:lnTo>
                  <a:pt x="90" y="3752"/>
                </a:lnTo>
                <a:lnTo>
                  <a:pt x="80" y="3726"/>
                </a:lnTo>
                <a:lnTo>
                  <a:pt x="68" y="3702"/>
                </a:lnTo>
                <a:lnTo>
                  <a:pt x="56" y="3679"/>
                </a:lnTo>
                <a:lnTo>
                  <a:pt x="44" y="3655"/>
                </a:lnTo>
                <a:lnTo>
                  <a:pt x="33" y="3630"/>
                </a:lnTo>
                <a:lnTo>
                  <a:pt x="22" y="3604"/>
                </a:lnTo>
                <a:lnTo>
                  <a:pt x="13" y="3575"/>
                </a:lnTo>
                <a:lnTo>
                  <a:pt x="7" y="3542"/>
                </a:lnTo>
                <a:lnTo>
                  <a:pt x="1" y="3504"/>
                </a:lnTo>
                <a:lnTo>
                  <a:pt x="0" y="3461"/>
                </a:lnTo>
                <a:lnTo>
                  <a:pt x="1" y="3418"/>
                </a:lnTo>
                <a:lnTo>
                  <a:pt x="7" y="3380"/>
                </a:lnTo>
                <a:lnTo>
                  <a:pt x="13" y="3347"/>
                </a:lnTo>
                <a:lnTo>
                  <a:pt x="22" y="3319"/>
                </a:lnTo>
                <a:lnTo>
                  <a:pt x="33" y="3292"/>
                </a:lnTo>
                <a:lnTo>
                  <a:pt x="44" y="3267"/>
                </a:lnTo>
                <a:lnTo>
                  <a:pt x="56" y="3244"/>
                </a:lnTo>
                <a:lnTo>
                  <a:pt x="68" y="3222"/>
                </a:lnTo>
                <a:lnTo>
                  <a:pt x="80" y="3197"/>
                </a:lnTo>
                <a:lnTo>
                  <a:pt x="90" y="3171"/>
                </a:lnTo>
                <a:lnTo>
                  <a:pt x="99" y="3142"/>
                </a:lnTo>
                <a:lnTo>
                  <a:pt x="106" y="3109"/>
                </a:lnTo>
                <a:lnTo>
                  <a:pt x="111" y="3071"/>
                </a:lnTo>
                <a:lnTo>
                  <a:pt x="113" y="3028"/>
                </a:lnTo>
                <a:lnTo>
                  <a:pt x="111" y="2985"/>
                </a:lnTo>
                <a:lnTo>
                  <a:pt x="106" y="2947"/>
                </a:lnTo>
                <a:lnTo>
                  <a:pt x="99" y="2914"/>
                </a:lnTo>
                <a:lnTo>
                  <a:pt x="90" y="2885"/>
                </a:lnTo>
                <a:lnTo>
                  <a:pt x="80" y="2858"/>
                </a:lnTo>
                <a:lnTo>
                  <a:pt x="68" y="2834"/>
                </a:lnTo>
                <a:lnTo>
                  <a:pt x="44" y="2787"/>
                </a:lnTo>
                <a:lnTo>
                  <a:pt x="33" y="2763"/>
                </a:lnTo>
                <a:lnTo>
                  <a:pt x="22" y="2736"/>
                </a:lnTo>
                <a:lnTo>
                  <a:pt x="13" y="2707"/>
                </a:lnTo>
                <a:lnTo>
                  <a:pt x="7" y="2674"/>
                </a:lnTo>
                <a:lnTo>
                  <a:pt x="1" y="2637"/>
                </a:lnTo>
                <a:lnTo>
                  <a:pt x="0" y="2593"/>
                </a:lnTo>
                <a:lnTo>
                  <a:pt x="1" y="2550"/>
                </a:lnTo>
                <a:lnTo>
                  <a:pt x="7" y="2512"/>
                </a:lnTo>
                <a:lnTo>
                  <a:pt x="13" y="2479"/>
                </a:lnTo>
                <a:lnTo>
                  <a:pt x="22" y="2451"/>
                </a:lnTo>
                <a:lnTo>
                  <a:pt x="33" y="2424"/>
                </a:lnTo>
                <a:lnTo>
                  <a:pt x="44" y="2401"/>
                </a:lnTo>
                <a:lnTo>
                  <a:pt x="68" y="2354"/>
                </a:lnTo>
                <a:lnTo>
                  <a:pt x="80" y="2329"/>
                </a:lnTo>
                <a:lnTo>
                  <a:pt x="90" y="2303"/>
                </a:lnTo>
                <a:lnTo>
                  <a:pt x="99" y="2274"/>
                </a:lnTo>
                <a:lnTo>
                  <a:pt x="106" y="2241"/>
                </a:lnTo>
                <a:lnTo>
                  <a:pt x="111" y="2203"/>
                </a:lnTo>
                <a:lnTo>
                  <a:pt x="113" y="2159"/>
                </a:lnTo>
                <a:lnTo>
                  <a:pt x="111" y="2117"/>
                </a:lnTo>
                <a:lnTo>
                  <a:pt x="106" y="2079"/>
                </a:lnTo>
                <a:lnTo>
                  <a:pt x="99" y="2046"/>
                </a:lnTo>
                <a:lnTo>
                  <a:pt x="90" y="2017"/>
                </a:lnTo>
                <a:lnTo>
                  <a:pt x="80" y="1991"/>
                </a:lnTo>
                <a:lnTo>
                  <a:pt x="68" y="1966"/>
                </a:lnTo>
                <a:lnTo>
                  <a:pt x="56" y="1943"/>
                </a:lnTo>
                <a:lnTo>
                  <a:pt x="44" y="1919"/>
                </a:lnTo>
                <a:lnTo>
                  <a:pt x="33" y="1896"/>
                </a:lnTo>
                <a:lnTo>
                  <a:pt x="22" y="1869"/>
                </a:lnTo>
                <a:lnTo>
                  <a:pt x="13" y="1841"/>
                </a:lnTo>
                <a:lnTo>
                  <a:pt x="7" y="1807"/>
                </a:lnTo>
                <a:lnTo>
                  <a:pt x="1" y="1770"/>
                </a:lnTo>
                <a:lnTo>
                  <a:pt x="0" y="1727"/>
                </a:lnTo>
                <a:lnTo>
                  <a:pt x="1" y="1683"/>
                </a:lnTo>
                <a:lnTo>
                  <a:pt x="7" y="1646"/>
                </a:lnTo>
                <a:lnTo>
                  <a:pt x="13" y="1613"/>
                </a:lnTo>
                <a:lnTo>
                  <a:pt x="22" y="1583"/>
                </a:lnTo>
                <a:lnTo>
                  <a:pt x="33" y="1557"/>
                </a:lnTo>
                <a:lnTo>
                  <a:pt x="44" y="1533"/>
                </a:lnTo>
                <a:lnTo>
                  <a:pt x="56" y="1509"/>
                </a:lnTo>
                <a:lnTo>
                  <a:pt x="68" y="1486"/>
                </a:lnTo>
                <a:lnTo>
                  <a:pt x="80" y="1461"/>
                </a:lnTo>
                <a:lnTo>
                  <a:pt x="90" y="1435"/>
                </a:lnTo>
                <a:lnTo>
                  <a:pt x="99" y="1406"/>
                </a:lnTo>
                <a:lnTo>
                  <a:pt x="106" y="1373"/>
                </a:lnTo>
                <a:lnTo>
                  <a:pt x="111" y="1335"/>
                </a:lnTo>
                <a:lnTo>
                  <a:pt x="113" y="1292"/>
                </a:lnTo>
                <a:lnTo>
                  <a:pt x="111" y="1249"/>
                </a:lnTo>
                <a:lnTo>
                  <a:pt x="106" y="1211"/>
                </a:lnTo>
                <a:lnTo>
                  <a:pt x="99" y="1178"/>
                </a:lnTo>
                <a:lnTo>
                  <a:pt x="90" y="1149"/>
                </a:lnTo>
                <a:lnTo>
                  <a:pt x="80" y="1123"/>
                </a:lnTo>
                <a:lnTo>
                  <a:pt x="68" y="1098"/>
                </a:lnTo>
                <a:lnTo>
                  <a:pt x="56" y="1076"/>
                </a:lnTo>
                <a:lnTo>
                  <a:pt x="44" y="1053"/>
                </a:lnTo>
                <a:lnTo>
                  <a:pt x="33" y="1028"/>
                </a:lnTo>
                <a:lnTo>
                  <a:pt x="22" y="1001"/>
                </a:lnTo>
                <a:lnTo>
                  <a:pt x="13" y="973"/>
                </a:lnTo>
                <a:lnTo>
                  <a:pt x="7" y="940"/>
                </a:lnTo>
                <a:lnTo>
                  <a:pt x="1" y="902"/>
                </a:lnTo>
                <a:lnTo>
                  <a:pt x="0" y="859"/>
                </a:lnTo>
                <a:lnTo>
                  <a:pt x="1" y="816"/>
                </a:lnTo>
                <a:lnTo>
                  <a:pt x="7" y="778"/>
                </a:lnTo>
                <a:lnTo>
                  <a:pt x="13" y="745"/>
                </a:lnTo>
                <a:lnTo>
                  <a:pt x="22" y="716"/>
                </a:lnTo>
                <a:lnTo>
                  <a:pt x="33" y="690"/>
                </a:lnTo>
                <a:lnTo>
                  <a:pt x="44" y="665"/>
                </a:lnTo>
                <a:lnTo>
                  <a:pt x="56" y="641"/>
                </a:lnTo>
                <a:lnTo>
                  <a:pt x="68" y="618"/>
                </a:lnTo>
                <a:lnTo>
                  <a:pt x="80" y="594"/>
                </a:lnTo>
                <a:lnTo>
                  <a:pt x="90" y="568"/>
                </a:lnTo>
                <a:lnTo>
                  <a:pt x="99" y="538"/>
                </a:lnTo>
                <a:lnTo>
                  <a:pt x="106" y="505"/>
                </a:lnTo>
                <a:lnTo>
                  <a:pt x="111" y="469"/>
                </a:lnTo>
                <a:lnTo>
                  <a:pt x="113" y="424"/>
                </a:lnTo>
                <a:lnTo>
                  <a:pt x="111" y="382"/>
                </a:lnTo>
                <a:lnTo>
                  <a:pt x="106" y="344"/>
                </a:lnTo>
                <a:lnTo>
                  <a:pt x="99" y="313"/>
                </a:lnTo>
                <a:lnTo>
                  <a:pt x="90" y="284"/>
                </a:lnTo>
                <a:lnTo>
                  <a:pt x="80" y="258"/>
                </a:lnTo>
                <a:lnTo>
                  <a:pt x="69" y="233"/>
                </a:lnTo>
                <a:lnTo>
                  <a:pt x="58" y="211"/>
                </a:lnTo>
                <a:lnTo>
                  <a:pt x="46" y="187"/>
                </a:lnTo>
                <a:lnTo>
                  <a:pt x="34" y="164"/>
                </a:lnTo>
                <a:lnTo>
                  <a:pt x="24" y="137"/>
                </a:lnTo>
                <a:lnTo>
                  <a:pt x="14" y="110"/>
                </a:lnTo>
                <a:lnTo>
                  <a:pt x="8" y="77"/>
                </a:lnTo>
                <a:lnTo>
                  <a:pt x="3" y="42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12" name="Rectangle 11" title="left edge border"/>
          <p:cNvSpPr/>
          <p:nvPr/>
        </p:nvSpPr>
        <p:spPr>
          <a:xfrm>
            <a:off x="0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37883" y="457200"/>
            <a:ext cx="3092117" cy="1196670"/>
          </a:xfrm>
        </p:spPr>
        <p:txBody>
          <a:bodyPr anchor="b">
            <a:normAutofit/>
          </a:bodyPr>
          <a:lstStyle>
            <a:lvl1pPr>
              <a:lnSpc>
                <a:spcPct val="100000"/>
              </a:lnSpc>
              <a:defRPr sz="1900" b="1" i="0" spc="300" baseline="0">
                <a:solidFill>
                  <a:schemeClr val="accent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37883" y="1741336"/>
            <a:ext cx="3092117" cy="4164164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200"/>
              </a:spcBef>
              <a:buNone/>
              <a:defRPr sz="1600" baseline="0">
                <a:solidFill>
                  <a:schemeClr val="bg2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65950" y="6375679"/>
            <a:ext cx="1232456" cy="348462"/>
          </a:xfrm>
        </p:spPr>
        <p:txBody>
          <a:bodyPr/>
          <a:lstStyle/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103621" y="6375679"/>
            <a:ext cx="3482178" cy="345796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687568" y="6375679"/>
            <a:ext cx="1234440" cy="345796"/>
          </a:xfrm>
        </p:spPr>
        <p:txBody>
          <a:bodyPr/>
          <a:lstStyle/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0340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087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066321" y="382386"/>
            <a:ext cx="1492132" cy="560040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57300" y="382385"/>
            <a:ext cx="8392585" cy="560040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05313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51678" y="382385"/>
            <a:ext cx="10178322" cy="14921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51678" y="2286001"/>
            <a:ext cx="10178322" cy="3593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51678" y="6375679"/>
            <a:ext cx="2329722" cy="34846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6C4272A9-F656-144E-AF11-F0D5D42FDDCF}" type="datetimeFigureOut">
              <a:rPr lang="en-US" smtClean="0"/>
              <a:t>2/20/26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75679"/>
            <a:ext cx="4114800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1" y="6375679"/>
            <a:ext cx="2819399" cy="3457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A216B85-6E85-BC43-8C43-F087420A9C3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Freeform 6" title="Left scallop edge"/>
          <p:cNvSpPr/>
          <p:nvPr/>
        </p:nvSpPr>
        <p:spPr bwMode="auto">
          <a:xfrm>
            <a:off x="0" y="0"/>
            <a:ext cx="885825" cy="6858000"/>
          </a:xfrm>
          <a:custGeom>
            <a:avLst/>
            <a:gdLst/>
            <a:ahLst/>
            <a:cxnLst/>
            <a:rect l="0" t="0" r="r" b="b"/>
            <a:pathLst>
              <a:path w="558" h="4320">
                <a:moveTo>
                  <a:pt x="0" y="0"/>
                </a:moveTo>
                <a:lnTo>
                  <a:pt x="447" y="0"/>
                </a:lnTo>
                <a:lnTo>
                  <a:pt x="448" y="43"/>
                </a:lnTo>
                <a:lnTo>
                  <a:pt x="453" y="81"/>
                </a:lnTo>
                <a:lnTo>
                  <a:pt x="460" y="114"/>
                </a:lnTo>
                <a:lnTo>
                  <a:pt x="469" y="143"/>
                </a:lnTo>
                <a:lnTo>
                  <a:pt x="479" y="169"/>
                </a:lnTo>
                <a:lnTo>
                  <a:pt x="491" y="192"/>
                </a:lnTo>
                <a:lnTo>
                  <a:pt x="503" y="216"/>
                </a:lnTo>
                <a:lnTo>
                  <a:pt x="515" y="240"/>
                </a:lnTo>
                <a:lnTo>
                  <a:pt x="525" y="263"/>
                </a:lnTo>
                <a:lnTo>
                  <a:pt x="535" y="289"/>
                </a:lnTo>
                <a:lnTo>
                  <a:pt x="545" y="318"/>
                </a:lnTo>
                <a:lnTo>
                  <a:pt x="552" y="351"/>
                </a:lnTo>
                <a:lnTo>
                  <a:pt x="556" y="389"/>
                </a:lnTo>
                <a:lnTo>
                  <a:pt x="558" y="432"/>
                </a:lnTo>
                <a:lnTo>
                  <a:pt x="556" y="475"/>
                </a:lnTo>
                <a:lnTo>
                  <a:pt x="552" y="513"/>
                </a:lnTo>
                <a:lnTo>
                  <a:pt x="545" y="546"/>
                </a:lnTo>
                <a:lnTo>
                  <a:pt x="535" y="575"/>
                </a:lnTo>
                <a:lnTo>
                  <a:pt x="525" y="601"/>
                </a:lnTo>
                <a:lnTo>
                  <a:pt x="515" y="624"/>
                </a:lnTo>
                <a:lnTo>
                  <a:pt x="503" y="648"/>
                </a:lnTo>
                <a:lnTo>
                  <a:pt x="491" y="672"/>
                </a:lnTo>
                <a:lnTo>
                  <a:pt x="479" y="695"/>
                </a:lnTo>
                <a:lnTo>
                  <a:pt x="469" y="721"/>
                </a:lnTo>
                <a:lnTo>
                  <a:pt x="460" y="750"/>
                </a:lnTo>
                <a:lnTo>
                  <a:pt x="453" y="783"/>
                </a:lnTo>
                <a:lnTo>
                  <a:pt x="448" y="821"/>
                </a:lnTo>
                <a:lnTo>
                  <a:pt x="447" y="864"/>
                </a:lnTo>
                <a:lnTo>
                  <a:pt x="448" y="907"/>
                </a:lnTo>
                <a:lnTo>
                  <a:pt x="453" y="945"/>
                </a:lnTo>
                <a:lnTo>
                  <a:pt x="460" y="978"/>
                </a:lnTo>
                <a:lnTo>
                  <a:pt x="469" y="1007"/>
                </a:lnTo>
                <a:lnTo>
                  <a:pt x="479" y="1033"/>
                </a:lnTo>
                <a:lnTo>
                  <a:pt x="491" y="1056"/>
                </a:lnTo>
                <a:lnTo>
                  <a:pt x="503" y="1080"/>
                </a:lnTo>
                <a:lnTo>
                  <a:pt x="515" y="1104"/>
                </a:lnTo>
                <a:lnTo>
                  <a:pt x="525" y="1127"/>
                </a:lnTo>
                <a:lnTo>
                  <a:pt x="535" y="1153"/>
                </a:lnTo>
                <a:lnTo>
                  <a:pt x="545" y="1182"/>
                </a:lnTo>
                <a:lnTo>
                  <a:pt x="552" y="1215"/>
                </a:lnTo>
                <a:lnTo>
                  <a:pt x="556" y="1253"/>
                </a:lnTo>
                <a:lnTo>
                  <a:pt x="558" y="1296"/>
                </a:lnTo>
                <a:lnTo>
                  <a:pt x="556" y="1339"/>
                </a:lnTo>
                <a:lnTo>
                  <a:pt x="552" y="1377"/>
                </a:lnTo>
                <a:lnTo>
                  <a:pt x="545" y="1410"/>
                </a:lnTo>
                <a:lnTo>
                  <a:pt x="535" y="1439"/>
                </a:lnTo>
                <a:lnTo>
                  <a:pt x="525" y="1465"/>
                </a:lnTo>
                <a:lnTo>
                  <a:pt x="515" y="1488"/>
                </a:lnTo>
                <a:lnTo>
                  <a:pt x="503" y="1512"/>
                </a:lnTo>
                <a:lnTo>
                  <a:pt x="491" y="1536"/>
                </a:lnTo>
                <a:lnTo>
                  <a:pt x="479" y="1559"/>
                </a:lnTo>
                <a:lnTo>
                  <a:pt x="469" y="1585"/>
                </a:lnTo>
                <a:lnTo>
                  <a:pt x="460" y="1614"/>
                </a:lnTo>
                <a:lnTo>
                  <a:pt x="453" y="1647"/>
                </a:lnTo>
                <a:lnTo>
                  <a:pt x="448" y="1685"/>
                </a:lnTo>
                <a:lnTo>
                  <a:pt x="447" y="1728"/>
                </a:lnTo>
                <a:lnTo>
                  <a:pt x="448" y="1771"/>
                </a:lnTo>
                <a:lnTo>
                  <a:pt x="453" y="1809"/>
                </a:lnTo>
                <a:lnTo>
                  <a:pt x="460" y="1842"/>
                </a:lnTo>
                <a:lnTo>
                  <a:pt x="469" y="1871"/>
                </a:lnTo>
                <a:lnTo>
                  <a:pt x="479" y="1897"/>
                </a:lnTo>
                <a:lnTo>
                  <a:pt x="491" y="1920"/>
                </a:lnTo>
                <a:lnTo>
                  <a:pt x="503" y="1944"/>
                </a:lnTo>
                <a:lnTo>
                  <a:pt x="515" y="1968"/>
                </a:lnTo>
                <a:lnTo>
                  <a:pt x="525" y="1991"/>
                </a:lnTo>
                <a:lnTo>
                  <a:pt x="535" y="2017"/>
                </a:lnTo>
                <a:lnTo>
                  <a:pt x="545" y="2046"/>
                </a:lnTo>
                <a:lnTo>
                  <a:pt x="552" y="2079"/>
                </a:lnTo>
                <a:lnTo>
                  <a:pt x="556" y="2117"/>
                </a:lnTo>
                <a:lnTo>
                  <a:pt x="558" y="2159"/>
                </a:lnTo>
                <a:lnTo>
                  <a:pt x="556" y="2203"/>
                </a:lnTo>
                <a:lnTo>
                  <a:pt x="552" y="2241"/>
                </a:lnTo>
                <a:lnTo>
                  <a:pt x="545" y="2274"/>
                </a:lnTo>
                <a:lnTo>
                  <a:pt x="535" y="2303"/>
                </a:lnTo>
                <a:lnTo>
                  <a:pt x="525" y="2329"/>
                </a:lnTo>
                <a:lnTo>
                  <a:pt x="515" y="2352"/>
                </a:lnTo>
                <a:lnTo>
                  <a:pt x="503" y="2376"/>
                </a:lnTo>
                <a:lnTo>
                  <a:pt x="491" y="2400"/>
                </a:lnTo>
                <a:lnTo>
                  <a:pt x="479" y="2423"/>
                </a:lnTo>
                <a:lnTo>
                  <a:pt x="469" y="2449"/>
                </a:lnTo>
                <a:lnTo>
                  <a:pt x="460" y="2478"/>
                </a:lnTo>
                <a:lnTo>
                  <a:pt x="453" y="2511"/>
                </a:lnTo>
                <a:lnTo>
                  <a:pt x="448" y="2549"/>
                </a:lnTo>
                <a:lnTo>
                  <a:pt x="447" y="2592"/>
                </a:lnTo>
                <a:lnTo>
                  <a:pt x="448" y="2635"/>
                </a:lnTo>
                <a:lnTo>
                  <a:pt x="453" y="2673"/>
                </a:lnTo>
                <a:lnTo>
                  <a:pt x="460" y="2706"/>
                </a:lnTo>
                <a:lnTo>
                  <a:pt x="469" y="2735"/>
                </a:lnTo>
                <a:lnTo>
                  <a:pt x="479" y="2761"/>
                </a:lnTo>
                <a:lnTo>
                  <a:pt x="491" y="2784"/>
                </a:lnTo>
                <a:lnTo>
                  <a:pt x="515" y="2832"/>
                </a:lnTo>
                <a:lnTo>
                  <a:pt x="525" y="2855"/>
                </a:lnTo>
                <a:lnTo>
                  <a:pt x="535" y="2881"/>
                </a:lnTo>
                <a:lnTo>
                  <a:pt x="545" y="2910"/>
                </a:lnTo>
                <a:lnTo>
                  <a:pt x="552" y="2943"/>
                </a:lnTo>
                <a:lnTo>
                  <a:pt x="556" y="2981"/>
                </a:lnTo>
                <a:lnTo>
                  <a:pt x="558" y="3024"/>
                </a:lnTo>
                <a:lnTo>
                  <a:pt x="556" y="3067"/>
                </a:lnTo>
                <a:lnTo>
                  <a:pt x="552" y="3105"/>
                </a:lnTo>
                <a:lnTo>
                  <a:pt x="545" y="3138"/>
                </a:lnTo>
                <a:lnTo>
                  <a:pt x="535" y="3167"/>
                </a:lnTo>
                <a:lnTo>
                  <a:pt x="525" y="3193"/>
                </a:lnTo>
                <a:lnTo>
                  <a:pt x="515" y="3216"/>
                </a:lnTo>
                <a:lnTo>
                  <a:pt x="503" y="3240"/>
                </a:lnTo>
                <a:lnTo>
                  <a:pt x="491" y="3264"/>
                </a:lnTo>
                <a:lnTo>
                  <a:pt x="479" y="3287"/>
                </a:lnTo>
                <a:lnTo>
                  <a:pt x="469" y="3313"/>
                </a:lnTo>
                <a:lnTo>
                  <a:pt x="460" y="3342"/>
                </a:lnTo>
                <a:lnTo>
                  <a:pt x="453" y="3375"/>
                </a:lnTo>
                <a:lnTo>
                  <a:pt x="448" y="3413"/>
                </a:lnTo>
                <a:lnTo>
                  <a:pt x="447" y="3456"/>
                </a:lnTo>
                <a:lnTo>
                  <a:pt x="448" y="3499"/>
                </a:lnTo>
                <a:lnTo>
                  <a:pt x="453" y="3537"/>
                </a:lnTo>
                <a:lnTo>
                  <a:pt x="460" y="3570"/>
                </a:lnTo>
                <a:lnTo>
                  <a:pt x="469" y="3599"/>
                </a:lnTo>
                <a:lnTo>
                  <a:pt x="479" y="3625"/>
                </a:lnTo>
                <a:lnTo>
                  <a:pt x="491" y="3648"/>
                </a:lnTo>
                <a:lnTo>
                  <a:pt x="503" y="3672"/>
                </a:lnTo>
                <a:lnTo>
                  <a:pt x="515" y="3696"/>
                </a:lnTo>
                <a:lnTo>
                  <a:pt x="525" y="3719"/>
                </a:lnTo>
                <a:lnTo>
                  <a:pt x="535" y="3745"/>
                </a:lnTo>
                <a:lnTo>
                  <a:pt x="545" y="3774"/>
                </a:lnTo>
                <a:lnTo>
                  <a:pt x="552" y="3807"/>
                </a:lnTo>
                <a:lnTo>
                  <a:pt x="556" y="3845"/>
                </a:lnTo>
                <a:lnTo>
                  <a:pt x="558" y="3888"/>
                </a:lnTo>
                <a:lnTo>
                  <a:pt x="556" y="3931"/>
                </a:lnTo>
                <a:lnTo>
                  <a:pt x="552" y="3969"/>
                </a:lnTo>
                <a:lnTo>
                  <a:pt x="545" y="4002"/>
                </a:lnTo>
                <a:lnTo>
                  <a:pt x="535" y="4031"/>
                </a:lnTo>
                <a:lnTo>
                  <a:pt x="525" y="4057"/>
                </a:lnTo>
                <a:lnTo>
                  <a:pt x="515" y="4080"/>
                </a:lnTo>
                <a:lnTo>
                  <a:pt x="503" y="4104"/>
                </a:lnTo>
                <a:lnTo>
                  <a:pt x="491" y="4128"/>
                </a:lnTo>
                <a:lnTo>
                  <a:pt x="479" y="4151"/>
                </a:lnTo>
                <a:lnTo>
                  <a:pt x="469" y="4177"/>
                </a:lnTo>
                <a:lnTo>
                  <a:pt x="460" y="4206"/>
                </a:lnTo>
                <a:lnTo>
                  <a:pt x="453" y="4239"/>
                </a:lnTo>
                <a:lnTo>
                  <a:pt x="448" y="4277"/>
                </a:lnTo>
                <a:lnTo>
                  <a:pt x="447" y="4320"/>
                </a:lnTo>
                <a:lnTo>
                  <a:pt x="0" y="4320"/>
                </a:lnTo>
                <a:lnTo>
                  <a:pt x="0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 title="right edge border"/>
          <p:cNvSpPr/>
          <p:nvPr/>
        </p:nvSpPr>
        <p:spPr>
          <a:xfrm>
            <a:off x="11908536" y="0"/>
            <a:ext cx="283464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7538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100" kern="1200" cap="all" spc="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Gill Sans MT" panose="020B0502020104020203" pitchFamily="34" charset="0"/>
        <a:buChar char="–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10000"/>
        </a:lnSpc>
        <a:spcBef>
          <a:spcPts val="700"/>
        </a:spcBef>
        <a:buClr>
          <a:schemeClr val="tx2"/>
        </a:buClr>
        <a:buFont typeface="Arial" panose="020B0604020202020204" pitchFamily="34" charset="0"/>
        <a:buChar char="•"/>
        <a:defRPr sz="1400" kern="1200" baseline="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792">
          <p15:clr>
            <a:srgbClr val="F26B43"/>
          </p15:clr>
        </p15:guide>
        <p15:guide id="2" pos="7200">
          <p15:clr>
            <a:srgbClr val="F26B43"/>
          </p15:clr>
        </p15:guide>
        <p15:guide id="3" orient="horz" pos="4008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720">
          <p15:clr>
            <a:srgbClr val="F26B43"/>
          </p15:clr>
        </p15:guide>
        <p15:guide id="6" orient="horz" pos="2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0.png"/><Relationship Id="rId4" Type="http://schemas.openxmlformats.org/officeDocument/2006/relationships/image" Target="../media/image100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customXml" Target="../ink/ink5.xml"/><Relationship Id="rId3" Type="http://schemas.openxmlformats.org/officeDocument/2006/relationships/image" Target="../media/image90.png"/><Relationship Id="rId7" Type="http://schemas.openxmlformats.org/officeDocument/2006/relationships/image" Target="../media/image1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4.xml"/><Relationship Id="rId5" Type="http://schemas.openxmlformats.org/officeDocument/2006/relationships/image" Target="../media/image110.png"/><Relationship Id="rId10" Type="http://schemas.openxmlformats.org/officeDocument/2006/relationships/image" Target="../media/image140.png"/><Relationship Id="rId4" Type="http://schemas.openxmlformats.org/officeDocument/2006/relationships/image" Target="../media/image100.png"/><Relationship Id="rId9" Type="http://schemas.openxmlformats.org/officeDocument/2006/relationships/image" Target="../media/image130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90.png"/><Relationship Id="rId7" Type="http://schemas.openxmlformats.org/officeDocument/2006/relationships/image" Target="../media/image1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6.xml"/><Relationship Id="rId5" Type="http://schemas.openxmlformats.org/officeDocument/2006/relationships/image" Target="../media/image110.png"/><Relationship Id="rId10" Type="http://schemas.openxmlformats.org/officeDocument/2006/relationships/image" Target="../media/image150.png"/><Relationship Id="rId4" Type="http://schemas.openxmlformats.org/officeDocument/2006/relationships/image" Target="../media/image100.png"/><Relationship Id="rId9" Type="http://schemas.openxmlformats.org/officeDocument/2006/relationships/image" Target="../media/image130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customXml" Target="../ink/ink9.xml"/><Relationship Id="rId3" Type="http://schemas.openxmlformats.org/officeDocument/2006/relationships/image" Target="../media/image90.png"/><Relationship Id="rId7" Type="http://schemas.openxmlformats.org/officeDocument/2006/relationships/image" Target="../media/image1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8.xml"/><Relationship Id="rId5" Type="http://schemas.openxmlformats.org/officeDocument/2006/relationships/image" Target="../media/image110.png"/><Relationship Id="rId4" Type="http://schemas.openxmlformats.org/officeDocument/2006/relationships/image" Target="../media/image100.png"/><Relationship Id="rId9" Type="http://schemas.openxmlformats.org/officeDocument/2006/relationships/image" Target="../media/image130.pn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customXml" Target="../ink/ink11.xml"/><Relationship Id="rId3" Type="http://schemas.openxmlformats.org/officeDocument/2006/relationships/image" Target="../media/image90.png"/><Relationship Id="rId7" Type="http://schemas.openxmlformats.org/officeDocument/2006/relationships/image" Target="../media/image1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10.xml"/><Relationship Id="rId5" Type="http://schemas.openxmlformats.org/officeDocument/2006/relationships/image" Target="../media/image110.png"/><Relationship Id="rId4" Type="http://schemas.openxmlformats.org/officeDocument/2006/relationships/image" Target="../media/image100.png"/><Relationship Id="rId9" Type="http://schemas.openxmlformats.org/officeDocument/2006/relationships/image" Target="../media/image130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0.png"/><Relationship Id="rId3" Type="http://schemas.openxmlformats.org/officeDocument/2006/relationships/customXml" Target="../ink/ink12.xml"/><Relationship Id="rId7" Type="http://schemas.openxmlformats.org/officeDocument/2006/relationships/customXml" Target="../ink/ink14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0.png"/><Relationship Id="rId5" Type="http://schemas.openxmlformats.org/officeDocument/2006/relationships/customXml" Target="../ink/ink13.xml"/><Relationship Id="rId4" Type="http://schemas.openxmlformats.org/officeDocument/2006/relationships/image" Target="../media/image200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992F43-D9F1-577F-213C-BA812C0DD1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Introduction to Deep Learning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CD8AD8-1B37-0416-48F8-32DE809B613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8B288A-F028-744F-AE50-C58FF0A82D31}"/>
              </a:ext>
            </a:extLst>
          </p:cNvPr>
          <p:cNvSpPr txBox="1"/>
          <p:nvPr/>
        </p:nvSpPr>
        <p:spPr>
          <a:xfrm>
            <a:off x="1879143" y="729056"/>
            <a:ext cx="26875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gentle introduction to…</a:t>
            </a:r>
          </a:p>
        </p:txBody>
      </p:sp>
    </p:spTree>
    <p:extLst>
      <p:ext uri="{BB962C8B-B14F-4D97-AF65-F5344CB8AC3E}">
        <p14:creationId xmlns:p14="http://schemas.microsoft.com/office/powerpoint/2010/main" val="302244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E04CBF-5A75-14B6-3EA9-D462743E9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Where are we heading?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110B15-915F-EE30-2F98-2BFD41B007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One of my HOT TAKES in class is that there is a direct line from clustering to Large Language Models (henceforth until the end of the semester, LLMs).</a:t>
            </a:r>
          </a:p>
          <a:p>
            <a:r>
              <a:rPr lang="en-US" dirty="0"/>
              <a:t>LLMs have transformed how we process, produce, and interpret text-as-data:</a:t>
            </a:r>
          </a:p>
          <a:p>
            <a:pPr lvl="1"/>
            <a:r>
              <a:rPr lang="en-US" dirty="0"/>
              <a:t>Increase accessibility to data</a:t>
            </a:r>
          </a:p>
          <a:p>
            <a:pPr lvl="1"/>
            <a:r>
              <a:rPr lang="en-US" dirty="0"/>
              <a:t>Improve representation of text</a:t>
            </a:r>
          </a:p>
          <a:p>
            <a:pPr lvl="1"/>
            <a:r>
              <a:rPr lang="en-US" dirty="0"/>
              <a:t>Model text through complex processes</a:t>
            </a:r>
          </a:p>
          <a:p>
            <a:r>
              <a:rPr lang="en-US" dirty="0"/>
              <a:t>LLMs are built on top of an encoder-decoder architecture that looks something like this… 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73797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55F4E5-2094-2B0F-9284-EDE78A404A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718" y="796343"/>
            <a:ext cx="9360564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63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8D3AB-28F4-511B-D714-C0B1A4D29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4ECB9A-BAFD-EF3E-0435-390A23CFEA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Daunting… </a:t>
            </a:r>
          </a:p>
          <a:p>
            <a:r>
              <a:rPr lang="en-US" dirty="0"/>
              <a:t>That’s where we are heading… but to understand this, we first need to:</a:t>
            </a:r>
          </a:p>
          <a:p>
            <a:pPr lvl="1"/>
            <a:r>
              <a:rPr lang="en-US" dirty="0"/>
              <a:t>Understand the difference between sparse representation (i.e., </a:t>
            </a:r>
            <a:r>
              <a:rPr lang="en-US" dirty="0" err="1"/>
              <a:t>dfm</a:t>
            </a:r>
            <a:r>
              <a:rPr lang="en-US" dirty="0"/>
              <a:t>) and dense representation of words (i.e., word embeddings). </a:t>
            </a:r>
          </a:p>
          <a:p>
            <a:pPr lvl="1"/>
            <a:r>
              <a:rPr lang="en-US" dirty="0"/>
              <a:t>Have an intuitive understanding of how neural network models operate</a:t>
            </a:r>
          </a:p>
          <a:p>
            <a:pPr lvl="1"/>
            <a:r>
              <a:rPr lang="en-US" dirty="0"/>
              <a:t>Understand attention mechanisms.</a:t>
            </a:r>
          </a:p>
          <a:p>
            <a:pPr lvl="1"/>
            <a:r>
              <a:rPr lang="en-US" dirty="0"/>
              <a:t>Stack all of this into a Transformer architecture. </a:t>
            </a:r>
          </a:p>
          <a:p>
            <a:pPr lvl="1"/>
            <a:endParaRPr lang="en-US" dirty="0"/>
          </a:p>
          <a:p>
            <a:r>
              <a:rPr lang="en-US" dirty="0"/>
              <a:t>Let’s start!</a:t>
            </a:r>
          </a:p>
        </p:txBody>
      </p:sp>
    </p:spTree>
    <p:extLst>
      <p:ext uri="{BB962C8B-B14F-4D97-AF65-F5344CB8AC3E}">
        <p14:creationId xmlns:p14="http://schemas.microsoft.com/office/powerpoint/2010/main" val="1084019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BECCB-A2B6-5441-9391-393BD6D8E8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7200" dirty="0"/>
              <a:t>Sparce Vectors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49D62C-751A-AEDC-24E7-451851FAC3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036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EDA4CBB-4EAE-8848-9AFD-D1A423058D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Vector Space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80C473B-C0C2-9332-769A-F6B34AF516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CA" dirty="0"/>
                  <a:t>To represent documents as numbers, we learned about the </a:t>
                </a:r>
                <a:r>
                  <a:rPr lang="en-CA" b="1" dirty="0"/>
                  <a:t>vector space model representation</a:t>
                </a:r>
                <a:r>
                  <a:rPr lang="en-CA" dirty="0"/>
                  <a:t>:</a:t>
                </a:r>
              </a:p>
              <a:p>
                <a:r>
                  <a:rPr lang="en-CA" dirty="0"/>
                  <a:t>A document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 dirty="0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CA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A" dirty="0"/>
                  <a:t> is represented as a collection of features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CA" dirty="0"/>
                  <a:t> (words, tokens, n-grams..)</a:t>
                </a:r>
              </a:p>
              <a:p>
                <a:r>
                  <a:rPr lang="en-CA" dirty="0"/>
                  <a:t>Each feature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CA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CA" dirty="0"/>
                  <a:t> can be place in a real line, then a document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CA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CA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dirty="0"/>
                  <a:t>is a point in a </a:t>
                </a:r>
                <a14:m>
                  <m:oMath xmlns:m="http://schemas.openxmlformats.org/officeDocument/2006/math">
                    <m:r>
                      <a:rPr lang="en-CA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CA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CA" dirty="0"/>
                  <a:t>dimensional space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80C473B-C0C2-9332-769A-F6B34AF516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3" t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20614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728DD2-72CC-3A89-7683-3DC5D71C6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32873-B116-B9D6-6E64-E64592FABD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Take following sentence: </a:t>
            </a:r>
            <a:r>
              <a:rPr lang="en-CA" i="1" dirty="0"/>
              <a:t>“If that is a joke, I love it. If not, can’t wait to unpack that with you later.”</a:t>
            </a:r>
            <a:endParaRPr lang="en-CA" dirty="0"/>
          </a:p>
          <a:p>
            <a:pPr lvl="1"/>
            <a:r>
              <a:rPr lang="en-CA" b="1" dirty="0"/>
              <a:t>Sorted Vocabulary</a:t>
            </a:r>
            <a:r>
              <a:rPr lang="en-CA" dirty="0"/>
              <a:t> =(a, can’t, </a:t>
            </a:r>
            <a:r>
              <a:rPr lang="en-CA" dirty="0" err="1"/>
              <a:t>i</a:t>
            </a:r>
            <a:r>
              <a:rPr lang="en-CA" dirty="0"/>
              <a:t>, if, is, it, joke, later, love, not, that, to, unpack, wait, with, you”)</a:t>
            </a:r>
          </a:p>
          <a:p>
            <a:pPr lvl="1"/>
            <a:r>
              <a:rPr lang="en-CA" b="1" dirty="0"/>
              <a:t>Feature Representation</a:t>
            </a:r>
            <a:r>
              <a:rPr lang="en-CA" dirty="0"/>
              <a:t> = (1, 1, 1, 2, 1, 1, 1, 1, 1, 1, 2, 1, 1, 1, 1, 1)</a:t>
            </a:r>
          </a:p>
          <a:p>
            <a:pPr lvl="1"/>
            <a:r>
              <a:rPr lang="en-CA" dirty="0"/>
              <a:t>Features will typically be the n-gram (mostly unigram) frequencies of the tokens in the document, or some function of those frequencies</a:t>
            </a:r>
          </a:p>
          <a:p>
            <a:pPr marL="0" indent="0">
              <a:buNone/>
            </a:pPr>
            <a:r>
              <a:rPr lang="en-CA" dirty="0"/>
              <a:t>Now each document is a vector (vector space model)</a:t>
            </a:r>
          </a:p>
          <a:p>
            <a:pPr lvl="1"/>
            <a:r>
              <a:rPr lang="en-CA" dirty="0"/>
              <a:t>Stacking these vectors will give you our already known representation for text: a </a:t>
            </a:r>
            <a:r>
              <a:rPr lang="en-CA" b="1" dirty="0"/>
              <a:t>Document Feature Matrix</a:t>
            </a:r>
            <a:endParaRPr lang="en-CA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166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diagram of a triangle&#10;&#10;AI-generated content may be incorrect.">
            <a:extLst>
              <a:ext uri="{FF2B5EF4-FFF2-40B4-BE49-F238E27FC236}">
                <a16:creationId xmlns:a16="http://schemas.microsoft.com/office/drawing/2014/main" id="{DC093398-9438-81F0-F12B-1CE93CFB1A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5" y="1562100"/>
            <a:ext cx="10404933" cy="387303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532A1A2-6D1C-0E39-8215-A51F61341E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35" y="864302"/>
            <a:ext cx="2648016" cy="1117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548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diagram of a triangle&#10;&#10;AI-generated content may be incorrect.">
            <a:extLst>
              <a:ext uri="{FF2B5EF4-FFF2-40B4-BE49-F238E27FC236}">
                <a16:creationId xmlns:a16="http://schemas.microsoft.com/office/drawing/2014/main" id="{0B08E5D8-5861-4284-F6FE-F62934195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335" y="850900"/>
            <a:ext cx="10587330" cy="4838699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E57E7A0-067D-C063-043B-15A722860098}"/>
              </a:ext>
            </a:extLst>
          </p:cNvPr>
          <p:cNvCxnSpPr/>
          <p:nvPr/>
        </p:nvCxnSpPr>
        <p:spPr>
          <a:xfrm flipV="1">
            <a:off x="4927600" y="2057400"/>
            <a:ext cx="698500" cy="219710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 xmlns:aink="http://schemas.microsoft.com/office/drawing/2016/ink">
        <mc:Choice Requires="p14 aink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0CA88A6-470E-0D36-13C7-4D8CFE8E77E8}"/>
                  </a:ext>
                </a:extLst>
              </p14:cNvPr>
              <p14:cNvContentPartPr/>
              <p14:nvPr/>
            </p14:nvContentPartPr>
            <p14:xfrm>
              <a:off x="4203020" y="1972580"/>
              <a:ext cx="922680" cy="11635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0CA88A6-470E-0D36-13C7-4D8CFE8E77E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185380" y="1954580"/>
                <a:ext cx="958320" cy="119916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3CAAAFD0-50E4-28EF-21E0-E8D2D96BA4C6}"/>
              </a:ext>
            </a:extLst>
          </p:cNvPr>
          <p:cNvGrpSpPr/>
          <p:nvPr/>
        </p:nvGrpSpPr>
        <p:grpSpPr>
          <a:xfrm>
            <a:off x="4100060" y="1866380"/>
            <a:ext cx="396360" cy="358560"/>
            <a:chOff x="4100060" y="1866380"/>
            <a:chExt cx="396360" cy="358560"/>
          </a:xfrm>
        </p:grpSpPr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553D97-82F8-18A8-28AC-CD572D0CF890}"/>
                    </a:ext>
                  </a:extLst>
                </p14:cNvPr>
                <p14:cNvContentPartPr/>
                <p14:nvPr/>
              </p14:nvContentPartPr>
              <p14:xfrm>
                <a:off x="4100060" y="2177060"/>
                <a:ext cx="360" cy="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553D97-82F8-18A8-28AC-CD572D0CF890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082060" y="2159420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 xmlns:aink="http://schemas.microsoft.com/office/drawing/2016/ink">
          <mc:Choice Requires="p14 aink">
            <p:contentPart p14:bwMode="auto" r:id="rId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F19DE80B-9215-9BAB-ADBF-ABD403A1F1E5}"/>
                    </a:ext>
                  </a:extLst>
                </p14:cNvPr>
                <p14:cNvContentPartPr/>
                <p14:nvPr/>
              </p14:nvContentPartPr>
              <p14:xfrm>
                <a:off x="4100420" y="1866380"/>
                <a:ext cx="396000" cy="358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F19DE80B-9215-9BAB-ADBF-ABD403A1F1E5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082780" y="1848380"/>
                  <a:ext cx="431640" cy="39420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3BAB3AF2-AD45-7E8F-B9AD-C6E350DC6394}"/>
              </a:ext>
            </a:extLst>
          </p:cNvPr>
          <p:cNvSpPr txBox="1"/>
          <p:nvPr/>
        </p:nvSpPr>
        <p:spPr>
          <a:xfrm>
            <a:off x="3484110" y="1488719"/>
            <a:ext cx="1231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Distance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4C1790-B83A-FF56-4A66-20CF3BDE04DA}"/>
              </a:ext>
            </a:extLst>
          </p:cNvPr>
          <p:cNvSpPr txBox="1"/>
          <p:nvPr/>
        </p:nvSpPr>
        <p:spPr>
          <a:xfrm>
            <a:off x="767820" y="747980"/>
            <a:ext cx="7061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 the vector space, we can use geometry to build well-defined comparison measures between the documents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909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8B9F85-BE33-05A5-095E-D560AB722A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3FFBA-8267-1F42-B83D-26F69EC72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The vector space model is quite useful and has been used in many computational linguistics and social science applications of text-as-data:</a:t>
            </a:r>
          </a:p>
          <a:p>
            <a:r>
              <a:rPr lang="en-CA" dirty="0"/>
              <a:t>Descriptive statistics of documents (count words, text-similarity, complexity, etc..)</a:t>
            </a:r>
          </a:p>
          <a:p>
            <a:r>
              <a:rPr lang="en-CA" dirty="0"/>
              <a:t>Supervised Machine Learning Models for Text Classification (</a:t>
            </a:r>
            <a:r>
              <a:rPr lang="en-CA" dirty="0" err="1"/>
              <a:t>dfm</a:t>
            </a:r>
            <a:r>
              <a:rPr lang="en-CA" dirty="0"/>
              <a:t> becomes the input of the models)</a:t>
            </a:r>
          </a:p>
          <a:p>
            <a:r>
              <a:rPr lang="en-CA" dirty="0"/>
              <a:t>Unsupervised Machine Learning (Topic Models &amp; Clustering)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The underlying intuition is that the occurrence of words in documents is a good approximation to the DGP. And this intuition was used in…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9857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E05EE9-CEE9-32FD-CCB0-BD3DA6E38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Support Vector Machines (SVM)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0C50-41B2-C617-CAA2-2EE3CE0CAB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104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DD1479-CABC-A595-92A9-DFCAC1106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445" y="796343"/>
            <a:ext cx="7495110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8647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E884B8-4F33-04B7-4B2E-F804995E50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445" y="796343"/>
            <a:ext cx="7495110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338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1CEAA24-1D2B-DF04-A667-AE38B70922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445" y="796343"/>
            <a:ext cx="7495110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4191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6596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5622C2-0556-71DD-9539-9DF68975BC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445" y="796343"/>
            <a:ext cx="7495110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355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708BDF6-29D2-73E8-1592-A6873A74C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445" y="796343"/>
            <a:ext cx="7495110" cy="526531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BE5522-2969-B8B2-6C09-9B70CCBC5D14}"/>
              </a:ext>
            </a:extLst>
          </p:cNvPr>
          <p:cNvSpPr txBox="1"/>
          <p:nvPr/>
        </p:nvSpPr>
        <p:spPr>
          <a:xfrm>
            <a:off x="3312623" y="5932356"/>
            <a:ext cx="84023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You can see the math at work here: 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=1NxnPkZM9bc</a:t>
            </a:r>
          </a:p>
        </p:txBody>
      </p:sp>
    </p:spTree>
    <p:extLst>
      <p:ext uri="{BB962C8B-B14F-4D97-AF65-F5344CB8AC3E}">
        <p14:creationId xmlns:p14="http://schemas.microsoft.com/office/powerpoint/2010/main" val="37537869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9E0EA7-D6B6-4111-F2F9-7AF6B2EC9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39A43D-D078-904A-92F7-23AB86DA1A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Ok, but what feature do we use in order to classify texts using SVM?</a:t>
            </a:r>
          </a:p>
          <a:p>
            <a:r>
              <a:rPr lang="en-US" dirty="0"/>
              <a:t>That’s right, word frequencies (e.g., TF-IDF). </a:t>
            </a:r>
          </a:p>
          <a:p>
            <a:r>
              <a:rPr lang="en-US" dirty="0"/>
              <a:t>And then we just choose a kernel function (i.e., a transformation of the data that allows you to process it more easily).  </a:t>
            </a:r>
          </a:p>
        </p:txBody>
      </p:sp>
    </p:spTree>
    <p:extLst>
      <p:ext uri="{BB962C8B-B14F-4D97-AF65-F5344CB8AC3E}">
        <p14:creationId xmlns:p14="http://schemas.microsoft.com/office/powerpoint/2010/main" val="3713490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249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D7046CD-AFBB-E723-B9A2-C6710B2E4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816" y="796343"/>
            <a:ext cx="10426367" cy="52653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F9FDC1D-4F86-1DD6-1BF4-D2246289E78A}"/>
              </a:ext>
            </a:extLst>
          </p:cNvPr>
          <p:cNvSpPr txBox="1"/>
          <p:nvPr/>
        </p:nvSpPr>
        <p:spPr>
          <a:xfrm>
            <a:off x="2451652" y="967409"/>
            <a:ext cx="3208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Garamond" panose="02020404030301010803" pitchFamily="18" charset="0"/>
              </a:rPr>
              <a:t>This is also called the kernel trick!</a:t>
            </a:r>
          </a:p>
        </p:txBody>
      </p:sp>
    </p:spTree>
    <p:extLst>
      <p:ext uri="{BB962C8B-B14F-4D97-AF65-F5344CB8AC3E}">
        <p14:creationId xmlns:p14="http://schemas.microsoft.com/office/powerpoint/2010/main" val="19076349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578EF-A6DD-5008-2547-0950955F4D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859868-41F3-44B9-DF40-7B888AD61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But… </a:t>
            </a:r>
            <a:r>
              <a:rPr lang="en-CA" dirty="0"/>
              <a:t>underlying this model, there is the idea we represent </a:t>
            </a:r>
            <a:r>
              <a:rPr lang="en-CA" dirty="0">
                <a:solidFill>
                  <a:schemeClr val="accent1"/>
                </a:solidFill>
              </a:rPr>
              <a:t>words</a:t>
            </a:r>
            <a:r>
              <a:rPr lang="en-CA" dirty="0"/>
              <a:t> as a </a:t>
            </a:r>
            <a:r>
              <a:rPr lang="en-CA" dirty="0">
                <a:solidFill>
                  <a:schemeClr val="accent1"/>
                </a:solidFill>
              </a:rPr>
              <a:t>one-hot encoding</a:t>
            </a:r>
            <a:r>
              <a:rPr lang="en-CA" dirty="0"/>
              <a:t>.</a:t>
            </a:r>
          </a:p>
          <a:p>
            <a:r>
              <a:rPr lang="en-CA" dirty="0"/>
              <a:t>“cat”: [0,0, 0, 0, 0, 0, 1, 0, ….., V] , on a V dimensional vector</a:t>
            </a:r>
          </a:p>
          <a:p>
            <a:r>
              <a:rPr lang="en-CA" dirty="0"/>
              <a:t>“dog”: [0,0, 0, 0, 0, 0, 0, 1, …., V], on a V dimensional vector</a:t>
            </a:r>
          </a:p>
          <a:p>
            <a:pPr marL="0" indent="0">
              <a:buNone/>
            </a:pPr>
            <a:r>
              <a:rPr lang="en-CA" b="1" dirty="0"/>
              <a:t>What these vectors look like?</a:t>
            </a:r>
            <a:endParaRPr lang="en-CA" dirty="0"/>
          </a:p>
          <a:p>
            <a:r>
              <a:rPr lang="en-CA" dirty="0"/>
              <a:t>really sparse</a:t>
            </a:r>
          </a:p>
          <a:p>
            <a:r>
              <a:rPr lang="en-CA" dirty="0"/>
              <a:t>those vectors are orthogonal (i.e., cat and dog are completely unrelated)</a:t>
            </a:r>
          </a:p>
          <a:p>
            <a:r>
              <a:rPr lang="en-CA" dirty="0"/>
              <a:t>no natural notion of similarity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7437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8C63E-67F9-5D7E-1CE4-2078209BB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2642E0-08CF-C195-82A7-312644A549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add some notion of similarity to these words…</a:t>
            </a:r>
          </a:p>
        </p:txBody>
      </p:sp>
    </p:spTree>
    <p:extLst>
      <p:ext uri="{BB962C8B-B14F-4D97-AF65-F5344CB8AC3E}">
        <p14:creationId xmlns:p14="http://schemas.microsoft.com/office/powerpoint/2010/main" val="20271355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5F2E2-C6DB-5D1E-E3B3-933BEF161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2AFD9-FD1F-832C-4D2C-125C28E0E7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Up until now, we have thought of words as atomic representations of concepts. </a:t>
            </a:r>
          </a:p>
          <a:p>
            <a:r>
              <a:rPr lang="en-US" dirty="0"/>
              <a:t>Intuitively, we know that this is not the case. </a:t>
            </a:r>
          </a:p>
          <a:p>
            <a:r>
              <a:rPr lang="en-US" dirty="0"/>
              <a:t>Let’s think for a moment, as we usually do, about Ludwig Wittgenstein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8909B3D-693C-4682-332F-00D916086F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95985">
            <a:off x="8677627" y="3058621"/>
            <a:ext cx="2698259" cy="35935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157278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337ACE-7DD2-C2B0-787E-FBA30F53A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00224F-8203-14F2-28D3-88DC5E4936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his Philosophical Investigations (1953), Wittgenstein wrote about </a:t>
            </a:r>
            <a:r>
              <a:rPr lang="en-US" i="1" dirty="0"/>
              <a:t>language-games,</a:t>
            </a:r>
            <a:r>
              <a:rPr lang="en-US" dirty="0"/>
              <a:t> this idea that language is used in context and cannot be understood outside of that context. </a:t>
            </a:r>
          </a:p>
          <a:p>
            <a:r>
              <a:rPr lang="en-US" dirty="0"/>
              <a:t>Think of the word </a:t>
            </a:r>
            <a:r>
              <a:rPr lang="en-US" i="1" dirty="0"/>
              <a:t>game</a:t>
            </a:r>
            <a:r>
              <a:rPr lang="en-US" dirty="0"/>
              <a:t>: by itself it cannot be understood. But in context:</a:t>
            </a:r>
          </a:p>
          <a:p>
            <a:pPr lvl="1"/>
            <a:r>
              <a:rPr lang="en-US" i="1" dirty="0"/>
              <a:t>War games</a:t>
            </a:r>
          </a:p>
          <a:p>
            <a:pPr lvl="1"/>
            <a:r>
              <a:rPr lang="en-US" i="1" dirty="0"/>
              <a:t>Board games</a:t>
            </a:r>
          </a:p>
          <a:p>
            <a:pPr lvl="1"/>
            <a:r>
              <a:rPr lang="en-US" i="1" dirty="0"/>
              <a:t>Sports</a:t>
            </a:r>
          </a:p>
          <a:p>
            <a:pPr lvl="1"/>
            <a:r>
              <a:rPr lang="en-US" i="1" dirty="0"/>
              <a:t>Betting games</a:t>
            </a:r>
          </a:p>
          <a:p>
            <a:r>
              <a:rPr lang="en-CA" dirty="0"/>
              <a:t>“For a large class of cases—though not for all—in which we employ the word ‘meaning,’ it can be defined thus: the meaning of a word is its use in the language.” 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638126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3CF49-05E7-C23E-86F6-83B3398E9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Distributional Semantics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2B4AE-7122-6176-B228-6B80D13F5A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This is the </a:t>
            </a:r>
            <a:r>
              <a:rPr lang="en-US" dirty="0">
                <a:solidFill>
                  <a:schemeClr val="accent1"/>
                </a:solidFill>
              </a:rPr>
              <a:t>distributional</a:t>
            </a:r>
            <a:r>
              <a:rPr lang="en-US" dirty="0"/>
              <a:t> hypothesis of language: “you shall know a word by the company it keeps” (J.R. Firth, 1957). </a:t>
            </a:r>
          </a:p>
          <a:p>
            <a:r>
              <a:rPr lang="en-US" b="1" dirty="0"/>
              <a:t>Distributional semantics: </a:t>
            </a:r>
            <a:r>
              <a:rPr lang="en-US" dirty="0"/>
              <a:t>words that are used in the same contexts tend to be similar in meaning. </a:t>
            </a:r>
          </a:p>
          <a:p>
            <a:r>
              <a:rPr lang="en-US" dirty="0"/>
              <a:t>The intuition is as follows:</a:t>
            </a:r>
          </a:p>
        </p:txBody>
      </p:sp>
    </p:spTree>
    <p:extLst>
      <p:ext uri="{BB962C8B-B14F-4D97-AF65-F5344CB8AC3E}">
        <p14:creationId xmlns:p14="http://schemas.microsoft.com/office/powerpoint/2010/main" val="26377007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7D9CE9C-4FEE-C794-D361-0E2A785FAC55}"/>
              </a:ext>
            </a:extLst>
          </p:cNvPr>
          <p:cNvCxnSpPr>
            <a:cxnSpLocks/>
          </p:cNvCxnSpPr>
          <p:nvPr/>
        </p:nvCxnSpPr>
        <p:spPr>
          <a:xfrm flipV="1">
            <a:off x="3010829" y="1449658"/>
            <a:ext cx="0" cy="4337825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723F82D-A374-9F58-99F5-F11317FFBF61}"/>
              </a:ext>
            </a:extLst>
          </p:cNvPr>
          <p:cNvCxnSpPr>
            <a:cxnSpLocks/>
          </p:cNvCxnSpPr>
          <p:nvPr/>
        </p:nvCxnSpPr>
        <p:spPr>
          <a:xfrm>
            <a:off x="2761785" y="5516137"/>
            <a:ext cx="5724293" cy="0"/>
          </a:xfrm>
          <a:prstGeom prst="straightConnector1">
            <a:avLst/>
          </a:prstGeom>
          <a:ln w="1270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0DB505B-D406-AFEB-E1D2-024B38405CA5}"/>
              </a:ext>
            </a:extLst>
          </p:cNvPr>
          <p:cNvSpPr/>
          <p:nvPr/>
        </p:nvSpPr>
        <p:spPr>
          <a:xfrm>
            <a:off x="3523785" y="1341863"/>
            <a:ext cx="780552" cy="8140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Chef</a:t>
            </a:r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EDFB4A4A-4D3F-D586-4583-1182391C6D63}"/>
              </a:ext>
            </a:extLst>
          </p:cNvPr>
          <p:cNvSpPr/>
          <p:nvPr/>
        </p:nvSpPr>
        <p:spPr>
          <a:xfrm>
            <a:off x="4304337" y="1173923"/>
            <a:ext cx="780552" cy="8140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Cook</a:t>
            </a:r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99207E-6796-9F8F-FDBE-87B237538DEB}"/>
              </a:ext>
            </a:extLst>
          </p:cNvPr>
          <p:cNvSpPr txBox="1"/>
          <p:nvPr/>
        </p:nvSpPr>
        <p:spPr>
          <a:xfrm>
            <a:off x="2718227" y="1396277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i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31030E-6E98-AC19-66E7-E3706B16BE70}"/>
              </a:ext>
            </a:extLst>
          </p:cNvPr>
          <p:cNvSpPr txBox="1"/>
          <p:nvPr/>
        </p:nvSpPr>
        <p:spPr>
          <a:xfrm>
            <a:off x="8368097" y="5602817"/>
            <a:ext cx="2359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j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8CB9B64-8D91-804C-59D8-20EA932C07DC}"/>
              </a:ext>
            </a:extLst>
          </p:cNvPr>
          <p:cNvSpPr/>
          <p:nvPr/>
        </p:nvSpPr>
        <p:spPr>
          <a:xfrm>
            <a:off x="5207568" y="1843667"/>
            <a:ext cx="780552" cy="8140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00" dirty="0"/>
              <a:t>Kitchen</a:t>
            </a:r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0C108AA-A6F0-E02E-1304-1C3ECA2BA5D4}"/>
              </a:ext>
            </a:extLst>
          </p:cNvPr>
          <p:cNvSpPr/>
          <p:nvPr/>
        </p:nvSpPr>
        <p:spPr>
          <a:xfrm>
            <a:off x="4427016" y="2555487"/>
            <a:ext cx="780552" cy="8140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Food</a:t>
            </a:r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1829173-890E-BBA3-750E-CFE30B426B41}"/>
              </a:ext>
            </a:extLst>
          </p:cNvPr>
          <p:cNvSpPr/>
          <p:nvPr/>
        </p:nvSpPr>
        <p:spPr>
          <a:xfrm>
            <a:off x="7400692" y="3146503"/>
            <a:ext cx="780552" cy="814040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Bed</a:t>
            </a:r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6F5DE36-9324-ABA0-7F5A-9B0184A07C20}"/>
              </a:ext>
            </a:extLst>
          </p:cNvPr>
          <p:cNvSpPr/>
          <p:nvPr/>
        </p:nvSpPr>
        <p:spPr>
          <a:xfrm>
            <a:off x="7129346" y="4048823"/>
            <a:ext cx="780552" cy="814040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Pillow</a:t>
            </a:r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BE6A722-3C8C-8EFE-E66B-74C33ED339BC}"/>
              </a:ext>
            </a:extLst>
          </p:cNvPr>
          <p:cNvSpPr/>
          <p:nvPr/>
        </p:nvSpPr>
        <p:spPr>
          <a:xfrm>
            <a:off x="6125703" y="4375460"/>
            <a:ext cx="780552" cy="814040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/>
              <a:t>Mattress</a:t>
            </a:r>
            <a:endParaRPr lang="en-US" sz="1600" dirty="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C13F7B3-4AF1-C4BD-F7E9-1CFBFB36D76D}"/>
              </a:ext>
            </a:extLst>
          </p:cNvPr>
          <p:cNvSpPr/>
          <p:nvPr/>
        </p:nvSpPr>
        <p:spPr>
          <a:xfrm>
            <a:off x="6237249" y="3398102"/>
            <a:ext cx="780552" cy="814040"/>
          </a:xfrm>
          <a:prstGeom prst="ellipse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Sleep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30928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person standing in a doorway&#10;&#10;Description automatically generated">
            <a:extLst>
              <a:ext uri="{FF2B5EF4-FFF2-40B4-BE49-F238E27FC236}">
                <a16:creationId xmlns:a16="http://schemas.microsoft.com/office/drawing/2014/main" id="{7EA38ACC-3F41-37BD-F0CA-EDCAB5F768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95" y="796343"/>
            <a:ext cx="3725210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0548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334E0-5719-2A2B-DF33-2FBBA972F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Distributional Semantics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C0F85F-AA09-DAEA-2469-1E90E21DE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This is the </a:t>
            </a:r>
            <a:r>
              <a:rPr lang="en-US" dirty="0">
                <a:solidFill>
                  <a:schemeClr val="accent1"/>
                </a:solidFill>
              </a:rPr>
              <a:t>distributional</a:t>
            </a:r>
            <a:r>
              <a:rPr lang="en-US" dirty="0"/>
              <a:t> hypothesis of language: “you shall know a word by the company it keeps” (J.R. Firth, 1957). </a:t>
            </a:r>
          </a:p>
          <a:p>
            <a:r>
              <a:rPr lang="en-US" b="1" dirty="0"/>
              <a:t>Distributional semantics: </a:t>
            </a:r>
            <a:r>
              <a:rPr lang="en-US" dirty="0"/>
              <a:t>words that are used in the same contexts tend to be similar in meaning. </a:t>
            </a:r>
          </a:p>
          <a:p>
            <a:r>
              <a:rPr lang="en-CA" dirty="0"/>
              <a:t>How can we use this insight to build a word representation?</a:t>
            </a:r>
          </a:p>
          <a:p>
            <a:pPr lvl="1"/>
            <a:r>
              <a:rPr lang="en-CA" dirty="0"/>
              <a:t>Move from sparse representation to dense representation</a:t>
            </a:r>
          </a:p>
          <a:p>
            <a:pPr lvl="1"/>
            <a:r>
              <a:rPr lang="en-CA" dirty="0"/>
              <a:t>Represent words as vectors of numbers with high number of dimensions</a:t>
            </a:r>
          </a:p>
          <a:p>
            <a:pPr lvl="1"/>
            <a:r>
              <a:rPr lang="en-CA" dirty="0"/>
              <a:t>Each feature on this vectors embeds some information from the word (gender? noun? sentiment? stance?)</a:t>
            </a:r>
          </a:p>
          <a:p>
            <a:pPr lvl="1"/>
            <a:r>
              <a:rPr lang="en-CA" dirty="0"/>
              <a:t>Learn this representation from unlabeled data.</a:t>
            </a:r>
          </a:p>
          <a:p>
            <a:endParaRPr lang="en-US" dirty="0"/>
          </a:p>
          <a:p>
            <a:r>
              <a:rPr lang="en-US" dirty="0"/>
              <a:t>Ultimately, we want an </a:t>
            </a:r>
            <a:r>
              <a:rPr lang="en-US" i="1" dirty="0"/>
              <a:t>a priori </a:t>
            </a:r>
            <a:r>
              <a:rPr lang="en-US" dirty="0"/>
              <a:t>meaning of words, by looking at ”the company they keep”, the context in which each word is embedded. </a:t>
            </a:r>
          </a:p>
        </p:txBody>
      </p:sp>
    </p:spTree>
    <p:extLst>
      <p:ext uri="{BB962C8B-B14F-4D97-AF65-F5344CB8AC3E}">
        <p14:creationId xmlns:p14="http://schemas.microsoft.com/office/powerpoint/2010/main" val="32895238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68A69-F3DA-23E2-D65F-84005C2AC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Sparse vs Dense </a:t>
            </a:r>
            <a:r>
              <a:rPr lang="en-US" dirty="0" err="1"/>
              <a:t>VEctors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0E841B-B1CB-A28D-4766-640B4409B7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CA" b="1" dirty="0"/>
                  <a:t>One-hot encoding / Sparse Representation:</a:t>
                </a:r>
                <a:endParaRPr lang="en-CA" dirty="0"/>
              </a:p>
              <a:p>
                <a:r>
                  <a:rPr lang="en-CA" dirty="0"/>
                  <a:t>cat = </a:t>
                </a:r>
                <a14:m>
                  <m:oMath xmlns:m="http://schemas.openxmlformats.org/officeDocument/2006/math">
                    <m:r>
                      <a:rPr lang="en-CA" i="1" dirty="0" smtClean="0">
                        <a:latin typeface="Cambria Math" panose="02040503050406030204" pitchFamily="18" charset="0"/>
                      </a:rPr>
                      <m:t>[0, 0, 0, 0, 1, 0, 0, 0]</m:t>
                    </m:r>
                  </m:oMath>
                </a14:m>
                <a:endParaRPr lang="en-CA" dirty="0"/>
              </a:p>
              <a:p>
                <a:r>
                  <a:rPr lang="en-CA" dirty="0"/>
                  <a:t>dog = </a:t>
                </a:r>
                <a14:m>
                  <m:oMath xmlns:m="http://schemas.openxmlformats.org/officeDocument/2006/math">
                    <m:r>
                      <a:rPr lang="en-CA" i="1" dirty="0">
                        <a:latin typeface="Cambria Math" panose="02040503050406030204" pitchFamily="18" charset="0"/>
                      </a:rPr>
                      <m:t>[0, 0, 0,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0, 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0, 0, 0]</m:t>
                    </m:r>
                  </m:oMath>
                </a14:m>
                <a:endParaRPr lang="en-CA" dirty="0"/>
              </a:p>
              <a:p>
                <a:pPr marL="0" indent="0">
                  <a:buNone/>
                </a:pPr>
                <a:endParaRPr lang="en-CA" dirty="0"/>
              </a:p>
              <a:p>
                <a:pPr marL="0" indent="0">
                  <a:buNone/>
                </a:pPr>
                <a:r>
                  <a:rPr lang="en-CA" b="1" dirty="0"/>
                  <a:t>Word Embedding / Dense Representation:</a:t>
                </a:r>
                <a:endParaRPr lang="en-CA" dirty="0"/>
              </a:p>
              <a:p>
                <a:r>
                  <a:rPr lang="en-CA" dirty="0"/>
                  <a:t>cat = </a:t>
                </a:r>
                <a14:m>
                  <m:oMath xmlns:m="http://schemas.openxmlformats.org/officeDocument/2006/math">
                    <m:r>
                      <a:rPr lang="en-CA" i="1" dirty="0">
                        <a:latin typeface="Cambria Math" panose="02040503050406030204" pitchFamily="18" charset="0"/>
                      </a:rPr>
                      <m:t>[0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.25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−.75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0.9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0, 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0.12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−0.05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, 0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.33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−0.88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0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.45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CA" dirty="0"/>
              </a:p>
              <a:p>
                <a:r>
                  <a:rPr lang="en-CA" dirty="0"/>
                  <a:t>dog = </a:t>
                </a:r>
                <a14:m>
                  <m:oMath xmlns:m="http://schemas.openxmlformats.org/officeDocument/2006/math">
                    <m:r>
                      <a:rPr lang="en-CA" i="1" dirty="0">
                        <a:latin typeface="Cambria Math" panose="02040503050406030204" pitchFamily="18" charset="0"/>
                      </a:rPr>
                      <m:t>[0.25,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.75, 0.90, 0.12,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−0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.05, 0.33,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0.88, </m:t>
                    </m:r>
                    <m:r>
                      <a:rPr lang="en-CA" b="0" i="1" dirty="0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CA" i="1" dirty="0">
                        <a:latin typeface="Cambria Math" panose="02040503050406030204" pitchFamily="18" charset="0"/>
                      </a:rPr>
                      <m:t>0.45]</m:t>
                    </m:r>
                  </m:oMath>
                </a14:m>
                <a:endParaRPr lang="en-CA" dirty="0"/>
              </a:p>
              <a:p>
                <a:pPr marL="0" indent="0">
                  <a:buNone/>
                </a:pPr>
                <a:endParaRPr lang="en-CA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0E841B-B1CB-A28D-4766-640B4409B7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23" t="-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0377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close-up of a colorful pattern&#10;&#10;AI-generated content may be incorrect.">
            <a:extLst>
              <a:ext uri="{FF2B5EF4-FFF2-40B4-BE49-F238E27FC236}">
                <a16:creationId xmlns:a16="http://schemas.microsoft.com/office/drawing/2014/main" id="{BD512D99-02C3-74F8-080A-55AE219F95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2406" y="796343"/>
            <a:ext cx="8667188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0747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A8324-D225-97DD-92C5-6526E1EC1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Embeddings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FD05C-C10F-C567-2925-3669BF1557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b="1" dirty="0"/>
              <a:t>Encoding similarity:</a:t>
            </a:r>
            <a:r>
              <a:rPr lang="en-CA" dirty="0"/>
              <a:t> vectors are not </a:t>
            </a:r>
            <a:r>
              <a:rPr lang="en-CA" dirty="0" err="1"/>
              <a:t>ortogonal</a:t>
            </a:r>
            <a:r>
              <a:rPr lang="en-CA" dirty="0"/>
              <a:t> anymore!</a:t>
            </a:r>
          </a:p>
          <a:p>
            <a:r>
              <a:rPr lang="en-CA" b="1" dirty="0"/>
              <a:t>Automatic Generalization:</a:t>
            </a:r>
            <a:r>
              <a:rPr lang="en-CA" dirty="0"/>
              <a:t> learn about one word allow us to automatically learn about related words</a:t>
            </a:r>
          </a:p>
          <a:p>
            <a:r>
              <a:rPr lang="en-CA" b="1" dirty="0"/>
              <a:t>Encodes Meaning:</a:t>
            </a:r>
            <a:r>
              <a:rPr lang="en-CA" dirty="0"/>
              <a:t> by learning the context, we can learn what a word means.</a:t>
            </a:r>
          </a:p>
          <a:p>
            <a:r>
              <a:rPr lang="en-CA" b="1" dirty="0"/>
              <a:t>As a consequence:</a:t>
            </a:r>
            <a:endParaRPr lang="en-CA" dirty="0"/>
          </a:p>
          <a:p>
            <a:pPr lvl="1"/>
            <a:r>
              <a:rPr lang="en-CA" dirty="0"/>
              <a:t>Word Embeddings improve by ORDERS OF MAGNITUDE </a:t>
            </a:r>
            <a:r>
              <a:rPr lang="en-CA"/>
              <a:t>several text-as-data tasks.</a:t>
            </a:r>
            <a:endParaRPr lang="en-CA" dirty="0"/>
          </a:p>
          <a:p>
            <a:pPr lvl="1"/>
            <a:r>
              <a:rPr lang="en-CA" dirty="0"/>
              <a:t>Allows to deal with unseen words.</a:t>
            </a:r>
          </a:p>
          <a:p>
            <a:pPr lvl="1"/>
            <a:r>
              <a:rPr lang="en-CA" dirty="0"/>
              <a:t>Form the core idea of state-of-the-art models, such as LLMs.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07102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1E175-CB29-64EF-593E-697C2FE0F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5F04C4-D972-F7C5-96E0-E021216F3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understand how we get these wonderful word embeddings, we need to first understand, if only intuitively, how neural networks work. </a:t>
            </a:r>
          </a:p>
        </p:txBody>
      </p:sp>
    </p:spTree>
    <p:extLst>
      <p:ext uri="{BB962C8B-B14F-4D97-AF65-F5344CB8AC3E}">
        <p14:creationId xmlns:p14="http://schemas.microsoft.com/office/powerpoint/2010/main" val="311568874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E14FD-0BA5-356C-E1FA-25B5C6E89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7200" dirty="0"/>
              <a:t>How do Neural network work?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E4D32A-4747-65DE-6DAE-D2D4FAC13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33932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59040B-00B0-1630-A707-F10B385CB6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DB1BF-82A6-5D19-F5FE-E96016A8E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go to our Week 8 code… </a:t>
            </a:r>
          </a:p>
        </p:txBody>
      </p:sp>
    </p:spTree>
    <p:extLst>
      <p:ext uri="{BB962C8B-B14F-4D97-AF65-F5344CB8AC3E}">
        <p14:creationId xmlns:p14="http://schemas.microsoft.com/office/powerpoint/2010/main" val="147773895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9523A-7A94-2B5E-5465-F183CD7843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3BE08C-91B5-D79C-2E99-DC9113491C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Now that we have a clearer understanding (hopefully) of how a neural network works, let’s look at the basics of word embeddings. </a:t>
            </a:r>
          </a:p>
        </p:txBody>
      </p:sp>
    </p:spTree>
    <p:extLst>
      <p:ext uri="{BB962C8B-B14F-4D97-AF65-F5344CB8AC3E}">
        <p14:creationId xmlns:p14="http://schemas.microsoft.com/office/powerpoint/2010/main" val="28372415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896D7-5AB6-8CAA-879C-C997692F6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FDD610-42D3-8ACF-70AF-D9F6C6CBAD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5680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75DC1A-183F-D64A-0984-5E90D6A5E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2923A-BFBA-7E5A-BEFD-F201B39E62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BoW</a:t>
            </a:r>
            <a:r>
              <a:rPr lang="en-US" dirty="0"/>
              <a:t> approaches rely on a deeply limited theory of language. </a:t>
            </a:r>
          </a:p>
          <a:p>
            <a:r>
              <a:rPr lang="en-US" dirty="0"/>
              <a:t>The core idea behind word embeddings is the distributional hypothesis of language: ``you shall know a word by the company it keeps’’. </a:t>
            </a:r>
          </a:p>
        </p:txBody>
      </p:sp>
    </p:spTree>
    <p:extLst>
      <p:ext uri="{BB962C8B-B14F-4D97-AF65-F5344CB8AC3E}">
        <p14:creationId xmlns:p14="http://schemas.microsoft.com/office/powerpoint/2010/main" val="413945504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Context window">
            <a:extLst>
              <a:ext uri="{FF2B5EF4-FFF2-40B4-BE49-F238E27FC236}">
                <a16:creationId xmlns:a16="http://schemas.microsoft.com/office/drawing/2014/main" id="{E59324E0-99F6-ABA2-F22A-A3808D133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2335" y="1668858"/>
            <a:ext cx="10587330" cy="35202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19498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23A1C-3BF7-59F4-6FBE-7952B7406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55E302-D3C8-849C-CBB6-D3282F5C1D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choose a context window and create a co-occurrence matrix. For example, with a context window of two:</a:t>
            </a:r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3778FA-7C45-4ECE-B1D8-03832FBB7B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394451"/>
              </p:ext>
            </p:extLst>
          </p:nvPr>
        </p:nvGraphicFramePr>
        <p:xfrm>
          <a:off x="2276839" y="3138055"/>
          <a:ext cx="8127999" cy="3337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21526137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311291318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1044639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19495024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7799165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72834743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33473150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4035611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9915514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cute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jumps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lazy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dog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33882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26438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cute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20432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15220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jumps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31522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over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80391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the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76868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lazy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026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dog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68799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43354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9" name="Rectangle 8198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01" name="Rectangle 8200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1F2FF4F2-5ED9-8FA7-BF68-30441F2490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426791" y="796343"/>
            <a:ext cx="7338418" cy="5265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221352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09195-DB9A-6E49-CC7E-BB1DF53F1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networks…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E7C757F-DEDE-BAB2-E2F7-9843236E81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14490" t="14586" r="4102" b="3127"/>
          <a:stretch/>
        </p:blipFill>
        <p:spPr>
          <a:xfrm>
            <a:off x="2779829" y="1491343"/>
            <a:ext cx="7235028" cy="4591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988324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37490-9506-79D3-2425-6EB55881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but for corpora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02BA4FD1-A442-EE01-90A2-81AA15192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160" t="51034" r="13914" b="4553"/>
          <a:stretch/>
        </p:blipFill>
        <p:spPr>
          <a:xfrm>
            <a:off x="2127834" y="1249683"/>
            <a:ext cx="8426009" cy="37338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/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/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/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1772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37490-9506-79D3-2425-6EB55881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but for corpora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02BA4FD1-A442-EE01-90A2-81AA15192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160" t="51034" r="13914" b="4553"/>
          <a:stretch/>
        </p:blipFill>
        <p:spPr>
          <a:xfrm>
            <a:off x="2127834" y="1249683"/>
            <a:ext cx="8426009" cy="37338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/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/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/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221A32D9-0459-423C-AF32-3CAC354ABB48}"/>
              </a:ext>
            </a:extLst>
          </p:cNvPr>
          <p:cNvSpPr/>
          <p:nvPr/>
        </p:nvSpPr>
        <p:spPr>
          <a:xfrm>
            <a:off x="5203371" y="2460171"/>
            <a:ext cx="783772" cy="2612572"/>
          </a:xfrm>
          <a:prstGeom prst="rect">
            <a:avLst/>
          </a:prstGeom>
          <a:noFill/>
          <a:ln w="190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DD4A31D-1B80-4F40-C8D2-34070D429F8C}"/>
              </a:ext>
            </a:extLst>
          </p:cNvPr>
          <p:cNvGrpSpPr/>
          <p:nvPr/>
        </p:nvGrpSpPr>
        <p:grpSpPr>
          <a:xfrm>
            <a:off x="4781571" y="5043240"/>
            <a:ext cx="692640" cy="797400"/>
            <a:chOff x="4781571" y="5043240"/>
            <a:chExt cx="692640" cy="79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4E0BB3D-F03D-C9CA-9F7F-37E183849F2F}"/>
                    </a:ext>
                  </a:extLst>
                </p14:cNvPr>
                <p14:cNvContentPartPr/>
                <p14:nvPr/>
              </p14:nvContentPartPr>
              <p14:xfrm>
                <a:off x="4781571" y="5051880"/>
                <a:ext cx="571680" cy="788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4E0BB3D-F03D-C9CA-9F7F-37E183849F2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775451" y="5045760"/>
                  <a:ext cx="58392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84628BE-9FDC-F325-E5F5-C68FBE8EC460}"/>
                    </a:ext>
                  </a:extLst>
                </p14:cNvPr>
                <p14:cNvContentPartPr/>
                <p14:nvPr/>
              </p14:nvContentPartPr>
              <p14:xfrm>
                <a:off x="5230851" y="5043240"/>
                <a:ext cx="243360" cy="175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84628BE-9FDC-F325-E5F5-C68FBE8EC46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24731" y="5037120"/>
                  <a:ext cx="255600" cy="18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B87D25-FB04-4486-A868-7A21ADDA57F7}"/>
                  </a:ext>
                </a:extLst>
              </p:cNvPr>
              <p:cNvSpPr txBox="1"/>
              <p:nvPr/>
            </p:nvSpPr>
            <p:spPr>
              <a:xfrm>
                <a:off x="2778406" y="5849280"/>
                <a:ext cx="522259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latin typeface="Garamond" panose="02020404030301010803" pitchFamily="18" charset="0"/>
                  </a:rPr>
                  <a:t>What weights do I need to add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𝑤𝑜𝑟𝑑</m:t>
                        </m:r>
                      </m:e>
                      <m:sub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CA" b="0" i="0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Garamond" panose="02020404030301010803" pitchFamily="18" charset="0"/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𝑤𝑜𝑟𝑑</m:t>
                        </m:r>
                      </m:e>
                      <m:sub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CA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>
                    <a:latin typeface="Garamond" panose="02020404030301010803" pitchFamily="18" charset="0"/>
                  </a:rPr>
                  <a:t> to 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𝑤𝑜𝑟𝑑</m:t>
                        </m:r>
                      </m:e>
                      <m:sub>
                        <m:r>
                          <a:rPr lang="en-CA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>
                    <a:latin typeface="Garamond" panose="02020404030301010803" pitchFamily="18" charset="0"/>
                  </a:rPr>
                  <a:t>? What would you do?</a:t>
                </a:r>
              </a:p>
              <a:p>
                <a:endParaRPr lang="en-US" dirty="0">
                  <a:latin typeface="Garamond" panose="02020404030301010803" pitchFamily="18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B87D25-FB04-4486-A868-7A21ADDA5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406" y="5849280"/>
                <a:ext cx="5222594" cy="1200329"/>
              </a:xfrm>
              <a:prstGeom prst="rect">
                <a:avLst/>
              </a:prstGeom>
              <a:blipFill>
                <a:blip r:embed="rId10"/>
                <a:stretch>
                  <a:fillRect l="-969" t="-21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535853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37490-9506-79D3-2425-6EB55881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but for corpora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02BA4FD1-A442-EE01-90A2-81AA15192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160" t="51034" r="13914" b="4553"/>
          <a:stretch/>
        </p:blipFill>
        <p:spPr>
          <a:xfrm>
            <a:off x="2127834" y="1249683"/>
            <a:ext cx="8426009" cy="37338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/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/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/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221A32D9-0459-423C-AF32-3CAC354ABB48}"/>
              </a:ext>
            </a:extLst>
          </p:cNvPr>
          <p:cNvSpPr/>
          <p:nvPr/>
        </p:nvSpPr>
        <p:spPr>
          <a:xfrm>
            <a:off x="5203371" y="2460171"/>
            <a:ext cx="783772" cy="2612572"/>
          </a:xfrm>
          <a:prstGeom prst="rect">
            <a:avLst/>
          </a:prstGeom>
          <a:noFill/>
          <a:ln w="190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DD4A31D-1B80-4F40-C8D2-34070D429F8C}"/>
              </a:ext>
            </a:extLst>
          </p:cNvPr>
          <p:cNvGrpSpPr/>
          <p:nvPr/>
        </p:nvGrpSpPr>
        <p:grpSpPr>
          <a:xfrm>
            <a:off x="4781571" y="5043240"/>
            <a:ext cx="692640" cy="797400"/>
            <a:chOff x="4781571" y="5043240"/>
            <a:chExt cx="692640" cy="79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4E0BB3D-F03D-C9CA-9F7F-37E183849F2F}"/>
                    </a:ext>
                  </a:extLst>
                </p14:cNvPr>
                <p14:cNvContentPartPr/>
                <p14:nvPr/>
              </p14:nvContentPartPr>
              <p14:xfrm>
                <a:off x="4781571" y="5051880"/>
                <a:ext cx="571680" cy="788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4E0BB3D-F03D-C9CA-9F7F-37E183849F2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775451" y="5045760"/>
                  <a:ext cx="58392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84628BE-9FDC-F325-E5F5-C68FBE8EC460}"/>
                    </a:ext>
                  </a:extLst>
                </p14:cNvPr>
                <p14:cNvContentPartPr/>
                <p14:nvPr/>
              </p14:nvContentPartPr>
              <p14:xfrm>
                <a:off x="5230851" y="5043240"/>
                <a:ext cx="243360" cy="175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84628BE-9FDC-F325-E5F5-C68FBE8EC46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24731" y="5037120"/>
                  <a:ext cx="255600" cy="187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B87D25-FB04-4486-A868-7A21ADDA57F7}"/>
                  </a:ext>
                </a:extLst>
              </p:cNvPr>
              <p:cNvSpPr txBox="1"/>
              <p:nvPr/>
            </p:nvSpPr>
            <p:spPr>
              <a:xfrm>
                <a:off x="1741715" y="5849280"/>
                <a:ext cx="6912428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CA" dirty="0">
                    <a:latin typeface="Garamond" panose="02020404030301010803" pitchFamily="18" charset="0"/>
                  </a:rPr>
                  <a:t>Yes, you predict different values for </a:t>
                </a:r>
                <a14:m>
                  <m:oMath xmlns:m="http://schemas.openxmlformats.org/officeDocument/2006/math">
                    <m:r>
                      <a:rPr lang="en-CA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CA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CA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latin typeface="Garamond" panose="02020404030301010803" pitchFamily="18" charset="0"/>
                  </a:rPr>
                  <a:t> while minimizing </a:t>
                </a:r>
                <a:r>
                  <a:rPr lang="en-US" i="1" dirty="0">
                    <a:latin typeface="Garamond" panose="02020404030301010803" pitchFamily="18" charset="0"/>
                  </a:rPr>
                  <a:t>loss*</a:t>
                </a:r>
                <a:r>
                  <a:rPr lang="en-US" dirty="0">
                    <a:latin typeface="Garamond" panose="02020404030301010803" pitchFamily="18" charset="0"/>
                  </a:rPr>
                  <a:t> of the neural network (or maximize the predictive power of </a:t>
                </a:r>
                <a14:m>
                  <m:oMath xmlns:m="http://schemas.openxmlformats.org/officeDocument/2006/math"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𝛽</m:t>
                    </m:r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+…+</m:t>
                    </m:r>
                    <m:sSub>
                      <m:sSubPr>
                        <m:ctrlP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CA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CA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>
                    <a:latin typeface="Garamond" panose="02020404030301010803" pitchFamily="18" charset="0"/>
                  </a:rPr>
                  <a:t>) . How though?</a:t>
                </a:r>
                <a:endParaRPr lang="en-US" i="1" dirty="0">
                  <a:latin typeface="Garamond" panose="02020404030301010803" pitchFamily="18" charset="0"/>
                </a:endParaRP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BFB87D25-FB04-4486-A868-7A21ADDA57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41715" y="5849280"/>
                <a:ext cx="6912428" cy="1477328"/>
              </a:xfrm>
              <a:prstGeom prst="rect">
                <a:avLst/>
              </a:prstGeom>
              <a:blipFill>
                <a:blip r:embed="rId10"/>
                <a:stretch>
                  <a:fillRect l="-917" t="-17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720602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37490-9506-79D3-2425-6EB55881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but for corpora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02BA4FD1-A442-EE01-90A2-81AA15192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160" t="51034" r="13914" b="4553"/>
          <a:stretch/>
        </p:blipFill>
        <p:spPr>
          <a:xfrm>
            <a:off x="2127834" y="1249683"/>
            <a:ext cx="8426009" cy="37338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/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/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/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221A32D9-0459-423C-AF32-3CAC354ABB48}"/>
              </a:ext>
            </a:extLst>
          </p:cNvPr>
          <p:cNvSpPr/>
          <p:nvPr/>
        </p:nvSpPr>
        <p:spPr>
          <a:xfrm>
            <a:off x="5203371" y="2460171"/>
            <a:ext cx="783772" cy="2612572"/>
          </a:xfrm>
          <a:prstGeom prst="rect">
            <a:avLst/>
          </a:prstGeom>
          <a:noFill/>
          <a:ln w="190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DD4A31D-1B80-4F40-C8D2-34070D429F8C}"/>
              </a:ext>
            </a:extLst>
          </p:cNvPr>
          <p:cNvGrpSpPr/>
          <p:nvPr/>
        </p:nvGrpSpPr>
        <p:grpSpPr>
          <a:xfrm>
            <a:off x="4781571" y="5043240"/>
            <a:ext cx="692640" cy="797400"/>
            <a:chOff x="4781571" y="5043240"/>
            <a:chExt cx="692640" cy="79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4E0BB3D-F03D-C9CA-9F7F-37E183849F2F}"/>
                    </a:ext>
                  </a:extLst>
                </p14:cNvPr>
                <p14:cNvContentPartPr/>
                <p14:nvPr/>
              </p14:nvContentPartPr>
              <p14:xfrm>
                <a:off x="4781571" y="5051880"/>
                <a:ext cx="571680" cy="788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4E0BB3D-F03D-C9CA-9F7F-37E183849F2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775451" y="5045760"/>
                  <a:ext cx="58392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84628BE-9FDC-F325-E5F5-C68FBE8EC460}"/>
                    </a:ext>
                  </a:extLst>
                </p14:cNvPr>
                <p14:cNvContentPartPr/>
                <p14:nvPr/>
              </p14:nvContentPartPr>
              <p14:xfrm>
                <a:off x="5230851" y="5043240"/>
                <a:ext cx="243360" cy="175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84628BE-9FDC-F325-E5F5-C68FBE8EC46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24731" y="5037120"/>
                  <a:ext cx="255600" cy="187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FB87D25-FB04-4486-A868-7A21ADDA57F7}"/>
              </a:ext>
            </a:extLst>
          </p:cNvPr>
          <p:cNvSpPr txBox="1"/>
          <p:nvPr/>
        </p:nvSpPr>
        <p:spPr>
          <a:xfrm>
            <a:off x="1741715" y="5849280"/>
            <a:ext cx="691242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Garamond" panose="02020404030301010803" pitchFamily="18" charset="0"/>
              </a:rPr>
              <a:t>Right, again! Using </a:t>
            </a:r>
            <a:r>
              <a:rPr lang="en-CA" sz="1800" i="1" dirty="0">
                <a:effectLst/>
                <a:latin typeface="Garamond" panose="02020404030301010803" pitchFamily="18" charset="0"/>
              </a:rPr>
              <a:t>stochastic gradient descent… </a:t>
            </a:r>
            <a:r>
              <a:rPr lang="en-CA" sz="1800" dirty="0">
                <a:effectLst/>
                <a:latin typeface="Garamond" panose="02020404030301010803" pitchFamily="18" charset="0"/>
              </a:rPr>
              <a:t>think about it like MLE but not MLE (since </a:t>
            </a:r>
            <a:r>
              <a:rPr lang="en-CA" dirty="0">
                <a:latin typeface="Garamond" panose="02020404030301010803" pitchFamily="18" charset="0"/>
              </a:rPr>
              <a:t>maximizing likelihood is a </a:t>
            </a:r>
            <a:r>
              <a:rPr lang="en-CA" i="1" dirty="0">
                <a:latin typeface="Garamond" panose="02020404030301010803" pitchFamily="18" charset="0"/>
              </a:rPr>
              <a:t>method of finding the parameters</a:t>
            </a:r>
            <a:r>
              <a:rPr lang="en-CA" dirty="0">
                <a:latin typeface="Garamond" panose="02020404030301010803" pitchFamily="18" charset="0"/>
              </a:rPr>
              <a:t>, while neural network is the </a:t>
            </a:r>
            <a:r>
              <a:rPr lang="en-CA" i="1" dirty="0">
                <a:latin typeface="Garamond" panose="02020404030301010803" pitchFamily="18" charset="0"/>
              </a:rPr>
              <a:t>function</a:t>
            </a:r>
            <a:r>
              <a:rPr lang="en-CA" dirty="0">
                <a:latin typeface="Garamond" panose="02020404030301010803" pitchFamily="18" charset="0"/>
              </a:rPr>
              <a:t> defined in terms of those parameters)</a:t>
            </a:r>
            <a:endParaRPr lang="en-US" i="1" dirty="0">
              <a:latin typeface="Garamond" panose="02020404030301010803" pitchFamily="18" charset="0"/>
            </a:endParaRPr>
          </a:p>
          <a:p>
            <a:endParaRPr lang="en-US" i="1" dirty="0">
              <a:latin typeface="Garamond" panose="02020404030301010803" pitchFamily="18" charset="0"/>
            </a:endParaRPr>
          </a:p>
          <a:p>
            <a:endParaRPr lang="en-US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47771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37490-9506-79D3-2425-6EB55881CF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but for corpora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02BA4FD1-A442-EE01-90A2-81AA1519251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160" t="51034" r="13914" b="4553"/>
          <a:stretch/>
        </p:blipFill>
        <p:spPr>
          <a:xfrm>
            <a:off x="2127834" y="1249683"/>
            <a:ext cx="8426009" cy="373380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/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1D3A058-86F0-F4D3-9AF8-11B0AE9AF02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2835965"/>
                <a:ext cx="1074846" cy="3975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/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A41DF668-B598-38B4-C662-2DE2416632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83972" y="4359965"/>
                <a:ext cx="1074846" cy="3975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/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𝑤𝑜𝑟𝑑</m:t>
                          </m:r>
                        </m:e>
                        <m:sub>
                          <m:r>
                            <a:rPr lang="en-CA" b="0" i="1" dirty="0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871DC0FA-870E-42A2-CD33-5FEB9C9CE0D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744" y="4180586"/>
                <a:ext cx="1074846" cy="3975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:a16="http://schemas.microsoft.com/office/drawing/2014/main" id="{221A32D9-0459-423C-AF32-3CAC354ABB48}"/>
              </a:ext>
            </a:extLst>
          </p:cNvPr>
          <p:cNvSpPr/>
          <p:nvPr/>
        </p:nvSpPr>
        <p:spPr>
          <a:xfrm>
            <a:off x="5203371" y="2460171"/>
            <a:ext cx="783772" cy="2612572"/>
          </a:xfrm>
          <a:prstGeom prst="rect">
            <a:avLst/>
          </a:prstGeom>
          <a:noFill/>
          <a:ln w="190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7DD4A31D-1B80-4F40-C8D2-34070D429F8C}"/>
              </a:ext>
            </a:extLst>
          </p:cNvPr>
          <p:cNvGrpSpPr/>
          <p:nvPr/>
        </p:nvGrpSpPr>
        <p:grpSpPr>
          <a:xfrm>
            <a:off x="4781571" y="5043240"/>
            <a:ext cx="692640" cy="797400"/>
            <a:chOff x="4781571" y="5043240"/>
            <a:chExt cx="692640" cy="79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4E0BB3D-F03D-C9CA-9F7F-37E183849F2F}"/>
                    </a:ext>
                  </a:extLst>
                </p14:cNvPr>
                <p14:cNvContentPartPr/>
                <p14:nvPr/>
              </p14:nvContentPartPr>
              <p14:xfrm>
                <a:off x="4781571" y="5051880"/>
                <a:ext cx="571680" cy="7887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4E0BB3D-F03D-C9CA-9F7F-37E183849F2F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4775451" y="5045760"/>
                  <a:ext cx="583920" cy="80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84628BE-9FDC-F325-E5F5-C68FBE8EC460}"/>
                    </a:ext>
                  </a:extLst>
                </p14:cNvPr>
                <p14:cNvContentPartPr/>
                <p14:nvPr/>
              </p14:nvContentPartPr>
              <p14:xfrm>
                <a:off x="5230851" y="5043240"/>
                <a:ext cx="243360" cy="175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84628BE-9FDC-F325-E5F5-C68FBE8EC46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5224731" y="5037120"/>
                  <a:ext cx="255600" cy="187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FB87D25-FB04-4486-A868-7A21ADDA57F7}"/>
              </a:ext>
            </a:extLst>
          </p:cNvPr>
          <p:cNvSpPr txBox="1"/>
          <p:nvPr/>
        </p:nvSpPr>
        <p:spPr>
          <a:xfrm>
            <a:off x="3458818" y="5883965"/>
            <a:ext cx="272142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>
                <a:latin typeface="Garamond" panose="02020404030301010803" pitchFamily="18" charset="0"/>
              </a:rPr>
              <a:t>That’s the word embedding!</a:t>
            </a:r>
            <a:endParaRPr lang="en-US" i="1" dirty="0">
              <a:latin typeface="Garamond" panose="02020404030301010803" pitchFamily="18" charset="0"/>
            </a:endParaRPr>
          </a:p>
          <a:p>
            <a:endParaRPr lang="en-US" i="1" dirty="0">
              <a:latin typeface="Garamond" panose="02020404030301010803" pitchFamily="18" charset="0"/>
            </a:endParaRPr>
          </a:p>
          <a:p>
            <a:endParaRPr lang="en-US" dirty="0">
              <a:latin typeface="Garamond" panose="020204040303010108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425707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E14FD-0BA5-356C-E1FA-25B5C6E89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E4D32A-4747-65DE-6DAE-D2D4FAC13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5920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403C8-5CA6-F186-3E3A-3AB02C693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similarity: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5CDAD-A67F-CA18-F862-7D3AF6688C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These embedding have nice and intuitive algebraic properties. Thus: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D9E808-B81E-D5A9-0735-6B6585DE52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0340" y="3429000"/>
            <a:ext cx="5771320" cy="775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844952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4F6927-0829-9CAC-3D14-7CB1E5E45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 descr="A person standing in a doorway&#10;&#10;Description automatically generated">
            <a:extLst>
              <a:ext uri="{FF2B5EF4-FFF2-40B4-BE49-F238E27FC236}">
                <a16:creationId xmlns:a16="http://schemas.microsoft.com/office/drawing/2014/main" id="{EFCB86DC-653F-F214-BA96-C4C08B248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95" y="796343"/>
            <a:ext cx="3725210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51256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5CB2C6-1D3E-12FA-AC67-040818BC02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Automatic Generalization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C2D2A-9176-175E-FD4C-CB5E0C930C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Which also means that, even if I get a word that not often used in MY corpus, the computer can infer the meaning by looking at the embeddings of other words that are close by.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0181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7845E-612E-2F97-A211-13F7D8776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Measuring meaning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F9CFC-67F1-2291-9F25-D41BE967A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As words get closer in spaces there are more similar in meaning… as they get farther, they get more different in meaning… </a:t>
            </a:r>
          </a:p>
        </p:txBody>
      </p:sp>
    </p:spTree>
    <p:extLst>
      <p:ext uri="{BB962C8B-B14F-4D97-AF65-F5344CB8AC3E}">
        <p14:creationId xmlns:p14="http://schemas.microsoft.com/office/powerpoint/2010/main" val="281752591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BC248D-467F-DE6B-AAEC-93E4C48534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0640" y="796343"/>
            <a:ext cx="4330720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35396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6AE00-F8B4-69B9-C643-7B5311FB3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use it? /</a:t>
            </a:r>
            <a:br>
              <a:rPr lang="en-US" dirty="0"/>
            </a:br>
            <a:r>
              <a:rPr lang="en-US" dirty="0"/>
              <a:t>Why should we care?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FD176-FC2D-DED5-57AE-DC8593F09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two general uses for word embeddings:</a:t>
            </a:r>
          </a:p>
          <a:p>
            <a:pPr lvl="1"/>
            <a:r>
              <a:rPr lang="en-US" dirty="0"/>
              <a:t>Use the (variation in the) position of words in relation to each other to make inferences about meaning, ideology, biases, etc. (i.e., unsupervised learning)</a:t>
            </a:r>
          </a:p>
          <a:p>
            <a:pPr lvl="1"/>
            <a:r>
              <a:rPr lang="en-US" dirty="0"/>
              <a:t>Use pre-trained word embeddings to predict categories in text (i.e., supervised learning)</a:t>
            </a:r>
          </a:p>
        </p:txBody>
      </p:sp>
    </p:spTree>
    <p:extLst>
      <p:ext uri="{BB962C8B-B14F-4D97-AF65-F5344CB8AC3E}">
        <p14:creationId xmlns:p14="http://schemas.microsoft.com/office/powerpoint/2010/main" val="57549397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490A8-C1D0-A91A-678B-3E16F7CDA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 err="1"/>
              <a:t>Rheault</a:t>
            </a:r>
            <a:r>
              <a:rPr lang="en-US" sz="3200" dirty="0"/>
              <a:t> and Cochrane (2020) – Word Embeddings for the Analysis of Ideological Placement in Parliamentary corpora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7F5D4A0-D942-8A9A-DA5D-B798FFC690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8715" y="1874517"/>
            <a:ext cx="6654569" cy="4671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71048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DB3B84-3E8A-7F45-A5CB-FE63C410B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6676" y="796343"/>
            <a:ext cx="8038647" cy="5265315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E6986CA3-2D26-448F-BBBE-949F05BA89F7}"/>
              </a:ext>
            </a:extLst>
          </p:cNvPr>
          <p:cNvGrpSpPr/>
          <p:nvPr/>
        </p:nvGrpSpPr>
        <p:grpSpPr>
          <a:xfrm>
            <a:off x="6330496" y="4447983"/>
            <a:ext cx="760680" cy="159840"/>
            <a:chOff x="6330496" y="4447983"/>
            <a:chExt cx="760680" cy="15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5941FF94-0377-273A-9827-379BF72B3079}"/>
                    </a:ext>
                  </a:extLst>
                </p14:cNvPr>
                <p14:cNvContentPartPr/>
                <p14:nvPr/>
              </p14:nvContentPartPr>
              <p14:xfrm>
                <a:off x="6330496" y="4447983"/>
                <a:ext cx="100800" cy="1598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5941FF94-0377-273A-9827-379BF72B3079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324376" y="4441863"/>
                  <a:ext cx="11304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08F722E-C79C-0646-0541-EB270034B1F8}"/>
                    </a:ext>
                  </a:extLst>
                </p14:cNvPr>
                <p14:cNvContentPartPr/>
                <p14:nvPr/>
              </p14:nvContentPartPr>
              <p14:xfrm>
                <a:off x="6367936" y="4449423"/>
                <a:ext cx="723240" cy="1040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08F722E-C79C-0646-0541-EB270034B1F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6361816" y="4443303"/>
                  <a:ext cx="73548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D201295D-B833-55F1-0549-D31566DCC398}"/>
                    </a:ext>
                  </a:extLst>
                </p14:cNvPr>
                <p14:cNvContentPartPr/>
                <p14:nvPr/>
              </p14:nvContentPartPr>
              <p14:xfrm>
                <a:off x="6360016" y="4464183"/>
                <a:ext cx="695160" cy="597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D201295D-B833-55F1-0549-D31566DCC39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6353896" y="4458063"/>
                  <a:ext cx="707400" cy="72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7190964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54E5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D9002B-2F3A-E808-108A-8E8CCDEE2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5177" y="796343"/>
            <a:ext cx="6581646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837493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1D53A-C316-35AF-9E7C-30BC3880A0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4748" y="796343"/>
            <a:ext cx="7262503" cy="5265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25140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52D553-BA5D-4ADF-4DC8-638CF07B4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200" dirty="0"/>
              <a:t>Jang et al. (2019) - </a:t>
            </a:r>
            <a:r>
              <a:rPr lang="en-CA" sz="3200" b="1" dirty="0"/>
              <a:t>Word2vec convolutional neural networks for classification of news articles and tweets</a:t>
            </a:r>
            <a:endParaRPr lang="en-US" sz="3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F347013-F7DB-6BD2-27FE-F11A17371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002" y="2312779"/>
            <a:ext cx="6699996" cy="3716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9848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786B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1CB839-5334-724B-6525-04AA1F6DC1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2335" y="1682090"/>
            <a:ext cx="10587330" cy="3493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250280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E606343-BADE-4565-AB89-E9EF7E253F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E183BD-2932-401F-8B53-E247764B3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89DF4552-1850-7123-2602-14E372425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02335" y="2436440"/>
            <a:ext cx="10587330" cy="1985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9708342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6AE00-F8B4-69B9-C643-7B5311FB31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can we use it? /</a:t>
            </a:r>
            <a:br>
              <a:rPr lang="en-US" dirty="0"/>
            </a:br>
            <a:r>
              <a:rPr lang="en-US" dirty="0"/>
              <a:t>Why should we care?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FD176-FC2D-DED5-57AE-DC8593F090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There are two general uses for word embeddings:</a:t>
            </a:r>
          </a:p>
          <a:p>
            <a:pPr lvl="1"/>
            <a:r>
              <a:rPr lang="en-US" dirty="0"/>
              <a:t>Use the (variation in the) position of words in relation to each other to make inferences about meaning, ideology, biases, etc. (i.e., unsupervised learning)</a:t>
            </a:r>
          </a:p>
          <a:p>
            <a:pPr lvl="1"/>
            <a:r>
              <a:rPr lang="en-US" dirty="0"/>
              <a:t>Use pre-trained word embeddings to predict categories in text (i.e., supervised learning)</a:t>
            </a:r>
          </a:p>
          <a:p>
            <a:pPr lvl="1"/>
            <a:endParaRPr lang="en-US" dirty="0"/>
          </a:p>
          <a:p>
            <a:r>
              <a:rPr lang="en-US" dirty="0">
                <a:highlight>
                  <a:srgbClr val="FFFF00"/>
                </a:highlight>
              </a:rPr>
              <a:t>But what if we could get EVEN BETTER representations?</a:t>
            </a:r>
          </a:p>
        </p:txBody>
      </p:sp>
    </p:spTree>
    <p:extLst>
      <p:ext uri="{BB962C8B-B14F-4D97-AF65-F5344CB8AC3E}">
        <p14:creationId xmlns:p14="http://schemas.microsoft.com/office/powerpoint/2010/main" val="802978037"/>
      </p:ext>
    </p:extLst>
  </p:cSld>
  <p:clrMapOvr>
    <a:masterClrMapping/>
  </p:clrMapOvr>
</p:sld>
</file>

<file path=ppt/theme/theme1.xml><?xml version="1.0" encoding="utf-8"?>
<a:theme xmlns:a="http://schemas.openxmlformats.org/drawingml/2006/main" name="Badge">
  <a:themeElements>
    <a:clrScheme name="Badge">
      <a:dk1>
        <a:sysClr val="windowText" lastClr="000000"/>
      </a:dk1>
      <a:lt1>
        <a:sysClr val="window" lastClr="FFFFFF"/>
      </a:lt1>
      <a:dk2>
        <a:srgbClr val="2A1A00"/>
      </a:dk2>
      <a:lt2>
        <a:srgbClr val="F3F3F2"/>
      </a:lt2>
      <a:accent1>
        <a:srgbClr val="F8B323"/>
      </a:accent1>
      <a:accent2>
        <a:srgbClr val="656A59"/>
      </a:accent2>
      <a:accent3>
        <a:srgbClr val="46B2B5"/>
      </a:accent3>
      <a:accent4>
        <a:srgbClr val="8CAA7E"/>
      </a:accent4>
      <a:accent5>
        <a:srgbClr val="D36F68"/>
      </a:accent5>
      <a:accent6>
        <a:srgbClr val="826276"/>
      </a:accent6>
      <a:hlink>
        <a:srgbClr val="46B2B5"/>
      </a:hlink>
      <a:folHlink>
        <a:srgbClr val="A46694"/>
      </a:folHlink>
    </a:clrScheme>
    <a:fontScheme name="Badge">
      <a:majorFont>
        <a:latin typeface="Impact" panose="020B080603090205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メイリオ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Badg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5080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algn="ctr" rotWithShape="0">
              <a:srgbClr val="000000">
                <a:alpha val="2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adge" id="{71A07785-5930-41D4-9A83-E23602B48E98}" vid="{771EA782-DFA6-45B1-AEA3-661F1715B31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Badge</Template>
  <TotalTime>3867</TotalTime>
  <Words>1816</Words>
  <Application>Microsoft Macintosh PowerPoint</Application>
  <PresentationFormat>Widescreen</PresentationFormat>
  <Paragraphs>238</Paragraphs>
  <Slides>59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6" baseType="lpstr">
      <vt:lpstr>Arial</vt:lpstr>
      <vt:lpstr>Calibri</vt:lpstr>
      <vt:lpstr>Cambria Math</vt:lpstr>
      <vt:lpstr>Garamond</vt:lpstr>
      <vt:lpstr>Gill Sans MT</vt:lpstr>
      <vt:lpstr>Impact</vt:lpstr>
      <vt:lpstr>Badge</vt:lpstr>
      <vt:lpstr>Introduction to Deep Learning</vt:lpstr>
      <vt:lpstr>Where are we heading?</vt:lpstr>
      <vt:lpstr>PowerPoint Presentation</vt:lpstr>
      <vt:lpstr>PowerPoint Presentation</vt:lpstr>
      <vt:lpstr>Sparce Vectors</vt:lpstr>
      <vt:lpstr>Vector Space Model</vt:lpstr>
      <vt:lpstr>PowerPoint Presentation</vt:lpstr>
      <vt:lpstr>PowerPoint Presentation</vt:lpstr>
      <vt:lpstr>PowerPoint Presentation</vt:lpstr>
      <vt:lpstr>PowerPoint Presentation</vt:lpstr>
      <vt:lpstr>Support Vector Machines (SVM)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Word Embeddings</vt:lpstr>
      <vt:lpstr>PowerPoint Presentation</vt:lpstr>
      <vt:lpstr> </vt:lpstr>
      <vt:lpstr>Distributional Semantics</vt:lpstr>
      <vt:lpstr>PowerPoint Presentation</vt:lpstr>
      <vt:lpstr>PowerPoint Presentation</vt:lpstr>
      <vt:lpstr>Distributional Semantics</vt:lpstr>
      <vt:lpstr>Sparse vs Dense VEctors</vt:lpstr>
      <vt:lpstr>PowerPoint Presentation</vt:lpstr>
      <vt:lpstr>Word Embeddings</vt:lpstr>
      <vt:lpstr>PowerPoint Presentation</vt:lpstr>
      <vt:lpstr>How do Neural network work?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Neural networks…</vt:lpstr>
      <vt:lpstr>… but for corpora</vt:lpstr>
      <vt:lpstr>… but for corpora</vt:lpstr>
      <vt:lpstr>… but for corpora</vt:lpstr>
      <vt:lpstr>… but for corpora</vt:lpstr>
      <vt:lpstr>… but for corpora</vt:lpstr>
      <vt:lpstr>So what?</vt:lpstr>
      <vt:lpstr>Encoding similarity:</vt:lpstr>
      <vt:lpstr>PowerPoint Presentation</vt:lpstr>
      <vt:lpstr>Automatic Generalization</vt:lpstr>
      <vt:lpstr>Measuring meaning</vt:lpstr>
      <vt:lpstr>PowerPoint Presentation</vt:lpstr>
      <vt:lpstr>How can we use it? / Why should we care?</vt:lpstr>
      <vt:lpstr>Rheault and Cochrane (2020) – Word Embeddings for the Analysis of Ideological Placement in Parliamentary corpora</vt:lpstr>
      <vt:lpstr>PowerPoint Presentation</vt:lpstr>
      <vt:lpstr>PowerPoint Presentation</vt:lpstr>
      <vt:lpstr>PowerPoint Presentation</vt:lpstr>
      <vt:lpstr>Jang et al. (2019) - Word2vec convolutional neural networks for classification of news articles and tweets</vt:lpstr>
      <vt:lpstr>PowerPoint Presentation</vt:lpstr>
      <vt:lpstr>PowerPoint Presentation</vt:lpstr>
      <vt:lpstr>How can we use it? / Why should we care?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Embeddings</dc:title>
  <dc:creator>Sebastian Vallejo Vera</dc:creator>
  <cp:lastModifiedBy>Sebastian Vallejo Vera</cp:lastModifiedBy>
  <cp:revision>2</cp:revision>
  <dcterms:created xsi:type="dcterms:W3CDTF">2024-01-23T17:59:15Z</dcterms:created>
  <dcterms:modified xsi:type="dcterms:W3CDTF">2026-02-23T05:41:33Z</dcterms:modified>
</cp:coreProperties>
</file>
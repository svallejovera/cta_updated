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notesSlides/notesSlide1.xml" ContentType="application/vnd.openxmlformats-officedocument.presentationml.notesSlide+xml"/>
  <Override PartName="/ppt/ink/ink13.xml" ContentType="application/inkml+xml"/>
  <Override PartName="/ppt/ink/ink14.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63"/>
  </p:notesMasterIdLst>
  <p:sldIdLst>
    <p:sldId id="256" r:id="rId2"/>
    <p:sldId id="310" r:id="rId3"/>
    <p:sldId id="311" r:id="rId4"/>
    <p:sldId id="260" r:id="rId5"/>
    <p:sldId id="261" r:id="rId6"/>
    <p:sldId id="265" r:id="rId7"/>
    <p:sldId id="272" r:id="rId8"/>
    <p:sldId id="270" r:id="rId9"/>
    <p:sldId id="266" r:id="rId10"/>
    <p:sldId id="267" r:id="rId11"/>
    <p:sldId id="268" r:id="rId12"/>
    <p:sldId id="276" r:id="rId13"/>
    <p:sldId id="277" r:id="rId14"/>
    <p:sldId id="278" r:id="rId15"/>
    <p:sldId id="279" r:id="rId16"/>
    <p:sldId id="282" r:id="rId17"/>
    <p:sldId id="283" r:id="rId18"/>
    <p:sldId id="284" r:id="rId19"/>
    <p:sldId id="285" r:id="rId20"/>
    <p:sldId id="273" r:id="rId21"/>
    <p:sldId id="286" r:id="rId22"/>
    <p:sldId id="287" r:id="rId23"/>
    <p:sldId id="313" r:id="rId24"/>
    <p:sldId id="315" r:id="rId25"/>
    <p:sldId id="257" r:id="rId26"/>
    <p:sldId id="259" r:id="rId27"/>
    <p:sldId id="258" r:id="rId28"/>
    <p:sldId id="316" r:id="rId29"/>
    <p:sldId id="317" r:id="rId30"/>
    <p:sldId id="312" r:id="rId31"/>
    <p:sldId id="314" r:id="rId32"/>
    <p:sldId id="318" r:id="rId33"/>
    <p:sldId id="319" r:id="rId34"/>
    <p:sldId id="320" r:id="rId35"/>
    <p:sldId id="321" r:id="rId36"/>
    <p:sldId id="264" r:id="rId37"/>
    <p:sldId id="322" r:id="rId38"/>
    <p:sldId id="323" r:id="rId39"/>
    <p:sldId id="269" r:id="rId40"/>
    <p:sldId id="324" r:id="rId41"/>
    <p:sldId id="271" r:id="rId42"/>
    <p:sldId id="325" r:id="rId43"/>
    <p:sldId id="326" r:id="rId44"/>
    <p:sldId id="274" r:id="rId45"/>
    <p:sldId id="275" r:id="rId46"/>
    <p:sldId id="327" r:id="rId47"/>
    <p:sldId id="328" r:id="rId48"/>
    <p:sldId id="329" r:id="rId49"/>
    <p:sldId id="330" r:id="rId50"/>
    <p:sldId id="332" r:id="rId51"/>
    <p:sldId id="333" r:id="rId52"/>
    <p:sldId id="334" r:id="rId53"/>
    <p:sldId id="335" r:id="rId54"/>
    <p:sldId id="336" r:id="rId55"/>
    <p:sldId id="337" r:id="rId56"/>
    <p:sldId id="280" r:id="rId57"/>
    <p:sldId id="281" r:id="rId58"/>
    <p:sldId id="331" r:id="rId59"/>
    <p:sldId id="338" r:id="rId60"/>
    <p:sldId id="339" r:id="rId61"/>
    <p:sldId id="340" r:id="rId6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C4EF73-3BD9-AC4B-9A17-4F53808391F3}" v="284" dt="2026-02-02T02:52:27.9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367"/>
    <p:restoredTop sz="94783"/>
  </p:normalViewPr>
  <p:slideViewPr>
    <p:cSldViewPr snapToGrid="0">
      <p:cViewPr>
        <p:scale>
          <a:sx n="70" d="100"/>
          <a:sy n="70" d="100"/>
        </p:scale>
        <p:origin x="-64" y="10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bastian Vallejo Vera" userId="661f42ee-5565-49c4-8b1d-325f2d699b91" providerId="ADAL" clId="{A248EEF8-C29E-592E-8CA9-13334A969EB7}"/>
    <pc:docChg chg="undo custSel addSld delSld modSld">
      <pc:chgData name="Sebastian Vallejo Vera" userId="661f42ee-5565-49c4-8b1d-325f2d699b91" providerId="ADAL" clId="{A248EEF8-C29E-592E-8CA9-13334A969EB7}" dt="2026-02-02T02:57:40.679" v="3264" actId="20577"/>
      <pc:docMkLst>
        <pc:docMk/>
      </pc:docMkLst>
      <pc:sldChg chg="modSp mod">
        <pc:chgData name="Sebastian Vallejo Vera" userId="661f42ee-5565-49c4-8b1d-325f2d699b91" providerId="ADAL" clId="{A248EEF8-C29E-592E-8CA9-13334A969EB7}" dt="2026-02-02T00:58:44.162" v="30" actId="20577"/>
        <pc:sldMkLst>
          <pc:docMk/>
          <pc:sldMk cId="4287903631" sldId="256"/>
        </pc:sldMkLst>
        <pc:spChg chg="mod">
          <ac:chgData name="Sebastian Vallejo Vera" userId="661f42ee-5565-49c4-8b1d-325f2d699b91" providerId="ADAL" clId="{A248EEF8-C29E-592E-8CA9-13334A969EB7}" dt="2026-02-02T00:58:44.162" v="30" actId="20577"/>
          <ac:spMkLst>
            <pc:docMk/>
            <pc:sldMk cId="4287903631" sldId="256"/>
            <ac:spMk id="2" creationId="{33111FC9-847F-74EF-E1C4-39BDF8F13B49}"/>
          </ac:spMkLst>
        </pc:spChg>
      </pc:sldChg>
      <pc:sldChg chg="del">
        <pc:chgData name="Sebastian Vallejo Vera" userId="661f42ee-5565-49c4-8b1d-325f2d699b91" providerId="ADAL" clId="{A248EEF8-C29E-592E-8CA9-13334A969EB7}" dt="2026-02-02T00:58:55.400" v="31" actId="2696"/>
        <pc:sldMkLst>
          <pc:docMk/>
          <pc:sldMk cId="1479720676" sldId="257"/>
        </pc:sldMkLst>
      </pc:sldChg>
      <pc:sldChg chg="modSp add mod">
        <pc:chgData name="Sebastian Vallejo Vera" userId="661f42ee-5565-49c4-8b1d-325f2d699b91" providerId="ADAL" clId="{A248EEF8-C29E-592E-8CA9-13334A969EB7}" dt="2026-02-02T01:37:00.786" v="738" actId="20577"/>
        <pc:sldMkLst>
          <pc:docMk/>
          <pc:sldMk cId="3973800269" sldId="257"/>
        </pc:sldMkLst>
        <pc:spChg chg="mod">
          <ac:chgData name="Sebastian Vallejo Vera" userId="661f42ee-5565-49c4-8b1d-325f2d699b91" providerId="ADAL" clId="{A248EEF8-C29E-592E-8CA9-13334A969EB7}" dt="2026-02-02T01:37:00.786" v="738" actId="20577"/>
          <ac:spMkLst>
            <pc:docMk/>
            <pc:sldMk cId="3973800269" sldId="257"/>
            <ac:spMk id="3" creationId="{5AE8078E-1891-EBBD-D3AB-3381CEE90365}"/>
          </ac:spMkLst>
        </pc:spChg>
      </pc:sldChg>
      <pc:sldChg chg="modSp add mod">
        <pc:chgData name="Sebastian Vallejo Vera" userId="661f42ee-5565-49c4-8b1d-325f2d699b91" providerId="ADAL" clId="{A248EEF8-C29E-592E-8CA9-13334A969EB7}" dt="2026-02-02T01:44:30.951" v="1017"/>
        <pc:sldMkLst>
          <pc:docMk/>
          <pc:sldMk cId="236623610" sldId="258"/>
        </pc:sldMkLst>
        <pc:spChg chg="mod">
          <ac:chgData name="Sebastian Vallejo Vera" userId="661f42ee-5565-49c4-8b1d-325f2d699b91" providerId="ADAL" clId="{A248EEF8-C29E-592E-8CA9-13334A969EB7}" dt="2026-02-02T01:44:30.951" v="1017"/>
          <ac:spMkLst>
            <pc:docMk/>
            <pc:sldMk cId="236623610" sldId="258"/>
            <ac:spMk id="3" creationId="{491DF9B8-838A-7472-80B2-BFA1951652CC}"/>
          </ac:spMkLst>
        </pc:spChg>
      </pc:sldChg>
      <pc:sldChg chg="del">
        <pc:chgData name="Sebastian Vallejo Vera" userId="661f42ee-5565-49c4-8b1d-325f2d699b91" providerId="ADAL" clId="{A248EEF8-C29E-592E-8CA9-13334A969EB7}" dt="2026-02-02T00:58:55.400" v="31" actId="2696"/>
        <pc:sldMkLst>
          <pc:docMk/>
          <pc:sldMk cId="3725279236" sldId="258"/>
        </pc:sldMkLst>
      </pc:sldChg>
      <pc:sldChg chg="delSp add setBg delDesignElem">
        <pc:chgData name="Sebastian Vallejo Vera" userId="661f42ee-5565-49c4-8b1d-325f2d699b91" providerId="ADAL" clId="{A248EEF8-C29E-592E-8CA9-13334A969EB7}" dt="2026-02-02T01:33:53.334" v="690"/>
        <pc:sldMkLst>
          <pc:docMk/>
          <pc:sldMk cId="781355338" sldId="259"/>
        </pc:sldMkLst>
        <pc:spChg chg="del">
          <ac:chgData name="Sebastian Vallejo Vera" userId="661f42ee-5565-49c4-8b1d-325f2d699b91" providerId="ADAL" clId="{A248EEF8-C29E-592E-8CA9-13334A969EB7}" dt="2026-02-02T01:33:53.334" v="690"/>
          <ac:spMkLst>
            <pc:docMk/>
            <pc:sldMk cId="781355338" sldId="259"/>
            <ac:spMk id="13" creationId="{CE606343-BADE-4565-AB89-E9EF7E253F80}"/>
          </ac:spMkLst>
        </pc:spChg>
        <pc:spChg chg="del">
          <ac:chgData name="Sebastian Vallejo Vera" userId="661f42ee-5565-49c4-8b1d-325f2d699b91" providerId="ADAL" clId="{A248EEF8-C29E-592E-8CA9-13334A969EB7}" dt="2026-02-02T01:33:53.334" v="690"/>
          <ac:spMkLst>
            <pc:docMk/>
            <pc:sldMk cId="781355338" sldId="259"/>
            <ac:spMk id="15" creationId="{39E183BD-2932-401F-8B53-E247764B376B}"/>
          </ac:spMkLst>
        </pc:spChg>
      </pc:sldChg>
      <pc:sldChg chg="del">
        <pc:chgData name="Sebastian Vallejo Vera" userId="661f42ee-5565-49c4-8b1d-325f2d699b91" providerId="ADAL" clId="{A248EEF8-C29E-592E-8CA9-13334A969EB7}" dt="2026-02-02T00:58:55.400" v="31" actId="2696"/>
        <pc:sldMkLst>
          <pc:docMk/>
          <pc:sldMk cId="3672772322" sldId="259"/>
        </pc:sldMkLst>
      </pc:sldChg>
      <pc:sldChg chg="modSp mod">
        <pc:chgData name="Sebastian Vallejo Vera" userId="661f42ee-5565-49c4-8b1d-325f2d699b91" providerId="ADAL" clId="{A248EEF8-C29E-592E-8CA9-13334A969EB7}" dt="2026-02-02T01:24:28.469" v="492" actId="20577"/>
        <pc:sldMkLst>
          <pc:docMk/>
          <pc:sldMk cId="3266210065" sldId="261"/>
        </pc:sldMkLst>
        <pc:spChg chg="mod">
          <ac:chgData name="Sebastian Vallejo Vera" userId="661f42ee-5565-49c4-8b1d-325f2d699b91" providerId="ADAL" clId="{A248EEF8-C29E-592E-8CA9-13334A969EB7}" dt="2026-02-02T01:24:28.469" v="492" actId="20577"/>
          <ac:spMkLst>
            <pc:docMk/>
            <pc:sldMk cId="3266210065" sldId="261"/>
            <ac:spMk id="5" creationId="{E8993D35-1E2C-2DEC-DEEA-33D8FF7ADC02}"/>
          </ac:spMkLst>
        </pc:spChg>
      </pc:sldChg>
      <pc:sldChg chg="del">
        <pc:chgData name="Sebastian Vallejo Vera" userId="661f42ee-5565-49c4-8b1d-325f2d699b91" providerId="ADAL" clId="{A248EEF8-C29E-592E-8CA9-13334A969EB7}" dt="2026-02-02T01:22:45.734" v="432" actId="2696"/>
        <pc:sldMkLst>
          <pc:docMk/>
          <pc:sldMk cId="270681927" sldId="262"/>
        </pc:sldMkLst>
      </pc:sldChg>
      <pc:sldChg chg="del">
        <pc:chgData name="Sebastian Vallejo Vera" userId="661f42ee-5565-49c4-8b1d-325f2d699b91" providerId="ADAL" clId="{A248EEF8-C29E-592E-8CA9-13334A969EB7}" dt="2026-02-02T01:22:45.734" v="432" actId="2696"/>
        <pc:sldMkLst>
          <pc:docMk/>
          <pc:sldMk cId="477700818" sldId="263"/>
        </pc:sldMkLst>
      </pc:sldChg>
      <pc:sldChg chg="add">
        <pc:chgData name="Sebastian Vallejo Vera" userId="661f42ee-5565-49c4-8b1d-325f2d699b91" providerId="ADAL" clId="{A248EEF8-C29E-592E-8CA9-13334A969EB7}" dt="2026-02-02T02:03:32.621" v="1492"/>
        <pc:sldMkLst>
          <pc:docMk/>
          <pc:sldMk cId="2097023177" sldId="264"/>
        </pc:sldMkLst>
      </pc:sldChg>
      <pc:sldChg chg="del">
        <pc:chgData name="Sebastian Vallejo Vera" userId="661f42ee-5565-49c4-8b1d-325f2d699b91" providerId="ADAL" clId="{A248EEF8-C29E-592E-8CA9-13334A969EB7}" dt="2026-02-02T01:22:45.734" v="432" actId="2696"/>
        <pc:sldMkLst>
          <pc:docMk/>
          <pc:sldMk cId="3340894322" sldId="264"/>
        </pc:sldMkLst>
      </pc:sldChg>
      <pc:sldChg chg="add">
        <pc:chgData name="Sebastian Vallejo Vera" userId="661f42ee-5565-49c4-8b1d-325f2d699b91" providerId="ADAL" clId="{A248EEF8-C29E-592E-8CA9-13334A969EB7}" dt="2026-02-02T02:03:32.621" v="1492"/>
        <pc:sldMkLst>
          <pc:docMk/>
          <pc:sldMk cId="2529321226" sldId="269"/>
        </pc:sldMkLst>
      </pc:sldChg>
      <pc:sldChg chg="add">
        <pc:chgData name="Sebastian Vallejo Vera" userId="661f42ee-5565-49c4-8b1d-325f2d699b91" providerId="ADAL" clId="{A248EEF8-C29E-592E-8CA9-13334A969EB7}" dt="2026-02-02T02:03:32.621" v="1492"/>
        <pc:sldMkLst>
          <pc:docMk/>
          <pc:sldMk cId="3332786433" sldId="271"/>
        </pc:sldMkLst>
      </pc:sldChg>
      <pc:sldChg chg="add">
        <pc:chgData name="Sebastian Vallejo Vera" userId="661f42ee-5565-49c4-8b1d-325f2d699b91" providerId="ADAL" clId="{A248EEF8-C29E-592E-8CA9-13334A969EB7}" dt="2026-02-02T02:03:32.621" v="1492"/>
        <pc:sldMkLst>
          <pc:docMk/>
          <pc:sldMk cId="2604136019" sldId="274"/>
        </pc:sldMkLst>
      </pc:sldChg>
      <pc:sldChg chg="add">
        <pc:chgData name="Sebastian Vallejo Vera" userId="661f42ee-5565-49c4-8b1d-325f2d699b91" providerId="ADAL" clId="{A248EEF8-C29E-592E-8CA9-13334A969EB7}" dt="2026-02-02T02:03:32.621" v="1492"/>
        <pc:sldMkLst>
          <pc:docMk/>
          <pc:sldMk cId="3347139759" sldId="275"/>
        </pc:sldMkLst>
      </pc:sldChg>
      <pc:sldChg chg="modSp add mod">
        <pc:chgData name="Sebastian Vallejo Vera" userId="661f42ee-5565-49c4-8b1d-325f2d699b91" providerId="ADAL" clId="{A248EEF8-C29E-592E-8CA9-13334A969EB7}" dt="2026-02-02T02:07:34.934" v="1499" actId="20577"/>
        <pc:sldMkLst>
          <pc:docMk/>
          <pc:sldMk cId="2793633239" sldId="280"/>
        </pc:sldMkLst>
        <pc:spChg chg="mod">
          <ac:chgData name="Sebastian Vallejo Vera" userId="661f42ee-5565-49c4-8b1d-325f2d699b91" providerId="ADAL" clId="{A248EEF8-C29E-592E-8CA9-13334A969EB7}" dt="2026-02-02T02:07:34.934" v="1499" actId="20577"/>
          <ac:spMkLst>
            <pc:docMk/>
            <pc:sldMk cId="2793633239" sldId="280"/>
            <ac:spMk id="5" creationId="{880CD077-D05D-8FCC-F7EF-4EA8A476086F}"/>
          </ac:spMkLst>
        </pc:spChg>
      </pc:sldChg>
      <pc:sldChg chg="add">
        <pc:chgData name="Sebastian Vallejo Vera" userId="661f42ee-5565-49c4-8b1d-325f2d699b91" providerId="ADAL" clId="{A248EEF8-C29E-592E-8CA9-13334A969EB7}" dt="2026-02-02T02:03:32.621" v="1492"/>
        <pc:sldMkLst>
          <pc:docMk/>
          <pc:sldMk cId="3091275676" sldId="281"/>
        </pc:sldMkLst>
      </pc:sldChg>
      <pc:sldChg chg="modNotesTx">
        <pc:chgData name="Sebastian Vallejo Vera" userId="661f42ee-5565-49c4-8b1d-325f2d699b91" providerId="ADAL" clId="{A248EEF8-C29E-592E-8CA9-13334A969EB7}" dt="2026-02-02T01:25:25.198" v="543" actId="20577"/>
        <pc:sldMkLst>
          <pc:docMk/>
          <pc:sldMk cId="4239719684" sldId="284"/>
        </pc:sldMkLst>
      </pc:sldChg>
      <pc:sldChg chg="addSp delSp modSp mod chgLayout modNotesTx">
        <pc:chgData name="Sebastian Vallejo Vera" userId="661f42ee-5565-49c4-8b1d-325f2d699b91" providerId="ADAL" clId="{A248EEF8-C29E-592E-8CA9-13334A969EB7}" dt="2026-02-02T02:18:22.677" v="1753" actId="20577"/>
        <pc:sldMkLst>
          <pc:docMk/>
          <pc:sldMk cId="1636850210" sldId="287"/>
        </pc:sldMkLst>
        <pc:spChg chg="add del mod ord">
          <ac:chgData name="Sebastian Vallejo Vera" userId="661f42ee-5565-49c4-8b1d-325f2d699b91" providerId="ADAL" clId="{A248EEF8-C29E-592E-8CA9-13334A969EB7}" dt="2026-02-02T01:25:48.736" v="546" actId="700"/>
          <ac:spMkLst>
            <pc:docMk/>
            <pc:sldMk cId="1636850210" sldId="287"/>
            <ac:spMk id="2" creationId="{2C6FEF8F-310C-9538-6D34-6F7E7D27B955}"/>
          </ac:spMkLst>
        </pc:spChg>
        <pc:spChg chg="mod ord">
          <ac:chgData name="Sebastian Vallejo Vera" userId="661f42ee-5565-49c4-8b1d-325f2d699b91" providerId="ADAL" clId="{A248EEF8-C29E-592E-8CA9-13334A969EB7}" dt="2026-02-02T02:18:22.677" v="1753" actId="20577"/>
          <ac:spMkLst>
            <pc:docMk/>
            <pc:sldMk cId="1636850210" sldId="287"/>
            <ac:spMk id="3" creationId="{F4B291D8-A6AF-5D5A-6EC9-089AACCF39DB}"/>
          </ac:spMkLst>
        </pc:spChg>
        <pc:spChg chg="add del mod ord">
          <ac:chgData name="Sebastian Vallejo Vera" userId="661f42ee-5565-49c4-8b1d-325f2d699b91" providerId="ADAL" clId="{A248EEF8-C29E-592E-8CA9-13334A969EB7}" dt="2026-02-02T01:25:48.736" v="546" actId="700"/>
          <ac:spMkLst>
            <pc:docMk/>
            <pc:sldMk cId="1636850210" sldId="287"/>
            <ac:spMk id="4" creationId="{0927C748-CDE2-39F7-A8F4-C15832F9F150}"/>
          </ac:spMkLst>
        </pc:spChg>
      </pc:sldChg>
      <pc:sldChg chg="del">
        <pc:chgData name="Sebastian Vallejo Vera" userId="661f42ee-5565-49c4-8b1d-325f2d699b91" providerId="ADAL" clId="{A248EEF8-C29E-592E-8CA9-13334A969EB7}" dt="2026-02-02T01:22:45.734" v="432" actId="2696"/>
        <pc:sldMkLst>
          <pc:docMk/>
          <pc:sldMk cId="2180410394" sldId="288"/>
        </pc:sldMkLst>
      </pc:sldChg>
      <pc:sldChg chg="del">
        <pc:chgData name="Sebastian Vallejo Vera" userId="661f42ee-5565-49c4-8b1d-325f2d699b91" providerId="ADAL" clId="{A248EEF8-C29E-592E-8CA9-13334A969EB7}" dt="2026-02-02T01:22:45.734" v="432" actId="2696"/>
        <pc:sldMkLst>
          <pc:docMk/>
          <pc:sldMk cId="3219625199" sldId="289"/>
        </pc:sldMkLst>
      </pc:sldChg>
      <pc:sldChg chg="del">
        <pc:chgData name="Sebastian Vallejo Vera" userId="661f42ee-5565-49c4-8b1d-325f2d699b91" providerId="ADAL" clId="{A248EEF8-C29E-592E-8CA9-13334A969EB7}" dt="2026-02-02T01:22:45.734" v="432" actId="2696"/>
        <pc:sldMkLst>
          <pc:docMk/>
          <pc:sldMk cId="440510208" sldId="290"/>
        </pc:sldMkLst>
      </pc:sldChg>
      <pc:sldChg chg="del">
        <pc:chgData name="Sebastian Vallejo Vera" userId="661f42ee-5565-49c4-8b1d-325f2d699b91" providerId="ADAL" clId="{A248EEF8-C29E-592E-8CA9-13334A969EB7}" dt="2026-02-02T01:22:45.734" v="432" actId="2696"/>
        <pc:sldMkLst>
          <pc:docMk/>
          <pc:sldMk cId="2416718723" sldId="292"/>
        </pc:sldMkLst>
      </pc:sldChg>
      <pc:sldChg chg="del">
        <pc:chgData name="Sebastian Vallejo Vera" userId="661f42ee-5565-49c4-8b1d-325f2d699b91" providerId="ADAL" clId="{A248EEF8-C29E-592E-8CA9-13334A969EB7}" dt="2026-02-02T01:22:45.734" v="432" actId="2696"/>
        <pc:sldMkLst>
          <pc:docMk/>
          <pc:sldMk cId="4076449059" sldId="293"/>
        </pc:sldMkLst>
      </pc:sldChg>
      <pc:sldChg chg="del">
        <pc:chgData name="Sebastian Vallejo Vera" userId="661f42ee-5565-49c4-8b1d-325f2d699b91" providerId="ADAL" clId="{A248EEF8-C29E-592E-8CA9-13334A969EB7}" dt="2026-02-02T01:22:45.734" v="432" actId="2696"/>
        <pc:sldMkLst>
          <pc:docMk/>
          <pc:sldMk cId="2280070056" sldId="294"/>
        </pc:sldMkLst>
      </pc:sldChg>
      <pc:sldChg chg="del">
        <pc:chgData name="Sebastian Vallejo Vera" userId="661f42ee-5565-49c4-8b1d-325f2d699b91" providerId="ADAL" clId="{A248EEF8-C29E-592E-8CA9-13334A969EB7}" dt="2026-02-02T01:22:45.734" v="432" actId="2696"/>
        <pc:sldMkLst>
          <pc:docMk/>
          <pc:sldMk cId="3240217340" sldId="295"/>
        </pc:sldMkLst>
      </pc:sldChg>
      <pc:sldChg chg="del">
        <pc:chgData name="Sebastian Vallejo Vera" userId="661f42ee-5565-49c4-8b1d-325f2d699b91" providerId="ADAL" clId="{A248EEF8-C29E-592E-8CA9-13334A969EB7}" dt="2026-02-02T01:22:45.734" v="432" actId="2696"/>
        <pc:sldMkLst>
          <pc:docMk/>
          <pc:sldMk cId="388915316" sldId="296"/>
        </pc:sldMkLst>
      </pc:sldChg>
      <pc:sldChg chg="del">
        <pc:chgData name="Sebastian Vallejo Vera" userId="661f42ee-5565-49c4-8b1d-325f2d699b91" providerId="ADAL" clId="{A248EEF8-C29E-592E-8CA9-13334A969EB7}" dt="2026-02-02T01:22:45.734" v="432" actId="2696"/>
        <pc:sldMkLst>
          <pc:docMk/>
          <pc:sldMk cId="2930289128" sldId="297"/>
        </pc:sldMkLst>
      </pc:sldChg>
      <pc:sldChg chg="del">
        <pc:chgData name="Sebastian Vallejo Vera" userId="661f42ee-5565-49c4-8b1d-325f2d699b91" providerId="ADAL" clId="{A248EEF8-C29E-592E-8CA9-13334A969EB7}" dt="2026-02-02T01:22:45.734" v="432" actId="2696"/>
        <pc:sldMkLst>
          <pc:docMk/>
          <pc:sldMk cId="2471034956" sldId="298"/>
        </pc:sldMkLst>
      </pc:sldChg>
      <pc:sldChg chg="del">
        <pc:chgData name="Sebastian Vallejo Vera" userId="661f42ee-5565-49c4-8b1d-325f2d699b91" providerId="ADAL" clId="{A248EEF8-C29E-592E-8CA9-13334A969EB7}" dt="2026-02-02T01:22:45.734" v="432" actId="2696"/>
        <pc:sldMkLst>
          <pc:docMk/>
          <pc:sldMk cId="4244547602" sldId="299"/>
        </pc:sldMkLst>
      </pc:sldChg>
      <pc:sldChg chg="del">
        <pc:chgData name="Sebastian Vallejo Vera" userId="661f42ee-5565-49c4-8b1d-325f2d699b91" providerId="ADAL" clId="{A248EEF8-C29E-592E-8CA9-13334A969EB7}" dt="2026-02-02T01:22:45.734" v="432" actId="2696"/>
        <pc:sldMkLst>
          <pc:docMk/>
          <pc:sldMk cId="1793220582" sldId="300"/>
        </pc:sldMkLst>
      </pc:sldChg>
      <pc:sldChg chg="del">
        <pc:chgData name="Sebastian Vallejo Vera" userId="661f42ee-5565-49c4-8b1d-325f2d699b91" providerId="ADAL" clId="{A248EEF8-C29E-592E-8CA9-13334A969EB7}" dt="2026-02-02T01:22:45.734" v="432" actId="2696"/>
        <pc:sldMkLst>
          <pc:docMk/>
          <pc:sldMk cId="644707416" sldId="301"/>
        </pc:sldMkLst>
      </pc:sldChg>
      <pc:sldChg chg="del">
        <pc:chgData name="Sebastian Vallejo Vera" userId="661f42ee-5565-49c4-8b1d-325f2d699b91" providerId="ADAL" clId="{A248EEF8-C29E-592E-8CA9-13334A969EB7}" dt="2026-02-02T01:22:45.734" v="432" actId="2696"/>
        <pc:sldMkLst>
          <pc:docMk/>
          <pc:sldMk cId="2489883537" sldId="302"/>
        </pc:sldMkLst>
      </pc:sldChg>
      <pc:sldChg chg="del">
        <pc:chgData name="Sebastian Vallejo Vera" userId="661f42ee-5565-49c4-8b1d-325f2d699b91" providerId="ADAL" clId="{A248EEF8-C29E-592E-8CA9-13334A969EB7}" dt="2026-02-02T01:22:45.734" v="432" actId="2696"/>
        <pc:sldMkLst>
          <pc:docMk/>
          <pc:sldMk cId="1519194051" sldId="303"/>
        </pc:sldMkLst>
      </pc:sldChg>
      <pc:sldChg chg="del">
        <pc:chgData name="Sebastian Vallejo Vera" userId="661f42ee-5565-49c4-8b1d-325f2d699b91" providerId="ADAL" clId="{A248EEF8-C29E-592E-8CA9-13334A969EB7}" dt="2026-02-02T01:22:45.734" v="432" actId="2696"/>
        <pc:sldMkLst>
          <pc:docMk/>
          <pc:sldMk cId="2454389344" sldId="304"/>
        </pc:sldMkLst>
      </pc:sldChg>
      <pc:sldChg chg="del">
        <pc:chgData name="Sebastian Vallejo Vera" userId="661f42ee-5565-49c4-8b1d-325f2d699b91" providerId="ADAL" clId="{A248EEF8-C29E-592E-8CA9-13334A969EB7}" dt="2026-02-02T01:22:45.734" v="432" actId="2696"/>
        <pc:sldMkLst>
          <pc:docMk/>
          <pc:sldMk cId="1652413843" sldId="308"/>
        </pc:sldMkLst>
      </pc:sldChg>
      <pc:sldChg chg="del">
        <pc:chgData name="Sebastian Vallejo Vera" userId="661f42ee-5565-49c4-8b1d-325f2d699b91" providerId="ADAL" clId="{A248EEF8-C29E-592E-8CA9-13334A969EB7}" dt="2026-02-02T01:22:45.734" v="432" actId="2696"/>
        <pc:sldMkLst>
          <pc:docMk/>
          <pc:sldMk cId="1441943934" sldId="309"/>
        </pc:sldMkLst>
      </pc:sldChg>
      <pc:sldChg chg="modSp new mod">
        <pc:chgData name="Sebastian Vallejo Vera" userId="661f42ee-5565-49c4-8b1d-325f2d699b91" providerId="ADAL" clId="{A248EEF8-C29E-592E-8CA9-13334A969EB7}" dt="2026-02-02T01:00:50.845" v="150" actId="20577"/>
        <pc:sldMkLst>
          <pc:docMk/>
          <pc:sldMk cId="31758517" sldId="310"/>
        </pc:sldMkLst>
        <pc:spChg chg="mod">
          <ac:chgData name="Sebastian Vallejo Vera" userId="661f42ee-5565-49c4-8b1d-325f2d699b91" providerId="ADAL" clId="{A248EEF8-C29E-592E-8CA9-13334A969EB7}" dt="2026-02-02T00:59:41.439" v="43" actId="5793"/>
          <ac:spMkLst>
            <pc:docMk/>
            <pc:sldMk cId="31758517" sldId="310"/>
            <ac:spMk id="2" creationId="{69281C8E-643E-7534-5625-E266C821C8AF}"/>
          </ac:spMkLst>
        </pc:spChg>
        <pc:spChg chg="mod">
          <ac:chgData name="Sebastian Vallejo Vera" userId="661f42ee-5565-49c4-8b1d-325f2d699b91" providerId="ADAL" clId="{A248EEF8-C29E-592E-8CA9-13334A969EB7}" dt="2026-02-02T01:00:50.845" v="150" actId="20577"/>
          <ac:spMkLst>
            <pc:docMk/>
            <pc:sldMk cId="31758517" sldId="310"/>
            <ac:spMk id="3" creationId="{78A5CA8E-8F48-9EE9-1F25-941019320A5C}"/>
          </ac:spMkLst>
        </pc:spChg>
      </pc:sldChg>
      <pc:sldChg chg="modSp new mod">
        <pc:chgData name="Sebastian Vallejo Vera" userId="661f42ee-5565-49c4-8b1d-325f2d699b91" providerId="ADAL" clId="{A248EEF8-C29E-592E-8CA9-13334A969EB7}" dt="2026-02-02T01:19:38.671" v="212" actId="15"/>
        <pc:sldMkLst>
          <pc:docMk/>
          <pc:sldMk cId="1609983044" sldId="311"/>
        </pc:sldMkLst>
        <pc:spChg chg="mod">
          <ac:chgData name="Sebastian Vallejo Vera" userId="661f42ee-5565-49c4-8b1d-325f2d699b91" providerId="ADAL" clId="{A248EEF8-C29E-592E-8CA9-13334A969EB7}" dt="2026-02-02T01:07:28.193" v="207" actId="20577"/>
          <ac:spMkLst>
            <pc:docMk/>
            <pc:sldMk cId="1609983044" sldId="311"/>
            <ac:spMk id="2" creationId="{7BF85A4C-EF3C-96E8-D86F-573CAC4E81D3}"/>
          </ac:spMkLst>
        </pc:spChg>
        <pc:spChg chg="mod">
          <ac:chgData name="Sebastian Vallejo Vera" userId="661f42ee-5565-49c4-8b1d-325f2d699b91" providerId="ADAL" clId="{A248EEF8-C29E-592E-8CA9-13334A969EB7}" dt="2026-02-02T01:19:38.671" v="212" actId="15"/>
          <ac:spMkLst>
            <pc:docMk/>
            <pc:sldMk cId="1609983044" sldId="311"/>
            <ac:spMk id="3" creationId="{1DF5AFB0-674A-FE6D-302E-D1FAE6A6BC0B}"/>
          </ac:spMkLst>
        </pc:spChg>
      </pc:sldChg>
      <pc:sldChg chg="modSp new mod">
        <pc:chgData name="Sebastian Vallejo Vera" userId="661f42ee-5565-49c4-8b1d-325f2d699b91" providerId="ADAL" clId="{A248EEF8-C29E-592E-8CA9-13334A969EB7}" dt="2026-02-02T01:29:17.760" v="648" actId="20577"/>
        <pc:sldMkLst>
          <pc:docMk/>
          <pc:sldMk cId="705605062" sldId="312"/>
        </pc:sldMkLst>
        <pc:spChg chg="mod">
          <ac:chgData name="Sebastian Vallejo Vera" userId="661f42ee-5565-49c4-8b1d-325f2d699b91" providerId="ADAL" clId="{A248EEF8-C29E-592E-8CA9-13334A969EB7}" dt="2026-02-02T01:29:17.760" v="648" actId="20577"/>
          <ac:spMkLst>
            <pc:docMk/>
            <pc:sldMk cId="705605062" sldId="312"/>
            <ac:spMk id="2" creationId="{646F8BFB-06E5-7916-687D-41B6C8E949CC}"/>
          </ac:spMkLst>
        </pc:spChg>
      </pc:sldChg>
      <pc:sldChg chg="modSp new mod">
        <pc:chgData name="Sebastian Vallejo Vera" userId="661f42ee-5565-49c4-8b1d-325f2d699b91" providerId="ADAL" clId="{A248EEF8-C29E-592E-8CA9-13334A969EB7}" dt="2026-02-02T01:28:43.161" v="647" actId="20577"/>
        <pc:sldMkLst>
          <pc:docMk/>
          <pc:sldMk cId="4113600887" sldId="313"/>
        </pc:sldMkLst>
        <pc:spChg chg="mod">
          <ac:chgData name="Sebastian Vallejo Vera" userId="661f42ee-5565-49c4-8b1d-325f2d699b91" providerId="ADAL" clId="{A248EEF8-C29E-592E-8CA9-13334A969EB7}" dt="2026-02-02T01:28:43.161" v="647" actId="20577"/>
          <ac:spMkLst>
            <pc:docMk/>
            <pc:sldMk cId="4113600887" sldId="313"/>
            <ac:spMk id="3" creationId="{91B8279A-C4BF-A22E-360F-DE1554C7C9C0}"/>
          </ac:spMkLst>
        </pc:spChg>
      </pc:sldChg>
      <pc:sldChg chg="addSp delSp modSp new mod chgLayout">
        <pc:chgData name="Sebastian Vallejo Vera" userId="661f42ee-5565-49c4-8b1d-325f2d699b91" providerId="ADAL" clId="{A248EEF8-C29E-592E-8CA9-13334A969EB7}" dt="2026-02-02T01:45:15.015" v="1025" actId="20577"/>
        <pc:sldMkLst>
          <pc:docMk/>
          <pc:sldMk cId="2438534081" sldId="314"/>
        </pc:sldMkLst>
        <pc:spChg chg="del mod ord">
          <ac:chgData name="Sebastian Vallejo Vera" userId="661f42ee-5565-49c4-8b1d-325f2d699b91" providerId="ADAL" clId="{A248EEF8-C29E-592E-8CA9-13334A969EB7}" dt="2026-02-02T01:29:26.865" v="650" actId="700"/>
          <ac:spMkLst>
            <pc:docMk/>
            <pc:sldMk cId="2438534081" sldId="314"/>
            <ac:spMk id="2" creationId="{D79CC013-4769-437F-9AC9-00A880B94954}"/>
          </ac:spMkLst>
        </pc:spChg>
        <pc:spChg chg="del mod ord">
          <ac:chgData name="Sebastian Vallejo Vera" userId="661f42ee-5565-49c4-8b1d-325f2d699b91" providerId="ADAL" clId="{A248EEF8-C29E-592E-8CA9-13334A969EB7}" dt="2026-02-02T01:29:26.865" v="650" actId="700"/>
          <ac:spMkLst>
            <pc:docMk/>
            <pc:sldMk cId="2438534081" sldId="314"/>
            <ac:spMk id="3" creationId="{6FE9CF77-5BCC-7158-FE1B-8AA1A862504F}"/>
          </ac:spMkLst>
        </pc:spChg>
        <pc:spChg chg="add mod ord">
          <ac:chgData name="Sebastian Vallejo Vera" userId="661f42ee-5565-49c4-8b1d-325f2d699b91" providerId="ADAL" clId="{A248EEF8-C29E-592E-8CA9-13334A969EB7}" dt="2026-02-02T01:29:26.865" v="650" actId="700"/>
          <ac:spMkLst>
            <pc:docMk/>
            <pc:sldMk cId="2438534081" sldId="314"/>
            <ac:spMk id="4" creationId="{8A90C0A1-114D-3FDF-9F51-09C208EF4776}"/>
          </ac:spMkLst>
        </pc:spChg>
        <pc:spChg chg="add mod ord">
          <ac:chgData name="Sebastian Vallejo Vera" userId="661f42ee-5565-49c4-8b1d-325f2d699b91" providerId="ADAL" clId="{A248EEF8-C29E-592E-8CA9-13334A969EB7}" dt="2026-02-02T01:45:15.015" v="1025" actId="20577"/>
          <ac:spMkLst>
            <pc:docMk/>
            <pc:sldMk cId="2438534081" sldId="314"/>
            <ac:spMk id="5" creationId="{1A84336F-D61F-6160-6D02-1F345920054E}"/>
          </ac:spMkLst>
        </pc:spChg>
      </pc:sldChg>
      <pc:sldChg chg="modSp add mod chgLayout">
        <pc:chgData name="Sebastian Vallejo Vera" userId="661f42ee-5565-49c4-8b1d-325f2d699b91" providerId="ADAL" clId="{A248EEF8-C29E-592E-8CA9-13334A969EB7}" dt="2026-02-02T01:34:59.949" v="726" actId="403"/>
        <pc:sldMkLst>
          <pc:docMk/>
          <pc:sldMk cId="2337896468" sldId="315"/>
        </pc:sldMkLst>
        <pc:spChg chg="mod ord">
          <ac:chgData name="Sebastian Vallejo Vera" userId="661f42ee-5565-49c4-8b1d-325f2d699b91" providerId="ADAL" clId="{A248EEF8-C29E-592E-8CA9-13334A969EB7}" dt="2026-02-02T01:34:59.949" v="726" actId="403"/>
          <ac:spMkLst>
            <pc:docMk/>
            <pc:sldMk cId="2337896468" sldId="315"/>
            <ac:spMk id="2" creationId="{6B41586D-DF33-D9C7-701F-B2FF1C299EF9}"/>
          </ac:spMkLst>
        </pc:spChg>
        <pc:spChg chg="mod ord">
          <ac:chgData name="Sebastian Vallejo Vera" userId="661f42ee-5565-49c4-8b1d-325f2d699b91" providerId="ADAL" clId="{A248EEF8-C29E-592E-8CA9-13334A969EB7}" dt="2026-02-02T01:34:01.625" v="693" actId="20577"/>
          <ac:spMkLst>
            <pc:docMk/>
            <pc:sldMk cId="2337896468" sldId="315"/>
            <ac:spMk id="3" creationId="{17E7D09B-C7E2-9FC4-2DE9-435DB927FB84}"/>
          </ac:spMkLst>
        </pc:spChg>
      </pc:sldChg>
      <pc:sldChg chg="delSp modSp add mod setBg delDesignElem">
        <pc:chgData name="Sebastian Vallejo Vera" userId="661f42ee-5565-49c4-8b1d-325f2d699b91" providerId="ADAL" clId="{A248EEF8-C29E-592E-8CA9-13334A969EB7}" dt="2026-02-02T01:44:05.182" v="1016" actId="1076"/>
        <pc:sldMkLst>
          <pc:docMk/>
          <pc:sldMk cId="1000927178" sldId="316"/>
        </pc:sldMkLst>
        <pc:spChg chg="mod">
          <ac:chgData name="Sebastian Vallejo Vera" userId="661f42ee-5565-49c4-8b1d-325f2d699b91" providerId="ADAL" clId="{A248EEF8-C29E-592E-8CA9-13334A969EB7}" dt="2026-02-02T01:44:05.182" v="1016" actId="1076"/>
          <ac:spMkLst>
            <pc:docMk/>
            <pc:sldMk cId="1000927178" sldId="316"/>
            <ac:spMk id="13" creationId="{041FA0AD-512C-498F-A31F-75AFE3D5B792}"/>
          </ac:spMkLst>
        </pc:spChg>
        <pc:spChg chg="del">
          <ac:chgData name="Sebastian Vallejo Vera" userId="661f42ee-5565-49c4-8b1d-325f2d699b91" providerId="ADAL" clId="{A248EEF8-C29E-592E-8CA9-13334A969EB7}" dt="2026-02-02T01:33:53.334" v="690"/>
          <ac:spMkLst>
            <pc:docMk/>
            <pc:sldMk cId="1000927178" sldId="316"/>
            <ac:spMk id="1031" creationId="{EE079F42-5C7A-44DD-9E9F-A34795A48F1B}"/>
          </ac:spMkLst>
        </pc:spChg>
        <pc:spChg chg="del">
          <ac:chgData name="Sebastian Vallejo Vera" userId="661f42ee-5565-49c4-8b1d-325f2d699b91" providerId="ADAL" clId="{A248EEF8-C29E-592E-8CA9-13334A969EB7}" dt="2026-02-02T01:33:53.334" v="690"/>
          <ac:spMkLst>
            <pc:docMk/>
            <pc:sldMk cId="1000927178" sldId="316"/>
            <ac:spMk id="1033" creationId="{09777E15-6D68-4808-AD20-82EA7377F433}"/>
          </ac:spMkLst>
        </pc:spChg>
        <pc:spChg chg="del">
          <ac:chgData name="Sebastian Vallejo Vera" userId="661f42ee-5565-49c4-8b1d-325f2d699b91" providerId="ADAL" clId="{A248EEF8-C29E-592E-8CA9-13334A969EB7}" dt="2026-02-02T01:33:53.334" v="690"/>
          <ac:spMkLst>
            <pc:docMk/>
            <pc:sldMk cId="1000927178" sldId="316"/>
            <ac:spMk id="1035" creationId="{CE79CAD8-9F7F-4756-BD12-8463CA4C6F5A}"/>
          </ac:spMkLst>
        </pc:spChg>
        <pc:spChg chg="del">
          <ac:chgData name="Sebastian Vallejo Vera" userId="661f42ee-5565-49c4-8b1d-325f2d699b91" providerId="ADAL" clId="{A248EEF8-C29E-592E-8CA9-13334A969EB7}" dt="2026-02-02T01:33:53.334" v="690"/>
          <ac:spMkLst>
            <pc:docMk/>
            <pc:sldMk cId="1000927178" sldId="316"/>
            <ac:spMk id="1037" creationId="{A9923A21-5790-4667-B5C7-ADA793B49933}"/>
          </ac:spMkLst>
        </pc:spChg>
      </pc:sldChg>
      <pc:sldChg chg="delSp modSp add mod setBg delDesignElem">
        <pc:chgData name="Sebastian Vallejo Vera" userId="661f42ee-5565-49c4-8b1d-325f2d699b91" providerId="ADAL" clId="{A248EEF8-C29E-592E-8CA9-13334A969EB7}" dt="2026-02-02T01:44:43.287" v="1018" actId="20577"/>
        <pc:sldMkLst>
          <pc:docMk/>
          <pc:sldMk cId="2725370162" sldId="317"/>
        </pc:sldMkLst>
        <pc:spChg chg="mod">
          <ac:chgData name="Sebastian Vallejo Vera" userId="661f42ee-5565-49c4-8b1d-325f2d699b91" providerId="ADAL" clId="{A248EEF8-C29E-592E-8CA9-13334A969EB7}" dt="2026-02-02T01:44:43.287" v="1018" actId="20577"/>
          <ac:spMkLst>
            <pc:docMk/>
            <pc:sldMk cId="2725370162" sldId="317"/>
            <ac:spMk id="17" creationId="{6D5E44A8-E853-317D-B1E3-66C8B0A803DA}"/>
          </ac:spMkLst>
        </pc:spChg>
        <pc:spChg chg="del">
          <ac:chgData name="Sebastian Vallejo Vera" userId="661f42ee-5565-49c4-8b1d-325f2d699b91" providerId="ADAL" clId="{A248EEF8-C29E-592E-8CA9-13334A969EB7}" dt="2026-02-02T01:33:53.334" v="690"/>
          <ac:spMkLst>
            <pc:docMk/>
            <pc:sldMk cId="2725370162" sldId="317"/>
            <ac:spMk id="1031" creationId="{EE079F42-5C7A-44DD-9E9F-A34795A48F1B}"/>
          </ac:spMkLst>
        </pc:spChg>
        <pc:spChg chg="del">
          <ac:chgData name="Sebastian Vallejo Vera" userId="661f42ee-5565-49c4-8b1d-325f2d699b91" providerId="ADAL" clId="{A248EEF8-C29E-592E-8CA9-13334A969EB7}" dt="2026-02-02T01:33:53.334" v="690"/>
          <ac:spMkLst>
            <pc:docMk/>
            <pc:sldMk cId="2725370162" sldId="317"/>
            <ac:spMk id="1033" creationId="{09777E15-6D68-4808-AD20-82EA7377F433}"/>
          </ac:spMkLst>
        </pc:spChg>
        <pc:spChg chg="del">
          <ac:chgData name="Sebastian Vallejo Vera" userId="661f42ee-5565-49c4-8b1d-325f2d699b91" providerId="ADAL" clId="{A248EEF8-C29E-592E-8CA9-13334A969EB7}" dt="2026-02-02T01:33:53.334" v="690"/>
          <ac:spMkLst>
            <pc:docMk/>
            <pc:sldMk cId="2725370162" sldId="317"/>
            <ac:spMk id="1035" creationId="{CE79CAD8-9F7F-4756-BD12-8463CA4C6F5A}"/>
          </ac:spMkLst>
        </pc:spChg>
        <pc:spChg chg="del">
          <ac:chgData name="Sebastian Vallejo Vera" userId="661f42ee-5565-49c4-8b1d-325f2d699b91" providerId="ADAL" clId="{A248EEF8-C29E-592E-8CA9-13334A969EB7}" dt="2026-02-02T01:33:53.334" v="690"/>
          <ac:spMkLst>
            <pc:docMk/>
            <pc:sldMk cId="2725370162" sldId="317"/>
            <ac:spMk id="1037" creationId="{A9923A21-5790-4667-B5C7-ADA793B49933}"/>
          </ac:spMkLst>
        </pc:spChg>
      </pc:sldChg>
      <pc:sldChg chg="modSp new mod">
        <pc:chgData name="Sebastian Vallejo Vera" userId="661f42ee-5565-49c4-8b1d-325f2d699b91" providerId="ADAL" clId="{A248EEF8-C29E-592E-8CA9-13334A969EB7}" dt="2026-02-02T01:49:14.334" v="1136" actId="20577"/>
        <pc:sldMkLst>
          <pc:docMk/>
          <pc:sldMk cId="3062414508" sldId="318"/>
        </pc:sldMkLst>
        <pc:spChg chg="mod">
          <ac:chgData name="Sebastian Vallejo Vera" userId="661f42ee-5565-49c4-8b1d-325f2d699b91" providerId="ADAL" clId="{A248EEF8-C29E-592E-8CA9-13334A969EB7}" dt="2026-02-02T01:45:41.076" v="1049" actId="20577"/>
          <ac:spMkLst>
            <pc:docMk/>
            <pc:sldMk cId="3062414508" sldId="318"/>
            <ac:spMk id="2" creationId="{BBBED687-159E-D898-C178-AC0BCAFC310E}"/>
          </ac:spMkLst>
        </pc:spChg>
        <pc:spChg chg="mod">
          <ac:chgData name="Sebastian Vallejo Vera" userId="661f42ee-5565-49c4-8b1d-325f2d699b91" providerId="ADAL" clId="{A248EEF8-C29E-592E-8CA9-13334A969EB7}" dt="2026-02-02T01:49:14.334" v="1136" actId="20577"/>
          <ac:spMkLst>
            <pc:docMk/>
            <pc:sldMk cId="3062414508" sldId="318"/>
            <ac:spMk id="3" creationId="{19ED724C-FB6D-6D9C-92E4-25D37076E3EF}"/>
          </ac:spMkLst>
        </pc:spChg>
      </pc:sldChg>
      <pc:sldChg chg="modSp new mod">
        <pc:chgData name="Sebastian Vallejo Vera" userId="661f42ee-5565-49c4-8b1d-325f2d699b91" providerId="ADAL" clId="{A248EEF8-C29E-592E-8CA9-13334A969EB7}" dt="2026-02-02T01:53:02.079" v="1309" actId="207"/>
        <pc:sldMkLst>
          <pc:docMk/>
          <pc:sldMk cId="2916623894" sldId="319"/>
        </pc:sldMkLst>
        <pc:spChg chg="mod">
          <ac:chgData name="Sebastian Vallejo Vera" userId="661f42ee-5565-49c4-8b1d-325f2d699b91" providerId="ADAL" clId="{A248EEF8-C29E-592E-8CA9-13334A969EB7}" dt="2026-02-02T01:53:02.079" v="1309" actId="207"/>
          <ac:spMkLst>
            <pc:docMk/>
            <pc:sldMk cId="2916623894" sldId="319"/>
            <ac:spMk id="2" creationId="{6DD36367-980A-4A1B-2D26-961615104B9E}"/>
          </ac:spMkLst>
        </pc:spChg>
        <pc:spChg chg="mod">
          <ac:chgData name="Sebastian Vallejo Vera" userId="661f42ee-5565-49c4-8b1d-325f2d699b91" providerId="ADAL" clId="{A248EEF8-C29E-592E-8CA9-13334A969EB7}" dt="2026-02-02T01:52:40.372" v="1307" actId="5793"/>
          <ac:spMkLst>
            <pc:docMk/>
            <pc:sldMk cId="2916623894" sldId="319"/>
            <ac:spMk id="3" creationId="{0D22A249-B8ED-CCB3-9668-401F4634819F}"/>
          </ac:spMkLst>
        </pc:spChg>
      </pc:sldChg>
      <pc:sldChg chg="modSp new mod">
        <pc:chgData name="Sebastian Vallejo Vera" userId="661f42ee-5565-49c4-8b1d-325f2d699b91" providerId="ADAL" clId="{A248EEF8-C29E-592E-8CA9-13334A969EB7}" dt="2026-02-02T02:00:46.770" v="1441" actId="27636"/>
        <pc:sldMkLst>
          <pc:docMk/>
          <pc:sldMk cId="2526592506" sldId="320"/>
        </pc:sldMkLst>
        <pc:spChg chg="mod">
          <ac:chgData name="Sebastian Vallejo Vera" userId="661f42ee-5565-49c4-8b1d-325f2d699b91" providerId="ADAL" clId="{A248EEF8-C29E-592E-8CA9-13334A969EB7}" dt="2026-02-02T01:53:17.697" v="1312" actId="207"/>
          <ac:spMkLst>
            <pc:docMk/>
            <pc:sldMk cId="2526592506" sldId="320"/>
            <ac:spMk id="2" creationId="{5F6BBB7F-F9F2-073A-E704-AF14C3B5E5D4}"/>
          </ac:spMkLst>
        </pc:spChg>
        <pc:spChg chg="mod">
          <ac:chgData name="Sebastian Vallejo Vera" userId="661f42ee-5565-49c4-8b1d-325f2d699b91" providerId="ADAL" clId="{A248EEF8-C29E-592E-8CA9-13334A969EB7}" dt="2026-02-02T02:00:46.770" v="1441" actId="27636"/>
          <ac:spMkLst>
            <pc:docMk/>
            <pc:sldMk cId="2526592506" sldId="320"/>
            <ac:spMk id="3" creationId="{12154B4E-6564-FBE3-06D1-B3FE720FB1FB}"/>
          </ac:spMkLst>
        </pc:spChg>
      </pc:sldChg>
      <pc:sldChg chg="addSp modSp new mod modClrScheme chgLayout">
        <pc:chgData name="Sebastian Vallejo Vera" userId="661f42ee-5565-49c4-8b1d-325f2d699b91" providerId="ADAL" clId="{A248EEF8-C29E-592E-8CA9-13334A969EB7}" dt="2026-02-02T02:02:22.665" v="1491" actId="1076"/>
        <pc:sldMkLst>
          <pc:docMk/>
          <pc:sldMk cId="3533877371" sldId="321"/>
        </pc:sldMkLst>
        <pc:spChg chg="add mod">
          <ac:chgData name="Sebastian Vallejo Vera" userId="661f42ee-5565-49c4-8b1d-325f2d699b91" providerId="ADAL" clId="{A248EEF8-C29E-592E-8CA9-13334A969EB7}" dt="2026-02-02T02:01:24.920" v="1485" actId="20577"/>
          <ac:spMkLst>
            <pc:docMk/>
            <pc:sldMk cId="3533877371" sldId="321"/>
            <ac:spMk id="2" creationId="{3C947DF1-91CE-5205-589D-9ACDC6AD6277}"/>
          </ac:spMkLst>
        </pc:spChg>
        <pc:picChg chg="add mod">
          <ac:chgData name="Sebastian Vallejo Vera" userId="661f42ee-5565-49c4-8b1d-325f2d699b91" providerId="ADAL" clId="{A248EEF8-C29E-592E-8CA9-13334A969EB7}" dt="2026-02-02T02:02:22.665" v="1491" actId="1076"/>
          <ac:picMkLst>
            <pc:docMk/>
            <pc:sldMk cId="3533877371" sldId="321"/>
            <ac:picMk id="3" creationId="{C978859A-11DE-6503-07BF-81A8D3996477}"/>
          </ac:picMkLst>
        </pc:picChg>
      </pc:sldChg>
      <pc:sldChg chg="add">
        <pc:chgData name="Sebastian Vallejo Vera" userId="661f42ee-5565-49c4-8b1d-325f2d699b91" providerId="ADAL" clId="{A248EEF8-C29E-592E-8CA9-13334A969EB7}" dt="2026-02-02T02:03:32.621" v="1492"/>
        <pc:sldMkLst>
          <pc:docMk/>
          <pc:sldMk cId="386365857" sldId="322"/>
        </pc:sldMkLst>
      </pc:sldChg>
      <pc:sldChg chg="add">
        <pc:chgData name="Sebastian Vallejo Vera" userId="661f42ee-5565-49c4-8b1d-325f2d699b91" providerId="ADAL" clId="{A248EEF8-C29E-592E-8CA9-13334A969EB7}" dt="2026-02-02T02:03:32.621" v="1492"/>
        <pc:sldMkLst>
          <pc:docMk/>
          <pc:sldMk cId="3249770538" sldId="323"/>
        </pc:sldMkLst>
      </pc:sldChg>
      <pc:sldChg chg="add">
        <pc:chgData name="Sebastian Vallejo Vera" userId="661f42ee-5565-49c4-8b1d-325f2d699b91" providerId="ADAL" clId="{A248EEF8-C29E-592E-8CA9-13334A969EB7}" dt="2026-02-02T02:03:32.621" v="1492"/>
        <pc:sldMkLst>
          <pc:docMk/>
          <pc:sldMk cId="299547597" sldId="324"/>
        </pc:sldMkLst>
      </pc:sldChg>
      <pc:sldChg chg="add">
        <pc:chgData name="Sebastian Vallejo Vera" userId="661f42ee-5565-49c4-8b1d-325f2d699b91" providerId="ADAL" clId="{A248EEF8-C29E-592E-8CA9-13334A969EB7}" dt="2026-02-02T02:03:32.621" v="1492"/>
        <pc:sldMkLst>
          <pc:docMk/>
          <pc:sldMk cId="2163102375" sldId="325"/>
        </pc:sldMkLst>
      </pc:sldChg>
      <pc:sldChg chg="add">
        <pc:chgData name="Sebastian Vallejo Vera" userId="661f42ee-5565-49c4-8b1d-325f2d699b91" providerId="ADAL" clId="{A248EEF8-C29E-592E-8CA9-13334A969EB7}" dt="2026-02-02T02:03:32.621" v="1492"/>
        <pc:sldMkLst>
          <pc:docMk/>
          <pc:sldMk cId="3464637362" sldId="326"/>
        </pc:sldMkLst>
      </pc:sldChg>
      <pc:sldChg chg="add">
        <pc:chgData name="Sebastian Vallejo Vera" userId="661f42ee-5565-49c4-8b1d-325f2d699b91" providerId="ADAL" clId="{A248EEF8-C29E-592E-8CA9-13334A969EB7}" dt="2026-02-02T02:03:32.621" v="1492"/>
        <pc:sldMkLst>
          <pc:docMk/>
          <pc:sldMk cId="2370161563" sldId="327"/>
        </pc:sldMkLst>
      </pc:sldChg>
      <pc:sldChg chg="add">
        <pc:chgData name="Sebastian Vallejo Vera" userId="661f42ee-5565-49c4-8b1d-325f2d699b91" providerId="ADAL" clId="{A248EEF8-C29E-592E-8CA9-13334A969EB7}" dt="2026-02-02T02:03:32.621" v="1492"/>
        <pc:sldMkLst>
          <pc:docMk/>
          <pc:sldMk cId="342230601" sldId="328"/>
        </pc:sldMkLst>
      </pc:sldChg>
      <pc:sldChg chg="add">
        <pc:chgData name="Sebastian Vallejo Vera" userId="661f42ee-5565-49c4-8b1d-325f2d699b91" providerId="ADAL" clId="{A248EEF8-C29E-592E-8CA9-13334A969EB7}" dt="2026-02-02T02:03:32.621" v="1492"/>
        <pc:sldMkLst>
          <pc:docMk/>
          <pc:sldMk cId="1250318370" sldId="329"/>
        </pc:sldMkLst>
      </pc:sldChg>
      <pc:sldChg chg="modSp add mod">
        <pc:chgData name="Sebastian Vallejo Vera" userId="661f42ee-5565-49c4-8b1d-325f2d699b91" providerId="ADAL" clId="{A248EEF8-C29E-592E-8CA9-13334A969EB7}" dt="2026-02-02T02:09:13.090" v="1535" actId="20577"/>
        <pc:sldMkLst>
          <pc:docMk/>
          <pc:sldMk cId="4001608562" sldId="330"/>
        </pc:sldMkLst>
        <pc:spChg chg="mod">
          <ac:chgData name="Sebastian Vallejo Vera" userId="661f42ee-5565-49c4-8b1d-325f2d699b91" providerId="ADAL" clId="{A248EEF8-C29E-592E-8CA9-13334A969EB7}" dt="2026-02-02T02:09:13.090" v="1535" actId="20577"/>
          <ac:spMkLst>
            <pc:docMk/>
            <pc:sldMk cId="4001608562" sldId="330"/>
            <ac:spMk id="5" creationId="{C2EA5930-2FCE-92B2-84FA-13A815F07EA1}"/>
          </ac:spMkLst>
        </pc:spChg>
      </pc:sldChg>
      <pc:sldChg chg="add">
        <pc:chgData name="Sebastian Vallejo Vera" userId="661f42ee-5565-49c4-8b1d-325f2d699b91" providerId="ADAL" clId="{A248EEF8-C29E-592E-8CA9-13334A969EB7}" dt="2026-02-02T02:03:32.621" v="1492"/>
        <pc:sldMkLst>
          <pc:docMk/>
          <pc:sldMk cId="627200124" sldId="331"/>
        </pc:sldMkLst>
      </pc:sldChg>
      <pc:sldChg chg="delSp modSp new mod">
        <pc:chgData name="Sebastian Vallejo Vera" userId="661f42ee-5565-49c4-8b1d-325f2d699b91" providerId="ADAL" clId="{A248EEF8-C29E-592E-8CA9-13334A969EB7}" dt="2026-02-02T02:12:17.041" v="1571" actId="20577"/>
        <pc:sldMkLst>
          <pc:docMk/>
          <pc:sldMk cId="3958180290" sldId="332"/>
        </pc:sldMkLst>
        <pc:spChg chg="del">
          <ac:chgData name="Sebastian Vallejo Vera" userId="661f42ee-5565-49c4-8b1d-325f2d699b91" providerId="ADAL" clId="{A248EEF8-C29E-592E-8CA9-13334A969EB7}" dt="2026-02-02T02:10:32.693" v="1548" actId="478"/>
          <ac:spMkLst>
            <pc:docMk/>
            <pc:sldMk cId="3958180290" sldId="332"/>
            <ac:spMk id="2" creationId="{B43DA8A1-0784-ED1E-D9FE-C6019974DA87}"/>
          </ac:spMkLst>
        </pc:spChg>
        <pc:spChg chg="mod">
          <ac:chgData name="Sebastian Vallejo Vera" userId="661f42ee-5565-49c4-8b1d-325f2d699b91" providerId="ADAL" clId="{A248EEF8-C29E-592E-8CA9-13334A969EB7}" dt="2026-02-02T02:12:17.041" v="1571" actId="20577"/>
          <ac:spMkLst>
            <pc:docMk/>
            <pc:sldMk cId="3958180290" sldId="332"/>
            <ac:spMk id="3" creationId="{7E86F563-30C1-9CAC-81DE-9EDAA50F2EC9}"/>
          </ac:spMkLst>
        </pc:spChg>
      </pc:sldChg>
      <pc:sldChg chg="addSp modSp new mod">
        <pc:chgData name="Sebastian Vallejo Vera" userId="661f42ee-5565-49c4-8b1d-325f2d699b91" providerId="ADAL" clId="{A248EEF8-C29E-592E-8CA9-13334A969EB7}" dt="2026-02-02T02:22:15.959" v="2233" actId="1076"/>
        <pc:sldMkLst>
          <pc:docMk/>
          <pc:sldMk cId="659789188" sldId="333"/>
        </pc:sldMkLst>
        <pc:spChg chg="mod">
          <ac:chgData name="Sebastian Vallejo Vera" userId="661f42ee-5565-49c4-8b1d-325f2d699b91" providerId="ADAL" clId="{A248EEF8-C29E-592E-8CA9-13334A969EB7}" dt="2026-02-02T02:18:44.635" v="1779" actId="20577"/>
          <ac:spMkLst>
            <pc:docMk/>
            <pc:sldMk cId="659789188" sldId="333"/>
            <ac:spMk id="2" creationId="{CAD4C6AC-C7DE-53BD-A100-C8CFD9D47E8E}"/>
          </ac:spMkLst>
        </pc:spChg>
        <pc:spChg chg="mod">
          <ac:chgData name="Sebastian Vallejo Vera" userId="661f42ee-5565-49c4-8b1d-325f2d699b91" providerId="ADAL" clId="{A248EEF8-C29E-592E-8CA9-13334A969EB7}" dt="2026-02-02T02:22:10.169" v="2232" actId="27636"/>
          <ac:spMkLst>
            <pc:docMk/>
            <pc:sldMk cId="659789188" sldId="333"/>
            <ac:spMk id="3" creationId="{0FBB3108-9FA9-52CA-8257-88AB37942216}"/>
          </ac:spMkLst>
        </pc:spChg>
        <pc:picChg chg="add mod">
          <ac:chgData name="Sebastian Vallejo Vera" userId="661f42ee-5565-49c4-8b1d-325f2d699b91" providerId="ADAL" clId="{A248EEF8-C29E-592E-8CA9-13334A969EB7}" dt="2026-02-02T02:22:15.959" v="2233" actId="1076"/>
          <ac:picMkLst>
            <pc:docMk/>
            <pc:sldMk cId="659789188" sldId="333"/>
            <ac:picMk id="4" creationId="{E9ED98AC-13CB-96D8-695F-81C677D78974}"/>
          </ac:picMkLst>
        </pc:picChg>
      </pc:sldChg>
      <pc:sldChg chg="addSp modSp new mod setBg">
        <pc:chgData name="Sebastian Vallejo Vera" userId="661f42ee-5565-49c4-8b1d-325f2d699b91" providerId="ADAL" clId="{A248EEF8-C29E-592E-8CA9-13334A969EB7}" dt="2026-02-02T02:35:19.375" v="2237" actId="27614"/>
        <pc:sldMkLst>
          <pc:docMk/>
          <pc:sldMk cId="1879056906" sldId="334"/>
        </pc:sldMkLst>
        <pc:spChg chg="add">
          <ac:chgData name="Sebastian Vallejo Vera" userId="661f42ee-5565-49c4-8b1d-325f2d699b91" providerId="ADAL" clId="{A248EEF8-C29E-592E-8CA9-13334A969EB7}" dt="2026-02-02T02:35:15.771" v="2236" actId="26606"/>
          <ac:spMkLst>
            <pc:docMk/>
            <pc:sldMk cId="1879056906" sldId="334"/>
            <ac:spMk id="7" creationId="{CE606343-BADE-4565-AB89-E9EF7E253F80}"/>
          </ac:spMkLst>
        </pc:spChg>
        <pc:spChg chg="add">
          <ac:chgData name="Sebastian Vallejo Vera" userId="661f42ee-5565-49c4-8b1d-325f2d699b91" providerId="ADAL" clId="{A248EEF8-C29E-592E-8CA9-13334A969EB7}" dt="2026-02-02T02:35:15.771" v="2236" actId="26606"/>
          <ac:spMkLst>
            <pc:docMk/>
            <pc:sldMk cId="1879056906" sldId="334"/>
            <ac:spMk id="9" creationId="{39E183BD-2932-401F-8B53-E247764B376B}"/>
          </ac:spMkLst>
        </pc:spChg>
        <pc:picChg chg="add mod">
          <ac:chgData name="Sebastian Vallejo Vera" userId="661f42ee-5565-49c4-8b1d-325f2d699b91" providerId="ADAL" clId="{A248EEF8-C29E-592E-8CA9-13334A969EB7}" dt="2026-02-02T02:35:19.375" v="2237" actId="27614"/>
          <ac:picMkLst>
            <pc:docMk/>
            <pc:sldMk cId="1879056906" sldId="334"/>
            <ac:picMk id="2" creationId="{5ECE7B21-4BFA-EE99-52EF-7C46EF006F14}"/>
          </ac:picMkLst>
        </pc:picChg>
      </pc:sldChg>
      <pc:sldChg chg="modSp new mod">
        <pc:chgData name="Sebastian Vallejo Vera" userId="661f42ee-5565-49c4-8b1d-325f2d699b91" providerId="ADAL" clId="{A248EEF8-C29E-592E-8CA9-13334A969EB7}" dt="2026-02-02T02:35:56.337" v="2265" actId="20577"/>
        <pc:sldMkLst>
          <pc:docMk/>
          <pc:sldMk cId="465023609" sldId="335"/>
        </pc:sldMkLst>
        <pc:spChg chg="mod">
          <ac:chgData name="Sebastian Vallejo Vera" userId="661f42ee-5565-49c4-8b1d-325f2d699b91" providerId="ADAL" clId="{A248EEF8-C29E-592E-8CA9-13334A969EB7}" dt="2026-02-02T02:35:37.728" v="2260" actId="20577"/>
          <ac:spMkLst>
            <pc:docMk/>
            <pc:sldMk cId="465023609" sldId="335"/>
            <ac:spMk id="2" creationId="{E01FCC8F-0B0D-9A24-14F0-76C225EC8FE8}"/>
          </ac:spMkLst>
        </pc:spChg>
        <pc:spChg chg="mod">
          <ac:chgData name="Sebastian Vallejo Vera" userId="661f42ee-5565-49c4-8b1d-325f2d699b91" providerId="ADAL" clId="{A248EEF8-C29E-592E-8CA9-13334A969EB7}" dt="2026-02-02T02:35:56.337" v="2265" actId="20577"/>
          <ac:spMkLst>
            <pc:docMk/>
            <pc:sldMk cId="465023609" sldId="335"/>
            <ac:spMk id="3" creationId="{CD98B79B-7743-48F9-3500-61367579A9FA}"/>
          </ac:spMkLst>
        </pc:spChg>
      </pc:sldChg>
      <pc:sldChg chg="addSp modSp new mod">
        <pc:chgData name="Sebastian Vallejo Vera" userId="661f42ee-5565-49c4-8b1d-325f2d699b91" providerId="ADAL" clId="{A248EEF8-C29E-592E-8CA9-13334A969EB7}" dt="2026-02-02T02:40:06.488" v="2391" actId="1076"/>
        <pc:sldMkLst>
          <pc:docMk/>
          <pc:sldMk cId="2577423620" sldId="336"/>
        </pc:sldMkLst>
        <pc:spChg chg="mod">
          <ac:chgData name="Sebastian Vallejo Vera" userId="661f42ee-5565-49c4-8b1d-325f2d699b91" providerId="ADAL" clId="{A248EEF8-C29E-592E-8CA9-13334A969EB7}" dt="2026-02-02T02:37:00.631" v="2297" actId="20577"/>
          <ac:spMkLst>
            <pc:docMk/>
            <pc:sldMk cId="2577423620" sldId="336"/>
            <ac:spMk id="2" creationId="{DE9D640A-47E2-532E-28F1-2B150716C1B4}"/>
          </ac:spMkLst>
        </pc:spChg>
        <pc:spChg chg="mod">
          <ac:chgData name="Sebastian Vallejo Vera" userId="661f42ee-5565-49c4-8b1d-325f2d699b91" providerId="ADAL" clId="{A248EEF8-C29E-592E-8CA9-13334A969EB7}" dt="2026-02-02T02:39:57.994" v="2388" actId="27636"/>
          <ac:spMkLst>
            <pc:docMk/>
            <pc:sldMk cId="2577423620" sldId="336"/>
            <ac:spMk id="3" creationId="{C3A9B8F1-5FD1-B3D9-6C93-7C66AD292C35}"/>
          </ac:spMkLst>
        </pc:spChg>
        <pc:picChg chg="add mod">
          <ac:chgData name="Sebastian Vallejo Vera" userId="661f42ee-5565-49c4-8b1d-325f2d699b91" providerId="ADAL" clId="{A248EEF8-C29E-592E-8CA9-13334A969EB7}" dt="2026-02-02T02:40:06.488" v="2391" actId="1076"/>
          <ac:picMkLst>
            <pc:docMk/>
            <pc:sldMk cId="2577423620" sldId="336"/>
            <ac:picMk id="4" creationId="{F12ED6FD-58EF-96F2-36E8-5BF162E98CEA}"/>
          </ac:picMkLst>
        </pc:picChg>
        <pc:picChg chg="add mod">
          <ac:chgData name="Sebastian Vallejo Vera" userId="661f42ee-5565-49c4-8b1d-325f2d699b91" providerId="ADAL" clId="{A248EEF8-C29E-592E-8CA9-13334A969EB7}" dt="2026-02-02T02:40:04.758" v="2390" actId="1076"/>
          <ac:picMkLst>
            <pc:docMk/>
            <pc:sldMk cId="2577423620" sldId="336"/>
            <ac:picMk id="5" creationId="{25ADF5CF-1F04-053F-6A62-CC735EB538FC}"/>
          </ac:picMkLst>
        </pc:picChg>
        <pc:picChg chg="add mod">
          <ac:chgData name="Sebastian Vallejo Vera" userId="661f42ee-5565-49c4-8b1d-325f2d699b91" providerId="ADAL" clId="{A248EEF8-C29E-592E-8CA9-13334A969EB7}" dt="2026-02-02T02:40:02.342" v="2389" actId="1076"/>
          <ac:picMkLst>
            <pc:docMk/>
            <pc:sldMk cId="2577423620" sldId="336"/>
            <ac:picMk id="6" creationId="{5A0E3FF9-0B71-0BB5-A76F-6E882668C4AE}"/>
          </ac:picMkLst>
        </pc:picChg>
      </pc:sldChg>
      <pc:sldChg chg="addSp modSp new mod setBg modNotesTx">
        <pc:chgData name="Sebastian Vallejo Vera" userId="661f42ee-5565-49c4-8b1d-325f2d699b91" providerId="ADAL" clId="{A248EEF8-C29E-592E-8CA9-13334A969EB7}" dt="2026-02-02T02:41:45.419" v="2415" actId="20577"/>
        <pc:sldMkLst>
          <pc:docMk/>
          <pc:sldMk cId="605503739" sldId="337"/>
        </pc:sldMkLst>
        <pc:spChg chg="add">
          <ac:chgData name="Sebastian Vallejo Vera" userId="661f42ee-5565-49c4-8b1d-325f2d699b91" providerId="ADAL" clId="{A248EEF8-C29E-592E-8CA9-13334A969EB7}" dt="2026-02-02T02:41:05.362" v="2394" actId="26606"/>
          <ac:spMkLst>
            <pc:docMk/>
            <pc:sldMk cId="605503739" sldId="337"/>
            <ac:spMk id="7" creationId="{CE606343-BADE-4565-AB89-E9EF7E253F80}"/>
          </ac:spMkLst>
        </pc:spChg>
        <pc:spChg chg="add">
          <ac:chgData name="Sebastian Vallejo Vera" userId="661f42ee-5565-49c4-8b1d-325f2d699b91" providerId="ADAL" clId="{A248EEF8-C29E-592E-8CA9-13334A969EB7}" dt="2026-02-02T02:41:05.362" v="2394" actId="26606"/>
          <ac:spMkLst>
            <pc:docMk/>
            <pc:sldMk cId="605503739" sldId="337"/>
            <ac:spMk id="9" creationId="{39E183BD-2932-401F-8B53-E247764B376B}"/>
          </ac:spMkLst>
        </pc:spChg>
        <pc:picChg chg="add mod">
          <ac:chgData name="Sebastian Vallejo Vera" userId="661f42ee-5565-49c4-8b1d-325f2d699b91" providerId="ADAL" clId="{A248EEF8-C29E-592E-8CA9-13334A969EB7}" dt="2026-02-02T02:41:08.456" v="2395" actId="27614"/>
          <ac:picMkLst>
            <pc:docMk/>
            <pc:sldMk cId="605503739" sldId="337"/>
            <ac:picMk id="2" creationId="{BE41897B-169F-BD4B-1B2C-3CDFF27723CE}"/>
          </ac:picMkLst>
        </pc:picChg>
      </pc:sldChg>
      <pc:sldChg chg="modSp new mod">
        <pc:chgData name="Sebastian Vallejo Vera" userId="661f42ee-5565-49c4-8b1d-325f2d699b91" providerId="ADAL" clId="{A248EEF8-C29E-592E-8CA9-13334A969EB7}" dt="2026-02-02T02:51:03.089" v="2455" actId="207"/>
        <pc:sldMkLst>
          <pc:docMk/>
          <pc:sldMk cId="1433377490" sldId="338"/>
        </pc:sldMkLst>
        <pc:spChg chg="mod">
          <ac:chgData name="Sebastian Vallejo Vera" userId="661f42ee-5565-49c4-8b1d-325f2d699b91" providerId="ADAL" clId="{A248EEF8-C29E-592E-8CA9-13334A969EB7}" dt="2026-02-02T02:50:24.784" v="2439" actId="20577"/>
          <ac:spMkLst>
            <pc:docMk/>
            <pc:sldMk cId="1433377490" sldId="338"/>
            <ac:spMk id="2" creationId="{934FAC50-B667-0D03-032F-E01AA5D38261}"/>
          </ac:spMkLst>
        </pc:spChg>
        <pc:spChg chg="mod">
          <ac:chgData name="Sebastian Vallejo Vera" userId="661f42ee-5565-49c4-8b1d-325f2d699b91" providerId="ADAL" clId="{A248EEF8-C29E-592E-8CA9-13334A969EB7}" dt="2026-02-02T02:51:03.089" v="2455" actId="207"/>
          <ac:spMkLst>
            <pc:docMk/>
            <pc:sldMk cId="1433377490" sldId="338"/>
            <ac:spMk id="3" creationId="{5007C0D1-FECC-DEE1-550B-18DB6F3F44B1}"/>
          </ac:spMkLst>
        </pc:spChg>
      </pc:sldChg>
      <pc:sldChg chg="addSp modSp new mod">
        <pc:chgData name="Sebastian Vallejo Vera" userId="661f42ee-5565-49c4-8b1d-325f2d699b91" providerId="ADAL" clId="{A248EEF8-C29E-592E-8CA9-13334A969EB7}" dt="2026-02-02T02:53:20.091" v="2555" actId="1076"/>
        <pc:sldMkLst>
          <pc:docMk/>
          <pc:sldMk cId="1519986655" sldId="339"/>
        </pc:sldMkLst>
        <pc:spChg chg="mod">
          <ac:chgData name="Sebastian Vallejo Vera" userId="661f42ee-5565-49c4-8b1d-325f2d699b91" providerId="ADAL" clId="{A248EEF8-C29E-592E-8CA9-13334A969EB7}" dt="2026-02-02T02:52:03.817" v="2480" actId="20577"/>
          <ac:spMkLst>
            <pc:docMk/>
            <pc:sldMk cId="1519986655" sldId="339"/>
            <ac:spMk id="2" creationId="{76111A8E-58B6-3796-9BC5-D71F599EA76E}"/>
          </ac:spMkLst>
        </pc:spChg>
        <pc:spChg chg="mod">
          <ac:chgData name="Sebastian Vallejo Vera" userId="661f42ee-5565-49c4-8b1d-325f2d699b91" providerId="ADAL" clId="{A248EEF8-C29E-592E-8CA9-13334A969EB7}" dt="2026-02-02T02:53:13.967" v="2553" actId="5793"/>
          <ac:spMkLst>
            <pc:docMk/>
            <pc:sldMk cId="1519986655" sldId="339"/>
            <ac:spMk id="3" creationId="{7534ADBF-2B79-5158-149B-A02B388DEFCC}"/>
          </ac:spMkLst>
        </pc:spChg>
        <pc:picChg chg="add mod">
          <ac:chgData name="Sebastian Vallejo Vera" userId="661f42ee-5565-49c4-8b1d-325f2d699b91" providerId="ADAL" clId="{A248EEF8-C29E-592E-8CA9-13334A969EB7}" dt="2026-02-02T02:53:20.091" v="2555" actId="1076"/>
          <ac:picMkLst>
            <pc:docMk/>
            <pc:sldMk cId="1519986655" sldId="339"/>
            <ac:picMk id="4" creationId="{663B59D6-5EFE-2B7E-EF0B-73B8D47EBDBA}"/>
          </ac:picMkLst>
        </pc:picChg>
      </pc:sldChg>
      <pc:sldChg chg="modSp new mod">
        <pc:chgData name="Sebastian Vallejo Vera" userId="661f42ee-5565-49c4-8b1d-325f2d699b91" providerId="ADAL" clId="{A248EEF8-C29E-592E-8CA9-13334A969EB7}" dt="2026-02-02T02:57:40.679" v="3264" actId="20577"/>
        <pc:sldMkLst>
          <pc:docMk/>
          <pc:sldMk cId="22173712" sldId="340"/>
        </pc:sldMkLst>
        <pc:spChg chg="mod">
          <ac:chgData name="Sebastian Vallejo Vera" userId="661f42ee-5565-49c4-8b1d-325f2d699b91" providerId="ADAL" clId="{A248EEF8-C29E-592E-8CA9-13334A969EB7}" dt="2026-02-02T02:54:04.626" v="2569" actId="20577"/>
          <ac:spMkLst>
            <pc:docMk/>
            <pc:sldMk cId="22173712" sldId="340"/>
            <ac:spMk id="2" creationId="{7213BB5B-8F93-790B-2701-2054AA0AE224}"/>
          </ac:spMkLst>
        </pc:spChg>
        <pc:spChg chg="mod">
          <ac:chgData name="Sebastian Vallejo Vera" userId="661f42ee-5565-49c4-8b1d-325f2d699b91" providerId="ADAL" clId="{A248EEF8-C29E-592E-8CA9-13334A969EB7}" dt="2026-02-02T02:57:40.679" v="3264" actId="20577"/>
          <ac:spMkLst>
            <pc:docMk/>
            <pc:sldMk cId="22173712" sldId="340"/>
            <ac:spMk id="3" creationId="{C99EB2BE-E4E6-8DBA-ECBD-64BBA1A64096}"/>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5T23:07:42.136"/>
    </inkml:context>
    <inkml:brush xml:id="br0">
      <inkml:brushProperty name="width" value="0.05" units="cm"/>
      <inkml:brushProperty name="height" value="0.05" units="cm"/>
      <inkml:brushProperty name="color" value="#AE198D"/>
      <inkml:brushProperty name="inkEffects" value="galaxy"/>
      <inkml:brushProperty name="anchorX" value="-53946.42969"/>
      <inkml:brushProperty name="anchorY" value="-43165.53516"/>
      <inkml:brushProperty name="scaleFactor" value="0.5"/>
    </inkml:brush>
  </inkml:definitions>
  <inkml:trace contextRef="#ctx0" brushRef="#br0">0 3456 18660,'0'-6'0,"11"-26"1600,16-29-1600,-3 7 0,6-8 0,17-16 0,7-6-1691,-15 17 0,0-4 0,7-4 1691,-4 9 0,5-5 0,3-2 0,1-1 0,-2 2-424,-2 3 0,1 1 0,-1-1 0,1 1 1,0-1 423,3-3 0,1-1 0,0 1 0,1-1 0,2 2-479,2-2 0,3 0 1,1 1-1,-1 1 1,0 4 478,4-6 0,-2 5 0,2 0 0,4-1 0,-3 5 0,3-2 0,1 1 0,2 1 0,-3 1 0,-3 6 0,-1 0 0,0 2 0,0 2 0,-3 3-280,3 1 0,-2 2 0,0 3 0,1 2 280,2 0 0,2 1 0,-1 3 0,-4 4 738,27-12 0,-4 6-738,-3 5 0,-1 4 0,-3 2 0,-5 5 2778,23 9-2778,-43 8 0,-2 0 0,31 1 4710,-25 6-4710,-19 0 3544,-5 0-3544,-14 0 1936,3 0-1936,-9 0 576,0 0-576,-6 0 0,1 0 0,0 0 0,0 0 0,-4 0 0,0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5T23:07:45.645"/>
    </inkml:context>
    <inkml:brush xml:id="br0">
      <inkml:brushProperty name="width" value="0.05" units="cm"/>
      <inkml:brushProperty name="height" value="0.05" units="cm"/>
      <inkml:brushProperty name="color" value="#AE198D"/>
      <inkml:brushProperty name="inkEffects" value="galaxy"/>
      <inkml:brushProperty name="anchorX" value="-79705.04688"/>
      <inkml:brushProperty name="anchorY" value="-64574.07031"/>
      <inkml:brushProperty name="scaleFactor" value="0.5"/>
    </inkml:brush>
  </inkml:definitions>
  <inkml:trace contextRef="#ctx0" brushRef="#br0">1 5 22164,'3'-4'0,"12"14"1168,11 9-1168,15 25 405,6 5-405,7 6 0,17 9-551,2-6 551,-33-22 0,0 0 0,22 17 392,7 8-392,-13-18 0,-2-6 0,-10 0 0,-20-17 0,-5-4 772,-3-4-772,-10-8 225,5 4-225,-6-3 0,-7 1 0,-4-1 0,-48 29 0,10-7 0,4 3 0,-1 2 0,-11 6 0,-19 31 0,27-25 0,-17 18 0,25-16 0,-1-7 0,9-3 0,4-6 0,9-6 0,2-6 0,5-6 0,3-4 0,2 0 0,3-1 0,0-2 0,0-2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5T23:07:42.136"/>
    </inkml:context>
    <inkml:brush xml:id="br0">
      <inkml:brushProperty name="width" value="0.05" units="cm"/>
      <inkml:brushProperty name="height" value="0.05" units="cm"/>
      <inkml:brushProperty name="color" value="#AE198D"/>
      <inkml:brushProperty name="inkEffects" value="galaxy"/>
      <inkml:brushProperty name="anchorX" value="-53946.42969"/>
      <inkml:brushProperty name="anchorY" value="-43165.53516"/>
      <inkml:brushProperty name="scaleFactor" value="0.5"/>
    </inkml:brush>
  </inkml:definitions>
  <inkml:trace contextRef="#ctx0" brushRef="#br0">0 3456 18660,'0'-6'0,"11"-26"1600,16-29-1600,-3 7 0,6-8 0,17-16 0,7-6-1691,-15 17 0,0-4 0,7-4 1691,-4 9 0,5-5 0,3-2 0,1-1 0,-2 2-424,-2 3 0,1 1 0,-1-1 0,1 1 1,0-1 423,3-3 0,1-1 0,0 1 0,1-1 0,2 2-479,2-2 0,3 0 1,1 1-1,-1 1 1,0 4 478,4-6 0,-2 5 0,2 0 0,4-1 0,-3 5 0,3-2 0,1 1 0,2 1 0,-3 1 0,-3 6 0,-1 0 0,0 2 0,0 2 0,-3 3-280,3 1 0,-2 2 0,0 3 0,1 2 280,2 0 0,2 1 0,-1 3 0,-4 4 738,27-12 0,-4 6-738,-3 5 0,-1 4 0,-3 2 0,-5 5 2778,23 9-2778,-43 8 0,-2 0 0,31 1 4710,-25 6-4710,-19 0 3544,-5 0-3544,-14 0 1936,3 0-1936,-9 0 576,0 0-576,-6 0 0,1 0 0,0 0 0,0 0 0,-4 0 0,0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5T23:07:45.645"/>
    </inkml:context>
    <inkml:brush xml:id="br0">
      <inkml:brushProperty name="width" value="0.05" units="cm"/>
      <inkml:brushProperty name="height" value="0.05" units="cm"/>
      <inkml:brushProperty name="color" value="#AE198D"/>
      <inkml:brushProperty name="inkEffects" value="galaxy"/>
      <inkml:brushProperty name="anchorX" value="-79705.04688"/>
      <inkml:brushProperty name="anchorY" value="-64574.07031"/>
      <inkml:brushProperty name="scaleFactor" value="0.5"/>
    </inkml:brush>
  </inkml:definitions>
  <inkml:trace contextRef="#ctx0" brushRef="#br0">1 5 22164,'3'-4'0,"12"14"1168,11 9-1168,15 25 405,6 5-405,7 6 0,17 9-551,2-6 551,-33-22 0,0 0 0,22 17 392,7 8-392,-13-18 0,-2-6 0,-10 0 0,-20-17 0,-5-4 772,-3-4-772,-10-8 225,5 4-225,-6-3 0,-7 1 0,-4-1 0,-48 29 0,10-7 0,4 3 0,-1 2 0,-11 6 0,-19 31 0,27-25 0,-17 18 0,25-16 0,-1-7 0,9-3 0,4-6 0,9-6 0,2-6 0,5-6 0,3-4 0,2 0 0,3-1 0,0-2 0,0-2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5T23:07:42.136"/>
    </inkml:context>
    <inkml:brush xml:id="br0">
      <inkml:brushProperty name="width" value="0.05" units="cm"/>
      <inkml:brushProperty name="height" value="0.05" units="cm"/>
      <inkml:brushProperty name="color" value="#AE198D"/>
      <inkml:brushProperty name="inkEffects" value="galaxy"/>
      <inkml:brushProperty name="anchorX" value="-53946.42969"/>
      <inkml:brushProperty name="anchorY" value="-43165.53516"/>
      <inkml:brushProperty name="scaleFactor" value="0.5"/>
    </inkml:brush>
  </inkml:definitions>
  <inkml:trace contextRef="#ctx0" brushRef="#br0">0 3456 18660,'0'-6'0,"11"-26"1600,16-29-1600,-3 7 0,6-8 0,17-16 0,7-6-1691,-15 17 0,0-4 0,7-4 1691,-4 9 0,5-5 0,3-2 0,1-1 0,-2 2-424,-2 3 0,1 1 0,-1-1 0,1 1 1,0-1 423,3-3 0,1-1 0,0 1 0,1-1 0,2 2-479,2-2 0,3 0 1,1 1-1,-1 1 1,0 4 478,4-6 0,-2 5 0,2 0 0,4-1 0,-3 5 0,3-2 0,1 1 0,2 1 0,-3 1 0,-3 6 0,-1 0 0,0 2 0,0 2 0,-3 3-280,3 1 0,-2 2 0,0 3 0,1 2 280,2 0 0,2 1 0,-1 3 0,-4 4 738,27-12 0,-4 6-738,-3 5 0,-1 4 0,-3 2 0,-5 5 2778,23 9-2778,-43 8 0,-2 0 0,31 1 4710,-25 6-4710,-19 0 3544,-5 0-3544,-14 0 1936,3 0-1936,-9 0 576,0 0-576,-6 0 0,1 0 0,0 0 0,0 0 0,-4 0 0,0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5T23:07:45.645"/>
    </inkml:context>
    <inkml:brush xml:id="br0">
      <inkml:brushProperty name="width" value="0.05" units="cm"/>
      <inkml:brushProperty name="height" value="0.05" units="cm"/>
      <inkml:brushProperty name="color" value="#AE198D"/>
      <inkml:brushProperty name="inkEffects" value="galaxy"/>
      <inkml:brushProperty name="anchorX" value="-79705.04688"/>
      <inkml:brushProperty name="anchorY" value="-64574.07031"/>
      <inkml:brushProperty name="scaleFactor" value="0.5"/>
    </inkml:brush>
  </inkml:definitions>
  <inkml:trace contextRef="#ctx0" brushRef="#br0">1 5 22164,'3'-4'0,"12"14"1168,11 9-1168,15 25 405,6 5-405,7 6 0,17 9-551,2-6 551,-33-22 0,0 0 0,22 17 392,7 8-392,-13-18 0,-2-6 0,-10 0 0,-20-17 0,-5-4 772,-3-4-772,-10-8 225,5 4-225,-6-3 0,-7 1 0,-4-1 0,-48 29 0,10-7 0,4 3 0,-1 2 0,-11 6 0,-19 31 0,27-25 0,-17 18 0,25-16 0,-1-7 0,9-3 0,4-6 0,9-6 0,2-6 0,5-6 0,3-4 0,2 0 0,3-1 0,0-2 0,0-2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5T23:07:42.136"/>
    </inkml:context>
    <inkml:brush xml:id="br0">
      <inkml:brushProperty name="width" value="0.05" units="cm"/>
      <inkml:brushProperty name="height" value="0.05" units="cm"/>
      <inkml:brushProperty name="color" value="#AE198D"/>
      <inkml:brushProperty name="inkEffects" value="galaxy"/>
      <inkml:brushProperty name="anchorX" value="-53946.42969"/>
      <inkml:brushProperty name="anchorY" value="-43165.53516"/>
      <inkml:brushProperty name="scaleFactor" value="0.5"/>
    </inkml:brush>
  </inkml:definitions>
  <inkml:trace contextRef="#ctx0" brushRef="#br0">0 3456 18660,'0'-6'0,"11"-26"1600,16-29-1600,-3 7 0,6-8 0,17-16 0,7-6-1691,-15 17 0,0-4 0,7-4 1691,-4 9 0,5-5 0,3-2 0,1-1 0,-2 2-424,-2 3 0,1 1 0,-1-1 0,1 1 1,0-1 423,3-3 0,1-1 0,0 1 0,1-1 0,2 2-479,2-2 0,3 0 1,1 1-1,-1 1 1,0 4 478,4-6 0,-2 5 0,2 0 0,4-1 0,-3 5 0,3-2 0,1 1 0,2 1 0,-3 1 0,-3 6 0,-1 0 0,0 2 0,0 2 0,-3 3-280,3 1 0,-2 2 0,0 3 0,1 2 280,2 0 0,2 1 0,-1 3 0,-4 4 738,27-12 0,-4 6-738,-3 5 0,-1 4 0,-3 2 0,-5 5 2778,23 9-2778,-43 8 0,-2 0 0,31 1 4710,-25 6-4710,-19 0 3544,-5 0-3544,-14 0 1936,3 0-1936,-9 0 576,0 0-576,-6 0 0,1 0 0,0 0 0,0 0 0,-4 0 0,0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5T23:07:45.645"/>
    </inkml:context>
    <inkml:brush xml:id="br0">
      <inkml:brushProperty name="width" value="0.05" units="cm"/>
      <inkml:brushProperty name="height" value="0.05" units="cm"/>
      <inkml:brushProperty name="color" value="#AE198D"/>
      <inkml:brushProperty name="inkEffects" value="galaxy"/>
      <inkml:brushProperty name="anchorX" value="-79705.04688"/>
      <inkml:brushProperty name="anchorY" value="-64574.07031"/>
      <inkml:brushProperty name="scaleFactor" value="0.5"/>
    </inkml:brush>
  </inkml:definitions>
  <inkml:trace contextRef="#ctx0" brushRef="#br0">1 5 22164,'3'-4'0,"12"14"1168,11 9-1168,15 25 405,6 5-405,7 6 0,17 9-551,2-6 551,-33-22 0,0 0 0,22 17 392,7 8-392,-13-18 0,-2-6 0,-10 0 0,-20-17 0,-5-4 772,-3-4-772,-10-8 225,5 4-225,-6-3 0,-7 1 0,-4-1 0,-48 29 0,10-7 0,4 3 0,-1 2 0,-11 6 0,-19 31 0,27-25 0,-17 18 0,25-16 0,-1-7 0,9-3 0,4-6 0,9-6 0,2-6 0,5-6 0,3-4 0,2 0 0,3-1 0,0-2 0,0-2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5T23:07:42.136"/>
    </inkml:context>
    <inkml:brush xml:id="br0">
      <inkml:brushProperty name="width" value="0.05" units="cm"/>
      <inkml:brushProperty name="height" value="0.05" units="cm"/>
      <inkml:brushProperty name="color" value="#AE198D"/>
      <inkml:brushProperty name="inkEffects" value="galaxy"/>
      <inkml:brushProperty name="anchorX" value="-53946.42969"/>
      <inkml:brushProperty name="anchorY" value="-43165.53516"/>
      <inkml:brushProperty name="scaleFactor" value="0.5"/>
    </inkml:brush>
  </inkml:definitions>
  <inkml:trace contextRef="#ctx0" brushRef="#br0">0 3456 18660,'0'-6'0,"11"-26"1600,16-29-1600,-3 7 0,6-8 0,17-16 0,7-6-1691,-15 17 0,0-4 0,7-4 1691,-4 9 0,5-5 0,3-2 0,1-1 0,-2 2-424,-2 3 0,1 1 0,-1-1 0,1 1 1,0-1 423,3-3 0,1-1 0,0 1 0,1-1 0,2 2-479,2-2 0,3 0 1,1 1-1,-1 1 1,0 4 478,4-6 0,-2 5 0,2 0 0,4-1 0,-3 5 0,3-2 0,1 1 0,2 1 0,-3 1 0,-3 6 0,-1 0 0,0 2 0,0 2 0,-3 3-280,3 1 0,-2 2 0,0 3 0,1 2 280,2 0 0,2 1 0,-1 3 0,-4 4 738,27-12 0,-4 6-738,-3 5 0,-1 4 0,-3 2 0,-5 5 2778,23 9-2778,-43 8 0,-2 0 0,31 1 4710,-25 6-4710,-19 0 3544,-5 0-3544,-14 0 1936,3 0-1936,-9 0 576,0 0-576,-6 0 0,1 0 0,0 0 0,0 0 0,-4 0 0,0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5T23:07:45.645"/>
    </inkml:context>
    <inkml:brush xml:id="br0">
      <inkml:brushProperty name="width" value="0.05" units="cm"/>
      <inkml:brushProperty name="height" value="0.05" units="cm"/>
      <inkml:brushProperty name="color" value="#AE198D"/>
      <inkml:brushProperty name="inkEffects" value="galaxy"/>
      <inkml:brushProperty name="anchorX" value="-79705.04688"/>
      <inkml:brushProperty name="anchorY" value="-64574.07031"/>
      <inkml:brushProperty name="scaleFactor" value="0.5"/>
    </inkml:brush>
  </inkml:definitions>
  <inkml:trace contextRef="#ctx0" brushRef="#br0">1 5 22164,'3'-4'0,"12"14"1168,11 9-1168,15 25 405,6 5-405,7 6 0,17 9-551,2-6 551,-33-22 0,0 0 0,22 17 392,7 8-392,-13-18 0,-2-6 0,-10 0 0,-20-17 0,-5-4 772,-3-4-772,-10-8 225,5 4-225,-6-3 0,-7 1 0,-4-1 0,-48 29 0,10-7 0,4 3 0,-1 2 0,-11 6 0,-19 31 0,27-25 0,-17 18 0,25-16 0,-1-7 0,9-3 0,4-6 0,9-6 0,2-6 0,5-6 0,3-4 0,2 0 0,3-1 0,0-2 0,0-2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5T23:07:42.136"/>
    </inkml:context>
    <inkml:brush xml:id="br0">
      <inkml:brushProperty name="width" value="0.05" units="cm"/>
      <inkml:brushProperty name="height" value="0.05" units="cm"/>
      <inkml:brushProperty name="color" value="#AE198D"/>
      <inkml:brushProperty name="inkEffects" value="galaxy"/>
      <inkml:brushProperty name="anchorX" value="-53946.42969"/>
      <inkml:brushProperty name="anchorY" value="-43165.53516"/>
      <inkml:brushProperty name="scaleFactor" value="0.5"/>
    </inkml:brush>
  </inkml:definitions>
  <inkml:trace contextRef="#ctx0" brushRef="#br0">0 3456 18660,'0'-6'0,"11"-26"1600,16-29-1600,-3 7 0,6-8 0,17-16 0,7-6-1691,-15 17 0,0-4 0,7-4 1691,-4 9 0,5-5 0,3-2 0,1-1 0,-2 2-424,-2 3 0,1 1 0,-1-1 0,1 1 1,0-1 423,3-3 0,1-1 0,0 1 0,1-1 0,2 2-479,2-2 0,3 0 1,1 1-1,-1 1 1,0 4 478,4-6 0,-2 5 0,2 0 0,4-1 0,-3 5 0,3-2 0,1 1 0,2 1 0,-3 1 0,-3 6 0,-1 0 0,0 2 0,0 2 0,-3 3-280,3 1 0,-2 2 0,0 3 0,1 2 280,2 0 0,2 1 0,-1 3 0,-4 4 738,27-12 0,-4 6-738,-3 5 0,-1 4 0,-3 2 0,-5 5 2778,23 9-2778,-43 8 0,-2 0 0,31 1 4710,-25 6-4710,-19 0 3544,-5 0-3544,-14 0 1936,3 0-1936,-9 0 576,0 0-576,-6 0 0,1 0 0,0 0 0,0 0 0,-4 0 0,0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5T23:07:45.645"/>
    </inkml:context>
    <inkml:brush xml:id="br0">
      <inkml:brushProperty name="width" value="0.05" units="cm"/>
      <inkml:brushProperty name="height" value="0.05" units="cm"/>
      <inkml:brushProperty name="color" value="#AE198D"/>
      <inkml:brushProperty name="inkEffects" value="galaxy"/>
      <inkml:brushProperty name="anchorX" value="-79705.04688"/>
      <inkml:brushProperty name="anchorY" value="-64574.07031"/>
      <inkml:brushProperty name="scaleFactor" value="0.5"/>
    </inkml:brush>
  </inkml:definitions>
  <inkml:trace contextRef="#ctx0" brushRef="#br0">1 5 22164,'3'-4'0,"12"14"1168,11 9-1168,15 25 405,6 5-405,7 6 0,17 9-551,2-6 551,-33-22 0,0 0 0,22 17 392,7 8-392,-13-18 0,-2-6 0,-10 0 0,-20-17 0,-5-4 772,-3-4-772,-10-8 225,5 4-225,-6-3 0,-7 1 0,-4-1 0,-48 29 0,10-7 0,4 3 0,-1 2 0,-11 6 0,-19 31 0,27-25 0,-17 18 0,25-16 0,-1-7 0,9-3 0,4-6 0,9-6 0,2-6 0,5-6 0,3-4 0,2 0 0,3-1 0,0-2 0,0-2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5T23:07:42.136"/>
    </inkml:context>
    <inkml:brush xml:id="br0">
      <inkml:brushProperty name="width" value="0.05" units="cm"/>
      <inkml:brushProperty name="height" value="0.05" units="cm"/>
      <inkml:brushProperty name="color" value="#AE198D"/>
      <inkml:brushProperty name="inkEffects" value="galaxy"/>
      <inkml:brushProperty name="anchorX" value="-53946.42969"/>
      <inkml:brushProperty name="anchorY" value="-43165.53516"/>
      <inkml:brushProperty name="scaleFactor" value="0.5"/>
    </inkml:brush>
  </inkml:definitions>
  <inkml:trace contextRef="#ctx0" brushRef="#br0">0 3456 18660,'0'-6'0,"11"-26"1600,16-29-1600,-3 7 0,6-8 0,17-16 0,7-6-1691,-15 17 0,0-4 0,7-4 1691,-4 9 0,5-5 0,3-2 0,1-1 0,-2 2-424,-2 3 0,1 1 0,-1-1 0,1 1 1,0-1 423,3-3 0,1-1 0,0 1 0,1-1 0,2 2-479,2-2 0,3 0 1,1 1-1,-1 1 1,0 4 478,4-6 0,-2 5 0,2 0 0,4-1 0,-3 5 0,3-2 0,1 1 0,2 1 0,-3 1 0,-3 6 0,-1 0 0,0 2 0,0 2 0,-3 3-280,3 1 0,-2 2 0,0 3 0,1 2 280,2 0 0,2 1 0,-1 3 0,-4 4 738,27-12 0,-4 6-738,-3 5 0,-1 4 0,-3 2 0,-5 5 2778,23 9-2778,-43 8 0,-2 0 0,31 1 4710,-25 6-4710,-19 0 3544,-5 0-3544,-14 0 1936,3 0-1936,-9 0 576,0 0-576,-6 0 0,1 0 0,0 0 0,0 0 0,-4 0 0,0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5T23:07:45.645"/>
    </inkml:context>
    <inkml:brush xml:id="br0">
      <inkml:brushProperty name="width" value="0.05" units="cm"/>
      <inkml:brushProperty name="height" value="0.05" units="cm"/>
      <inkml:brushProperty name="color" value="#AE198D"/>
      <inkml:brushProperty name="inkEffects" value="galaxy"/>
      <inkml:brushProperty name="anchorX" value="-79705.04688"/>
      <inkml:brushProperty name="anchorY" value="-64574.07031"/>
      <inkml:brushProperty name="scaleFactor" value="0.5"/>
    </inkml:brush>
  </inkml:definitions>
  <inkml:trace contextRef="#ctx0" brushRef="#br0">1 5 22164,'3'-4'0,"12"14"1168,11 9-1168,15 25 405,6 5-405,7 6 0,17 9-551,2-6 551,-33-22 0,0 0 0,22 17 392,7 8-392,-13-18 0,-2-6 0,-10 0 0,-20-17 0,-5-4 772,-3-4-772,-10-8 225,5 4-225,-6-3 0,-7 1 0,-4-1 0,-48 29 0,10-7 0,4 3 0,-1 2 0,-11 6 0,-19 31 0,27-25 0,-17 18 0,25-16 0,-1-7 0,9-3 0,4-6 0,9-6 0,2-6 0,5-6 0,3-4 0,2 0 0,3-1 0,0-2 0,0-2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74FB61-9EB0-FE4C-BD5B-43EA6A45D7A5}" type="datetimeFigureOut">
              <a:rPr lang="en-US" smtClean="0"/>
              <a:t>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FB04C4-15B4-374C-A8C8-E601CDB94D13}" type="slidenum">
              <a:rPr lang="en-US" smtClean="0"/>
              <a:t>‹#›</a:t>
            </a:fld>
            <a:endParaRPr lang="en-US"/>
          </a:p>
        </p:txBody>
      </p:sp>
    </p:spTree>
    <p:extLst>
      <p:ext uri="{BB962C8B-B14F-4D97-AF65-F5344CB8AC3E}">
        <p14:creationId xmlns:p14="http://schemas.microsoft.com/office/powerpoint/2010/main" val="17215595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the function f() that we are trying to map?</a:t>
            </a:r>
          </a:p>
        </p:txBody>
      </p:sp>
      <p:sp>
        <p:nvSpPr>
          <p:cNvPr id="4" name="Slide Number Placeholder 3"/>
          <p:cNvSpPr>
            <a:spLocks noGrp="1"/>
          </p:cNvSpPr>
          <p:nvPr>
            <p:ph type="sldNum" sz="quarter" idx="5"/>
          </p:nvPr>
        </p:nvSpPr>
        <p:spPr/>
        <p:txBody>
          <a:bodyPr/>
          <a:lstStyle/>
          <a:p>
            <a:fld id="{C0FB04C4-15B4-374C-A8C8-E601CDB94D13}" type="slidenum">
              <a:rPr lang="en-US" smtClean="0"/>
              <a:t>18</a:t>
            </a:fld>
            <a:endParaRPr lang="en-US"/>
          </a:p>
        </p:txBody>
      </p:sp>
    </p:spTree>
    <p:extLst>
      <p:ext uri="{BB962C8B-B14F-4D97-AF65-F5344CB8AC3E}">
        <p14:creationId xmlns:p14="http://schemas.microsoft.com/office/powerpoint/2010/main" val="158878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head to the website!!</a:t>
            </a:r>
          </a:p>
        </p:txBody>
      </p:sp>
      <p:sp>
        <p:nvSpPr>
          <p:cNvPr id="4" name="Slide Number Placeholder 3"/>
          <p:cNvSpPr>
            <a:spLocks noGrp="1"/>
          </p:cNvSpPr>
          <p:nvPr>
            <p:ph type="sldNum" sz="quarter" idx="5"/>
          </p:nvPr>
        </p:nvSpPr>
        <p:spPr/>
        <p:txBody>
          <a:bodyPr/>
          <a:lstStyle/>
          <a:p>
            <a:fld id="{C0FB04C4-15B4-374C-A8C8-E601CDB94D13}" type="slidenum">
              <a:rPr lang="en-US" smtClean="0"/>
              <a:t>22</a:t>
            </a:fld>
            <a:endParaRPr lang="en-US"/>
          </a:p>
        </p:txBody>
      </p:sp>
    </p:spTree>
    <p:extLst>
      <p:ext uri="{BB962C8B-B14F-4D97-AF65-F5344CB8AC3E}">
        <p14:creationId xmlns:p14="http://schemas.microsoft.com/office/powerpoint/2010/main" val="2713601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could go wrong?</a:t>
            </a:r>
          </a:p>
        </p:txBody>
      </p:sp>
      <p:sp>
        <p:nvSpPr>
          <p:cNvPr id="4" name="Slide Number Placeholder 3"/>
          <p:cNvSpPr>
            <a:spLocks noGrp="1"/>
          </p:cNvSpPr>
          <p:nvPr>
            <p:ph type="sldNum" sz="quarter" idx="5"/>
          </p:nvPr>
        </p:nvSpPr>
        <p:spPr/>
        <p:txBody>
          <a:bodyPr/>
          <a:lstStyle/>
          <a:p>
            <a:fld id="{C0FB04C4-15B4-374C-A8C8-E601CDB94D13}" type="slidenum">
              <a:rPr lang="en-US" smtClean="0"/>
              <a:t>55</a:t>
            </a:fld>
            <a:endParaRPr lang="en-US"/>
          </a:p>
        </p:txBody>
      </p:sp>
    </p:spTree>
    <p:extLst>
      <p:ext uri="{BB962C8B-B14F-4D97-AF65-F5344CB8AC3E}">
        <p14:creationId xmlns:p14="http://schemas.microsoft.com/office/powerpoint/2010/main" val="13521053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txBody>
          <a:bodyPr/>
          <a:lstStyle/>
          <a:p>
            <a:endParaRPr lang="en-US"/>
          </a:p>
        </p:txBody>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A66E314-BAAB-6D4A-B8E1-9601BF15E75E}" type="datetimeFigureOut">
              <a:rPr lang="en-US" smtClean="0"/>
              <a:t>2/1/26</a:t>
            </a:fld>
            <a:endParaRPr lang="en-US"/>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EA87710A-FFE9-0543-AECC-D14D50319191}" type="slidenum">
              <a:rPr lang="en-US" smtClean="0"/>
              <a:t>‹#›</a:t>
            </a:fld>
            <a:endParaRPr lang="en-US"/>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795242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66E314-BAAB-6D4A-B8E1-9601BF15E75E}" type="datetimeFigureOut">
              <a:rPr lang="en-US" smtClean="0"/>
              <a:t>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87710A-FFE9-0543-AECC-D14D50319191}" type="slidenum">
              <a:rPr lang="en-US" smtClean="0"/>
              <a:t>‹#›</a:t>
            </a:fld>
            <a:endParaRPr lang="en-US"/>
          </a:p>
        </p:txBody>
      </p:sp>
    </p:spTree>
    <p:extLst>
      <p:ext uri="{BB962C8B-B14F-4D97-AF65-F5344CB8AC3E}">
        <p14:creationId xmlns:p14="http://schemas.microsoft.com/office/powerpoint/2010/main" val="22105476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A66E314-BAAB-6D4A-B8E1-9601BF15E75E}" type="datetimeFigureOut">
              <a:rPr lang="en-US" smtClean="0"/>
              <a:t>2/1/26</a:t>
            </a:fld>
            <a:endParaRPr lang="en-US"/>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EA87710A-FFE9-0543-AECC-D14D50319191}" type="slidenum">
              <a:rPr lang="en-US" smtClean="0"/>
              <a:t>‹#›</a:t>
            </a:fld>
            <a:endParaRPr lang="en-US"/>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126892174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A66E314-BAAB-6D4A-B8E1-9601BF15E75E}" type="datetimeFigureOut">
              <a:rPr lang="en-US" smtClean="0"/>
              <a:t>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87710A-FFE9-0543-AECC-D14D50319191}" type="slidenum">
              <a:rPr lang="en-US" smtClean="0"/>
              <a:t>‹#›</a:t>
            </a:fld>
            <a:endParaRPr lang="en-US"/>
          </a:p>
        </p:txBody>
      </p:sp>
    </p:spTree>
    <p:extLst>
      <p:ext uri="{BB962C8B-B14F-4D97-AF65-F5344CB8AC3E}">
        <p14:creationId xmlns:p14="http://schemas.microsoft.com/office/powerpoint/2010/main" val="185261917"/>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A66E314-BAAB-6D4A-B8E1-9601BF15E75E}" type="datetimeFigureOut">
              <a:rPr lang="en-US" smtClean="0"/>
              <a:t>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A87710A-FFE9-0543-AECC-D14D50319191}" type="slidenum">
              <a:rPr lang="en-US" smtClean="0"/>
              <a:t>‹#›</a:t>
            </a:fld>
            <a:endParaRPr lang="en-US"/>
          </a:p>
        </p:txBody>
      </p:sp>
    </p:spTree>
    <p:extLst>
      <p:ext uri="{BB962C8B-B14F-4D97-AF65-F5344CB8AC3E}">
        <p14:creationId xmlns:p14="http://schemas.microsoft.com/office/powerpoint/2010/main" val="2961832955"/>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A66E314-BAAB-6D4A-B8E1-9601BF15E75E}" type="datetimeFigureOut">
              <a:rPr lang="en-US" smtClean="0"/>
              <a:t>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A87710A-FFE9-0543-AECC-D14D50319191}" type="slidenum">
              <a:rPr lang="en-US" smtClean="0"/>
              <a:t>‹#›</a:t>
            </a:fld>
            <a:endParaRPr lang="en-US"/>
          </a:p>
        </p:txBody>
      </p:sp>
    </p:spTree>
    <p:extLst>
      <p:ext uri="{BB962C8B-B14F-4D97-AF65-F5344CB8AC3E}">
        <p14:creationId xmlns:p14="http://schemas.microsoft.com/office/powerpoint/2010/main" val="2713711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66E314-BAAB-6D4A-B8E1-9601BF15E75E}" type="datetimeFigureOut">
              <a:rPr lang="en-US" smtClean="0"/>
              <a:t>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A87710A-FFE9-0543-AECC-D14D50319191}" type="slidenum">
              <a:rPr lang="en-US" smtClean="0"/>
              <a:t>‹#›</a:t>
            </a:fld>
            <a:endParaRPr lang="en-US"/>
          </a:p>
        </p:txBody>
      </p:sp>
    </p:spTree>
    <p:extLst>
      <p:ext uri="{BB962C8B-B14F-4D97-AF65-F5344CB8AC3E}">
        <p14:creationId xmlns:p14="http://schemas.microsoft.com/office/powerpoint/2010/main" val="3393102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9A66E314-BAAB-6D4A-B8E1-9601BF15E75E}" type="datetimeFigureOut">
              <a:rPr lang="en-US" smtClean="0"/>
              <a:t>2/1/26</a:t>
            </a:fld>
            <a:endParaRPr lang="en-US"/>
          </a:p>
        </p:txBody>
      </p:sp>
      <p:sp>
        <p:nvSpPr>
          <p:cNvPr id="6" name="Footer Placeholder 5"/>
          <p:cNvSpPr>
            <a:spLocks noGrp="1"/>
          </p:cNvSpPr>
          <p:nvPr>
            <p:ph type="ftr" sz="quarter" idx="11"/>
          </p:nvPr>
        </p:nvSpPr>
        <p:spPr>
          <a:xfrm>
            <a:off x="2103620" y="6375679"/>
            <a:ext cx="3482179" cy="345796"/>
          </a:xfrm>
        </p:spPr>
        <p:txBody>
          <a:bodyPr/>
          <a:lstStyle/>
          <a:p>
            <a:endParaRPr lang="en-US"/>
          </a:p>
        </p:txBody>
      </p:sp>
      <p:sp>
        <p:nvSpPr>
          <p:cNvPr id="7" name="Slide Number Placeholder 6"/>
          <p:cNvSpPr>
            <a:spLocks noGrp="1"/>
          </p:cNvSpPr>
          <p:nvPr>
            <p:ph type="sldNum" sz="quarter" idx="12"/>
          </p:nvPr>
        </p:nvSpPr>
        <p:spPr>
          <a:xfrm>
            <a:off x="5691014" y="6375679"/>
            <a:ext cx="1232456" cy="345796"/>
          </a:xfrm>
        </p:spPr>
        <p:txBody>
          <a:bodyPr/>
          <a:lstStyle/>
          <a:p>
            <a:fld id="{EA87710A-FFE9-0543-AECC-D14D50319191}" type="slidenum">
              <a:rPr lang="en-US" smtClean="0"/>
              <a:t>‹#›</a:t>
            </a:fld>
            <a:endParaRPr lang="en-US"/>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282959589"/>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9A66E314-BAAB-6D4A-B8E1-9601BF15E75E}" type="datetimeFigureOut">
              <a:rPr lang="en-US" smtClean="0"/>
              <a:t>2/1/26</a:t>
            </a:fld>
            <a:endParaRPr lang="en-US"/>
          </a:p>
        </p:txBody>
      </p:sp>
      <p:sp>
        <p:nvSpPr>
          <p:cNvPr id="6" name="Footer Placeholder 5"/>
          <p:cNvSpPr>
            <a:spLocks noGrp="1"/>
          </p:cNvSpPr>
          <p:nvPr>
            <p:ph type="ftr" sz="quarter" idx="11"/>
          </p:nvPr>
        </p:nvSpPr>
        <p:spPr>
          <a:xfrm>
            <a:off x="2103621" y="6375679"/>
            <a:ext cx="3482178" cy="345796"/>
          </a:xfrm>
        </p:spPr>
        <p:txBody>
          <a:bodyPr/>
          <a:lstStyle/>
          <a:p>
            <a:endParaRPr lang="en-US"/>
          </a:p>
        </p:txBody>
      </p:sp>
      <p:sp>
        <p:nvSpPr>
          <p:cNvPr id="7" name="Slide Number Placeholder 6"/>
          <p:cNvSpPr>
            <a:spLocks noGrp="1"/>
          </p:cNvSpPr>
          <p:nvPr>
            <p:ph type="sldNum" sz="quarter" idx="12"/>
          </p:nvPr>
        </p:nvSpPr>
        <p:spPr>
          <a:xfrm>
            <a:off x="5687568" y="6375679"/>
            <a:ext cx="1234440" cy="345796"/>
          </a:xfrm>
        </p:spPr>
        <p:txBody>
          <a:bodyPr/>
          <a:lstStyle/>
          <a:p>
            <a:fld id="{EA87710A-FFE9-0543-AECC-D14D50319191}" type="slidenum">
              <a:rPr lang="en-US" smtClean="0"/>
              <a:t>‹#›</a:t>
            </a:fld>
            <a:endParaRPr lang="en-US"/>
          </a:p>
        </p:txBody>
      </p:sp>
    </p:spTree>
    <p:extLst>
      <p:ext uri="{BB962C8B-B14F-4D97-AF65-F5344CB8AC3E}">
        <p14:creationId xmlns:p14="http://schemas.microsoft.com/office/powerpoint/2010/main" val="18530171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66E314-BAAB-6D4A-B8E1-9601BF15E75E}" type="datetimeFigureOut">
              <a:rPr lang="en-US" smtClean="0"/>
              <a:t>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87710A-FFE9-0543-AECC-D14D50319191}" type="slidenum">
              <a:rPr lang="en-US" smtClean="0"/>
              <a:t>‹#›</a:t>
            </a:fld>
            <a:endParaRPr lang="en-US"/>
          </a:p>
        </p:txBody>
      </p:sp>
    </p:spTree>
    <p:extLst>
      <p:ext uri="{BB962C8B-B14F-4D97-AF65-F5344CB8AC3E}">
        <p14:creationId xmlns:p14="http://schemas.microsoft.com/office/powerpoint/2010/main" val="18026023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66E314-BAAB-6D4A-B8E1-9601BF15E75E}" type="datetimeFigureOut">
              <a:rPr lang="en-US" smtClean="0"/>
              <a:t>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87710A-FFE9-0543-AECC-D14D50319191}" type="slidenum">
              <a:rPr lang="en-US" smtClean="0"/>
              <a:t>‹#›</a:t>
            </a:fld>
            <a:endParaRPr lang="en-US"/>
          </a:p>
        </p:txBody>
      </p:sp>
    </p:spTree>
    <p:extLst>
      <p:ext uri="{BB962C8B-B14F-4D97-AF65-F5344CB8AC3E}">
        <p14:creationId xmlns:p14="http://schemas.microsoft.com/office/powerpoint/2010/main" val="2101803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A66E314-BAAB-6D4A-B8E1-9601BF15E75E}" type="datetimeFigureOut">
              <a:rPr lang="en-US" smtClean="0"/>
              <a:t>2/1/26</a:t>
            </a:fld>
            <a:endParaRPr lang="en-US"/>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EA87710A-FFE9-0543-AECC-D14D50319191}" type="slidenum">
              <a:rPr lang="en-US" smtClean="0"/>
              <a:t>‹#›</a:t>
            </a:fld>
            <a:endParaRPr lang="en-US"/>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3149151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customXml" Target="../ink/ink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customXml" Target="../ink/ink4.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customXml" Target="../ink/ink6.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customXml" Target="../ink/ink8.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customXml" Target="../ink/ink10.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customXml" Target="../ink/ink12.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customXml" Target="../ink/ink14.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svallejovera.github.io/cta_updated/week7.html#wordscores"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s://ieeexplore.ieee.org/stamp/stamp.jsp?arnumber=9078901&amp;casa_token=d2_H0cWxCUQAAAAA:fnVf5oCL8MbyVgU6nFd3PF1zI2tFeKwxKPsjpyPU9_XAaAMoUHJemcIMAr3MsJ0lmhuPjU2S-g&amp;tag=1"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s://www.cambridge.org/core/services/aop-cambridge-core/content/view/FCC76C9F7A5B27D00B0C9BE023BF84E7/S1047198723000190a.pdf/div-class-title-selecting-more-informative-training-sets-with-fewer-observations-div.pdf"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5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hyperlink" Target="https://huggingface.co/" TargetMode="Externa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11FC9-847F-74EF-E1C4-39BDF8F13B49}"/>
              </a:ext>
            </a:extLst>
          </p:cNvPr>
          <p:cNvSpPr>
            <a:spLocks noGrp="1"/>
          </p:cNvSpPr>
          <p:nvPr>
            <p:ph type="ctrTitle"/>
          </p:nvPr>
        </p:nvSpPr>
        <p:spPr/>
        <p:txBody>
          <a:bodyPr/>
          <a:lstStyle/>
          <a:p>
            <a:r>
              <a:rPr lang="en-US" sz="8000" dirty="0"/>
              <a:t>A primer on Supervised Learning</a:t>
            </a:r>
          </a:p>
        </p:txBody>
      </p:sp>
      <p:sp>
        <p:nvSpPr>
          <p:cNvPr id="3" name="Subtitle 2">
            <a:extLst>
              <a:ext uri="{FF2B5EF4-FFF2-40B4-BE49-F238E27FC236}">
                <a16:creationId xmlns:a16="http://schemas.microsoft.com/office/drawing/2014/main" id="{9E458A38-616D-4493-C500-DA3DC0E35E7E}"/>
              </a:ext>
            </a:extLst>
          </p:cNvPr>
          <p:cNvSpPr>
            <a:spLocks noGrp="1"/>
          </p:cNvSpPr>
          <p:nvPr>
            <p:ph type="subTitle" idx="1"/>
          </p:nvPr>
        </p:nvSpPr>
        <p:spPr/>
        <p:txBody>
          <a:bodyPr/>
          <a:lstStyle/>
          <a:p>
            <a:r>
              <a:rPr lang="en-US" dirty="0"/>
              <a:t>Prof. Sebastián Vallejo Vera</a:t>
            </a:r>
          </a:p>
        </p:txBody>
      </p:sp>
    </p:spTree>
    <p:extLst>
      <p:ext uri="{BB962C8B-B14F-4D97-AF65-F5344CB8AC3E}">
        <p14:creationId xmlns:p14="http://schemas.microsoft.com/office/powerpoint/2010/main" val="42879036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81C8E-643E-7534-5625-E266C821C8AF}"/>
              </a:ext>
            </a:extLst>
          </p:cNvPr>
          <p:cNvSpPr>
            <a:spLocks noGrp="1"/>
          </p:cNvSpPr>
          <p:nvPr>
            <p:ph type="title"/>
          </p:nvPr>
        </p:nvSpPr>
        <p:spPr/>
        <p:txBody>
          <a:bodyPr/>
          <a:lstStyle/>
          <a:p>
            <a:r>
              <a:rPr lang="en-US" dirty="0"/>
              <a:t>So far…</a:t>
            </a:r>
          </a:p>
        </p:txBody>
      </p:sp>
      <p:sp>
        <p:nvSpPr>
          <p:cNvPr id="3" name="Content Placeholder 2">
            <a:extLst>
              <a:ext uri="{FF2B5EF4-FFF2-40B4-BE49-F238E27FC236}">
                <a16:creationId xmlns:a16="http://schemas.microsoft.com/office/drawing/2014/main" id="{78A5CA8E-8F48-9EE9-1F25-941019320A5C}"/>
              </a:ext>
            </a:extLst>
          </p:cNvPr>
          <p:cNvSpPr>
            <a:spLocks noGrp="1"/>
          </p:cNvSpPr>
          <p:nvPr>
            <p:ph idx="1"/>
          </p:nvPr>
        </p:nvSpPr>
        <p:spPr/>
        <p:txBody>
          <a:bodyPr/>
          <a:lstStyle/>
          <a:p>
            <a:r>
              <a:rPr lang="en-CA" dirty="0"/>
              <a:t>We started from pre-processing text as data, representing text as numbers, and describing features of the text.</a:t>
            </a:r>
          </a:p>
          <a:p>
            <a:r>
              <a:rPr lang="en-CA" dirty="0"/>
              <a:t>Last week, we started measurement and classification:</a:t>
            </a:r>
          </a:p>
          <a:p>
            <a:pPr lvl="1"/>
            <a:r>
              <a:rPr lang="en-CA" dirty="0"/>
              <a:t>Dictionary methods </a:t>
            </a:r>
          </a:p>
          <a:p>
            <a:pPr lvl="2"/>
            <a:r>
              <a:rPr lang="en-CA" dirty="0"/>
              <a:t>Discuss some well-known dictionaries</a:t>
            </a:r>
          </a:p>
          <a:p>
            <a:pPr lvl="1"/>
            <a:r>
              <a:rPr lang="en-CA" dirty="0"/>
              <a:t>Scaling techniques</a:t>
            </a:r>
          </a:p>
          <a:p>
            <a:pPr lvl="2"/>
            <a:r>
              <a:rPr lang="en-CA" dirty="0" err="1"/>
              <a:t>Wordfish</a:t>
            </a:r>
            <a:endParaRPr lang="en-CA" dirty="0"/>
          </a:p>
          <a:p>
            <a:pPr lvl="1"/>
            <a:r>
              <a:rPr lang="en-CA" dirty="0"/>
              <a:t>Topic modeling</a:t>
            </a:r>
          </a:p>
          <a:p>
            <a:pPr lvl="2"/>
            <a:r>
              <a:rPr lang="en-CA" dirty="0"/>
              <a:t>Structural Topic Models</a:t>
            </a:r>
          </a:p>
          <a:p>
            <a:endParaRPr lang="en-US" dirty="0"/>
          </a:p>
        </p:txBody>
      </p:sp>
    </p:spTree>
    <p:extLst>
      <p:ext uri="{BB962C8B-B14F-4D97-AF65-F5344CB8AC3E}">
        <p14:creationId xmlns:p14="http://schemas.microsoft.com/office/powerpoint/2010/main" val="31758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85A4C-EF3C-96E8-D86F-573CAC4E81D3}"/>
              </a:ext>
            </a:extLst>
          </p:cNvPr>
          <p:cNvSpPr>
            <a:spLocks noGrp="1"/>
          </p:cNvSpPr>
          <p:nvPr>
            <p:ph type="title"/>
          </p:nvPr>
        </p:nvSpPr>
        <p:spPr/>
        <p:txBody>
          <a:bodyPr/>
          <a:lstStyle/>
          <a:p>
            <a:r>
              <a:rPr lang="en-US" dirty="0"/>
              <a:t>From dictionaries to supervised learning</a:t>
            </a:r>
          </a:p>
        </p:txBody>
      </p:sp>
      <p:sp>
        <p:nvSpPr>
          <p:cNvPr id="3" name="Content Placeholder 2">
            <a:extLst>
              <a:ext uri="{FF2B5EF4-FFF2-40B4-BE49-F238E27FC236}">
                <a16:creationId xmlns:a16="http://schemas.microsoft.com/office/drawing/2014/main" id="{1DF5AFB0-674A-FE6D-302E-D1FAE6A6BC0B}"/>
              </a:ext>
            </a:extLst>
          </p:cNvPr>
          <p:cNvSpPr>
            <a:spLocks noGrp="1"/>
          </p:cNvSpPr>
          <p:nvPr>
            <p:ph idx="1"/>
          </p:nvPr>
        </p:nvSpPr>
        <p:spPr/>
        <p:txBody>
          <a:bodyPr/>
          <a:lstStyle/>
          <a:p>
            <a:r>
              <a:rPr lang="en-CA" dirty="0"/>
              <a:t>How can we systematically classify text into meaningful categories (e.g., positive/negative, hate vs. non-hate speech, spam vs. non-spam)?</a:t>
            </a:r>
          </a:p>
          <a:p>
            <a:pPr lvl="1"/>
            <a:r>
              <a:rPr lang="en-CA" dirty="0"/>
              <a:t>Goal: Learn a </a:t>
            </a:r>
            <a:r>
              <a:rPr lang="en-CA" b="1" dirty="0"/>
              <a:t>function f</a:t>
            </a:r>
            <a:r>
              <a:rPr lang="en-CA" dirty="0"/>
              <a:t> that maps text </a:t>
            </a:r>
            <a:r>
              <a:rPr lang="en-CA" b="1" dirty="0"/>
              <a:t>inputs x</a:t>
            </a:r>
            <a:r>
              <a:rPr lang="en-CA" dirty="0"/>
              <a:t> to category </a:t>
            </a:r>
            <a:r>
              <a:rPr lang="en-CA" b="1" dirty="0"/>
              <a:t>outputs y</a:t>
            </a:r>
            <a:endParaRPr lang="en-CA" dirty="0"/>
          </a:p>
          <a:p>
            <a:pPr lvl="1"/>
            <a:r>
              <a:rPr lang="en-CA" b="1" dirty="0"/>
              <a:t>Dictionaries:</a:t>
            </a:r>
            <a:r>
              <a:rPr lang="en-CA" dirty="0"/>
              <a:t> Mapping function is explicitly defined by the researcher using predefined word lists</a:t>
            </a:r>
          </a:p>
          <a:p>
            <a:pPr lvl="1"/>
            <a:r>
              <a:rPr lang="en-CA" b="1" dirty="0"/>
              <a:t>Supervised Classification</a:t>
            </a:r>
            <a:r>
              <a:rPr lang="en-CA" dirty="0"/>
              <a:t>: Mapping function is </a:t>
            </a:r>
            <a:r>
              <a:rPr lang="en-CA" b="1" dirty="0"/>
              <a:t>learned</a:t>
            </a:r>
            <a:r>
              <a:rPr lang="en-CA" dirty="0"/>
              <a:t> from the data by training an algorithm to predict categories based on labeled documents</a:t>
            </a:r>
          </a:p>
          <a:p>
            <a:endParaRPr lang="en-US" dirty="0"/>
          </a:p>
        </p:txBody>
      </p:sp>
    </p:spTree>
    <p:extLst>
      <p:ext uri="{BB962C8B-B14F-4D97-AF65-F5344CB8AC3E}">
        <p14:creationId xmlns:p14="http://schemas.microsoft.com/office/powerpoint/2010/main" val="1609983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D5DAF6-F745-13CD-BD11-6CFAF30F5065}"/>
              </a:ext>
            </a:extLst>
          </p:cNvPr>
          <p:cNvSpPr>
            <a:spLocks noGrp="1"/>
          </p:cNvSpPr>
          <p:nvPr>
            <p:ph type="title"/>
          </p:nvPr>
        </p:nvSpPr>
        <p:spPr/>
        <p:txBody>
          <a:bodyPr>
            <a:normAutofit/>
          </a:bodyPr>
          <a:lstStyle/>
          <a:p>
            <a:r>
              <a:rPr lang="en-US" sz="7200" dirty="0"/>
              <a:t>Supervised scaling techniques</a:t>
            </a:r>
          </a:p>
        </p:txBody>
      </p:sp>
      <p:sp>
        <p:nvSpPr>
          <p:cNvPr id="5" name="Text Placeholder 4">
            <a:extLst>
              <a:ext uri="{FF2B5EF4-FFF2-40B4-BE49-F238E27FC236}">
                <a16:creationId xmlns:a16="http://schemas.microsoft.com/office/drawing/2014/main" id="{C54387DE-6F3B-DDAB-9F16-1CDB4963195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813187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F1B0E2-FD49-F451-C553-41D2BA56BCC5}"/>
              </a:ext>
            </a:extLst>
          </p:cNvPr>
          <p:cNvSpPr>
            <a:spLocks noGrp="1"/>
          </p:cNvSpPr>
          <p:nvPr>
            <p:ph type="title"/>
          </p:nvPr>
        </p:nvSpPr>
        <p:spPr/>
        <p:txBody>
          <a:bodyPr/>
          <a:lstStyle/>
          <a:p>
            <a:r>
              <a:rPr lang="en-US" dirty="0"/>
              <a:t>Laver et al.’s (2003) </a:t>
            </a:r>
            <a:r>
              <a:rPr lang="en-US" dirty="0" err="1"/>
              <a:t>Wordscores</a:t>
            </a:r>
            <a:endParaRPr lang="en-US" dirty="0"/>
          </a:p>
        </p:txBody>
      </p:sp>
      <p:sp>
        <p:nvSpPr>
          <p:cNvPr id="5" name="Content Placeholder 4">
            <a:extLst>
              <a:ext uri="{FF2B5EF4-FFF2-40B4-BE49-F238E27FC236}">
                <a16:creationId xmlns:a16="http://schemas.microsoft.com/office/drawing/2014/main" id="{E8993D35-1E2C-2DEC-DEEA-33D8FF7ADC02}"/>
              </a:ext>
            </a:extLst>
          </p:cNvPr>
          <p:cNvSpPr>
            <a:spLocks noGrp="1"/>
          </p:cNvSpPr>
          <p:nvPr>
            <p:ph idx="1"/>
          </p:nvPr>
        </p:nvSpPr>
        <p:spPr/>
        <p:txBody>
          <a:bodyPr/>
          <a:lstStyle/>
          <a:p>
            <a:r>
              <a:rPr lang="en-US" dirty="0"/>
              <a:t>Let’s start with an early example that uses labeled documents to predict the position of a text on an (ideological) scale. </a:t>
            </a:r>
          </a:p>
          <a:p>
            <a:endParaRPr lang="en-US" i="1" dirty="0"/>
          </a:p>
          <a:p>
            <a:r>
              <a:rPr lang="en-US" i="1" dirty="0" err="1"/>
              <a:t>Wordscores</a:t>
            </a:r>
            <a:r>
              <a:rPr lang="en-US" dirty="0"/>
              <a:t> uses </a:t>
            </a:r>
            <a:r>
              <a:rPr lang="en-US" dirty="0">
                <a:solidFill>
                  <a:schemeClr val="accent1"/>
                </a:solidFill>
              </a:rPr>
              <a:t>reference documents </a:t>
            </a:r>
            <a:r>
              <a:rPr lang="en-US" dirty="0"/>
              <a:t>with known or assumed positions (the equivalent of a training set) to score </a:t>
            </a:r>
            <a:r>
              <a:rPr lang="en-US" dirty="0">
                <a:solidFill>
                  <a:schemeClr val="accent1"/>
                </a:solidFill>
              </a:rPr>
              <a:t>virgin documents</a:t>
            </a:r>
            <a:r>
              <a:rPr lang="en-US" dirty="0"/>
              <a:t>. </a:t>
            </a:r>
          </a:p>
          <a:p>
            <a:pPr lvl="1"/>
            <a:r>
              <a:rPr lang="en-US" dirty="0"/>
              <a:t>In this case, the reference documents = labeled documents. </a:t>
            </a:r>
          </a:p>
          <a:p>
            <a:pPr lvl="1"/>
            <a:endParaRPr lang="en-US" dirty="0"/>
          </a:p>
        </p:txBody>
      </p:sp>
    </p:spTree>
    <p:extLst>
      <p:ext uri="{BB962C8B-B14F-4D97-AF65-F5344CB8AC3E}">
        <p14:creationId xmlns:p14="http://schemas.microsoft.com/office/powerpoint/2010/main" val="3266210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1E5F2-B4DA-0F09-F9C5-08C5F107636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22F1B4A-A183-F3BD-4D7B-AA852C2A3594}"/>
              </a:ext>
            </a:extLst>
          </p:cNvPr>
          <p:cNvSpPr>
            <a:spLocks noGrp="1"/>
          </p:cNvSpPr>
          <p:nvPr>
            <p:ph idx="1"/>
          </p:nvPr>
        </p:nvSpPr>
        <p:spPr/>
        <p:txBody>
          <a:bodyPr/>
          <a:lstStyle/>
          <a:p>
            <a:r>
              <a:rPr lang="en-US" dirty="0"/>
              <a:t>The process is as follows:</a:t>
            </a:r>
          </a:p>
          <a:p>
            <a:pPr lvl="1"/>
            <a:r>
              <a:rPr lang="en-US" dirty="0"/>
              <a:t>We give each reference text </a:t>
            </a:r>
            <a:r>
              <a:rPr lang="en-US" dirty="0">
                <a:solidFill>
                  <a:schemeClr val="accent1"/>
                </a:solidFill>
              </a:rPr>
              <a:t>r</a:t>
            </a:r>
            <a:r>
              <a:rPr lang="en-US" dirty="0"/>
              <a:t> an </a:t>
            </a:r>
            <a:r>
              <a:rPr lang="en-US" i="1" dirty="0"/>
              <a:t>a priori </a:t>
            </a:r>
            <a:r>
              <a:rPr lang="en-US" dirty="0"/>
              <a:t>score </a:t>
            </a:r>
            <a:r>
              <a:rPr lang="en-US" dirty="0">
                <a:solidFill>
                  <a:schemeClr val="accent1"/>
                </a:solidFill>
              </a:rPr>
              <a:t>A</a:t>
            </a:r>
            <a:r>
              <a:rPr lang="en-US" dirty="0"/>
              <a:t>.</a:t>
            </a:r>
          </a:p>
          <a:p>
            <a:pPr lvl="1"/>
            <a:endParaRPr lang="en-US" dirty="0"/>
          </a:p>
        </p:txBody>
      </p:sp>
    </p:spTree>
    <p:extLst>
      <p:ext uri="{BB962C8B-B14F-4D97-AF65-F5344CB8AC3E}">
        <p14:creationId xmlns:p14="http://schemas.microsoft.com/office/powerpoint/2010/main" val="1060482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2BBB73-1B7E-2252-77B6-BDCAF88A719E}"/>
              </a:ext>
            </a:extLst>
          </p:cNvPr>
          <p:cNvPicPr>
            <a:picLocks noChangeAspect="1"/>
          </p:cNvPicPr>
          <p:nvPr/>
        </p:nvPicPr>
        <p:blipFill>
          <a:blip r:embed="rId2"/>
          <a:stretch>
            <a:fillRect/>
          </a:stretch>
        </p:blipFill>
        <p:spPr>
          <a:xfrm>
            <a:off x="3713446" y="796343"/>
            <a:ext cx="4765108" cy="5265315"/>
          </a:xfrm>
          <a:prstGeom prst="rect">
            <a:avLst/>
          </a:prstGeom>
        </p:spPr>
      </p:pic>
      <p:sp>
        <p:nvSpPr>
          <p:cNvPr id="5" name="Rectangle 4">
            <a:extLst>
              <a:ext uri="{FF2B5EF4-FFF2-40B4-BE49-F238E27FC236}">
                <a16:creationId xmlns:a16="http://schemas.microsoft.com/office/drawing/2014/main" id="{ABEB8AEE-CC40-B03B-A345-2E31D314F15D}"/>
              </a:ext>
            </a:extLst>
          </p:cNvPr>
          <p:cNvSpPr/>
          <p:nvPr/>
        </p:nvSpPr>
        <p:spPr>
          <a:xfrm>
            <a:off x="4010140" y="5266062"/>
            <a:ext cx="1299990" cy="209321"/>
          </a:xfrm>
          <a:prstGeom prst="rect">
            <a:avLst/>
          </a:prstGeom>
          <a:noFill/>
          <a:ln w="19050">
            <a:solidFill>
              <a:schemeClr val="accent6"/>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12" name="Ink 11">
                <a:extLst>
                  <a:ext uri="{FF2B5EF4-FFF2-40B4-BE49-F238E27FC236}">
                    <a16:creationId xmlns:a16="http://schemas.microsoft.com/office/drawing/2014/main" id="{E38F9F71-7CE2-4C9B-1578-C3385A36C4FE}"/>
                  </a:ext>
                </a:extLst>
              </p14:cNvPr>
              <p14:cNvContentPartPr/>
              <p14:nvPr/>
            </p14:nvContentPartPr>
            <p14:xfrm>
              <a:off x="2428966" y="5357399"/>
              <a:ext cx="1363320" cy="1244160"/>
            </p14:xfrm>
          </p:contentPart>
        </mc:Choice>
        <mc:Fallback xmlns="">
          <p:pic>
            <p:nvPicPr>
              <p:cNvPr id="12" name="Ink 11">
                <a:extLst>
                  <a:ext uri="{FF2B5EF4-FFF2-40B4-BE49-F238E27FC236}">
                    <a16:creationId xmlns:a16="http://schemas.microsoft.com/office/drawing/2014/main" id="{E38F9F71-7CE2-4C9B-1578-C3385A36C4FE}"/>
                  </a:ext>
                </a:extLst>
              </p:cNvPr>
              <p:cNvPicPr/>
              <p:nvPr/>
            </p:nvPicPr>
            <p:blipFill>
              <a:blip r:embed="rId4"/>
              <a:stretch>
                <a:fillRect/>
              </a:stretch>
            </p:blipFill>
            <p:spPr>
              <a:xfrm>
                <a:off x="2419966" y="5348759"/>
                <a:ext cx="1380960" cy="12618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15" name="Ink 14">
                <a:extLst>
                  <a:ext uri="{FF2B5EF4-FFF2-40B4-BE49-F238E27FC236}">
                    <a16:creationId xmlns:a16="http://schemas.microsoft.com/office/drawing/2014/main" id="{83D46542-9B12-DB7E-8855-CB00319DA0AE}"/>
                  </a:ext>
                </a:extLst>
              </p14:cNvPr>
              <p14:cNvContentPartPr/>
              <p14:nvPr/>
            </p14:nvContentPartPr>
            <p14:xfrm>
              <a:off x="3713446" y="5133479"/>
              <a:ext cx="279720" cy="450360"/>
            </p14:xfrm>
          </p:contentPart>
        </mc:Choice>
        <mc:Fallback xmlns="">
          <p:pic>
            <p:nvPicPr>
              <p:cNvPr id="15" name="Ink 14">
                <a:extLst>
                  <a:ext uri="{FF2B5EF4-FFF2-40B4-BE49-F238E27FC236}">
                    <a16:creationId xmlns:a16="http://schemas.microsoft.com/office/drawing/2014/main" id="{83D46542-9B12-DB7E-8855-CB00319DA0AE}"/>
                  </a:ext>
                </a:extLst>
              </p:cNvPr>
              <p:cNvPicPr/>
              <p:nvPr/>
            </p:nvPicPr>
            <p:blipFill>
              <a:blip r:embed="rId6"/>
              <a:stretch>
                <a:fillRect/>
              </a:stretch>
            </p:blipFill>
            <p:spPr>
              <a:xfrm>
                <a:off x="3704806" y="5124839"/>
                <a:ext cx="297360" cy="468000"/>
              </a:xfrm>
              <a:prstGeom prst="rect">
                <a:avLst/>
              </a:prstGeom>
            </p:spPr>
          </p:pic>
        </mc:Fallback>
      </mc:AlternateContent>
    </p:spTree>
    <p:extLst>
      <p:ext uri="{BB962C8B-B14F-4D97-AF65-F5344CB8AC3E}">
        <p14:creationId xmlns:p14="http://schemas.microsoft.com/office/powerpoint/2010/main" val="1106274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1E5F2-B4DA-0F09-F9C5-08C5F107636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22F1B4A-A183-F3BD-4D7B-AA852C2A3594}"/>
              </a:ext>
            </a:extLst>
          </p:cNvPr>
          <p:cNvSpPr>
            <a:spLocks noGrp="1"/>
          </p:cNvSpPr>
          <p:nvPr>
            <p:ph idx="1"/>
          </p:nvPr>
        </p:nvSpPr>
        <p:spPr/>
        <p:txBody>
          <a:bodyPr/>
          <a:lstStyle/>
          <a:p>
            <a:r>
              <a:rPr lang="en-US" dirty="0"/>
              <a:t>The process is as follows:</a:t>
            </a:r>
          </a:p>
          <a:p>
            <a:pPr lvl="1"/>
            <a:r>
              <a:rPr lang="en-US" dirty="0"/>
              <a:t>We give each reference text </a:t>
            </a:r>
            <a:r>
              <a:rPr lang="en-US" dirty="0">
                <a:solidFill>
                  <a:schemeClr val="accent1"/>
                </a:solidFill>
              </a:rPr>
              <a:t>r</a:t>
            </a:r>
            <a:r>
              <a:rPr lang="en-US" dirty="0"/>
              <a:t> an </a:t>
            </a:r>
            <a:r>
              <a:rPr lang="en-US" i="1" dirty="0"/>
              <a:t>a priori </a:t>
            </a:r>
            <a:r>
              <a:rPr lang="en-US" dirty="0"/>
              <a:t>score </a:t>
            </a:r>
            <a:r>
              <a:rPr lang="en-US" dirty="0">
                <a:solidFill>
                  <a:schemeClr val="accent1"/>
                </a:solidFill>
              </a:rPr>
              <a:t>A</a:t>
            </a:r>
            <a:r>
              <a:rPr lang="en-US" dirty="0"/>
              <a:t>.</a:t>
            </a:r>
          </a:p>
          <a:p>
            <a:pPr lvl="1"/>
            <a:r>
              <a:rPr lang="en-US" dirty="0"/>
              <a:t>We count the number of words </a:t>
            </a:r>
            <a:r>
              <a:rPr lang="en-US" dirty="0">
                <a:solidFill>
                  <a:schemeClr val="accent1"/>
                </a:solidFill>
              </a:rPr>
              <a:t>w</a:t>
            </a:r>
            <a:r>
              <a:rPr lang="en-US" dirty="0"/>
              <a:t> that occur in reference text </a:t>
            </a:r>
            <a:r>
              <a:rPr lang="en-US" dirty="0">
                <a:solidFill>
                  <a:schemeClr val="accent1"/>
                </a:solidFill>
              </a:rPr>
              <a:t>r</a:t>
            </a:r>
            <a:r>
              <a:rPr lang="en-US" dirty="0"/>
              <a:t>.</a:t>
            </a:r>
          </a:p>
          <a:p>
            <a:pPr lvl="1"/>
            <a:endParaRPr lang="en-US" dirty="0"/>
          </a:p>
        </p:txBody>
      </p:sp>
    </p:spTree>
    <p:extLst>
      <p:ext uri="{BB962C8B-B14F-4D97-AF65-F5344CB8AC3E}">
        <p14:creationId xmlns:p14="http://schemas.microsoft.com/office/powerpoint/2010/main" val="3580080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E606343-BADE-4565-AB89-E9EF7E253F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E183BD-2932-401F-8B53-E247764B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012BBB73-1B7E-2252-77B6-BDCAF88A719E}"/>
              </a:ext>
            </a:extLst>
          </p:cNvPr>
          <p:cNvPicPr>
            <a:picLocks noChangeAspect="1"/>
          </p:cNvPicPr>
          <p:nvPr/>
        </p:nvPicPr>
        <p:blipFill>
          <a:blip r:embed="rId2"/>
          <a:stretch>
            <a:fillRect/>
          </a:stretch>
        </p:blipFill>
        <p:spPr>
          <a:xfrm>
            <a:off x="3713446" y="796343"/>
            <a:ext cx="4765108" cy="5265315"/>
          </a:xfrm>
          <a:prstGeom prst="rect">
            <a:avLst/>
          </a:prstGeom>
        </p:spPr>
      </p:pic>
      <p:sp>
        <p:nvSpPr>
          <p:cNvPr id="5" name="Rectangle 4">
            <a:extLst>
              <a:ext uri="{FF2B5EF4-FFF2-40B4-BE49-F238E27FC236}">
                <a16:creationId xmlns:a16="http://schemas.microsoft.com/office/drawing/2014/main" id="{ABEB8AEE-CC40-B03B-A345-2E31D314F15D}"/>
              </a:ext>
            </a:extLst>
          </p:cNvPr>
          <p:cNvSpPr/>
          <p:nvPr/>
        </p:nvSpPr>
        <p:spPr>
          <a:xfrm>
            <a:off x="3713446" y="1101687"/>
            <a:ext cx="1574650" cy="4109291"/>
          </a:xfrm>
          <a:prstGeom prst="rect">
            <a:avLst/>
          </a:prstGeom>
          <a:noFill/>
          <a:ln w="19050">
            <a:solidFill>
              <a:schemeClr val="accent6"/>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12" name="Ink 11">
                <a:extLst>
                  <a:ext uri="{FF2B5EF4-FFF2-40B4-BE49-F238E27FC236}">
                    <a16:creationId xmlns:a16="http://schemas.microsoft.com/office/drawing/2014/main" id="{E38F9F71-7CE2-4C9B-1578-C3385A36C4FE}"/>
                  </a:ext>
                </a:extLst>
              </p14:cNvPr>
              <p14:cNvContentPartPr/>
              <p14:nvPr/>
            </p14:nvContentPartPr>
            <p14:xfrm>
              <a:off x="1929457" y="2999789"/>
              <a:ext cx="1363320" cy="1244160"/>
            </p14:xfrm>
          </p:contentPart>
        </mc:Choice>
        <mc:Fallback xmlns="">
          <p:pic>
            <p:nvPicPr>
              <p:cNvPr id="12" name="Ink 11">
                <a:extLst>
                  <a:ext uri="{FF2B5EF4-FFF2-40B4-BE49-F238E27FC236}">
                    <a16:creationId xmlns:a16="http://schemas.microsoft.com/office/drawing/2014/main" id="{E38F9F71-7CE2-4C9B-1578-C3385A36C4FE}"/>
                  </a:ext>
                </a:extLst>
              </p:cNvPr>
              <p:cNvPicPr/>
              <p:nvPr/>
            </p:nvPicPr>
            <p:blipFill>
              <a:blip r:embed="rId4"/>
              <a:stretch>
                <a:fillRect/>
              </a:stretch>
            </p:blipFill>
            <p:spPr>
              <a:xfrm>
                <a:off x="1920457" y="2991149"/>
                <a:ext cx="1380960" cy="12618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15" name="Ink 14">
                <a:extLst>
                  <a:ext uri="{FF2B5EF4-FFF2-40B4-BE49-F238E27FC236}">
                    <a16:creationId xmlns:a16="http://schemas.microsoft.com/office/drawing/2014/main" id="{83D46542-9B12-DB7E-8855-CB00319DA0AE}"/>
                  </a:ext>
                </a:extLst>
              </p14:cNvPr>
              <p14:cNvContentPartPr/>
              <p14:nvPr/>
            </p14:nvContentPartPr>
            <p14:xfrm>
              <a:off x="3213937" y="2775869"/>
              <a:ext cx="279720" cy="450360"/>
            </p14:xfrm>
          </p:contentPart>
        </mc:Choice>
        <mc:Fallback xmlns="">
          <p:pic>
            <p:nvPicPr>
              <p:cNvPr id="15" name="Ink 14">
                <a:extLst>
                  <a:ext uri="{FF2B5EF4-FFF2-40B4-BE49-F238E27FC236}">
                    <a16:creationId xmlns:a16="http://schemas.microsoft.com/office/drawing/2014/main" id="{83D46542-9B12-DB7E-8855-CB00319DA0AE}"/>
                  </a:ext>
                </a:extLst>
              </p:cNvPr>
              <p:cNvPicPr/>
              <p:nvPr/>
            </p:nvPicPr>
            <p:blipFill>
              <a:blip r:embed="rId6"/>
              <a:stretch>
                <a:fillRect/>
              </a:stretch>
            </p:blipFill>
            <p:spPr>
              <a:xfrm>
                <a:off x="3205297" y="2767229"/>
                <a:ext cx="297360" cy="468000"/>
              </a:xfrm>
              <a:prstGeom prst="rect">
                <a:avLst/>
              </a:prstGeom>
            </p:spPr>
          </p:pic>
        </mc:Fallback>
      </mc:AlternateContent>
    </p:spTree>
    <p:extLst>
      <p:ext uri="{BB962C8B-B14F-4D97-AF65-F5344CB8AC3E}">
        <p14:creationId xmlns:p14="http://schemas.microsoft.com/office/powerpoint/2010/main" val="27506579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1E5F2-B4DA-0F09-F9C5-08C5F107636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22F1B4A-A183-F3BD-4D7B-AA852C2A3594}"/>
              </a:ext>
            </a:extLst>
          </p:cNvPr>
          <p:cNvSpPr>
            <a:spLocks noGrp="1"/>
          </p:cNvSpPr>
          <p:nvPr>
            <p:ph idx="1"/>
          </p:nvPr>
        </p:nvSpPr>
        <p:spPr/>
        <p:txBody>
          <a:bodyPr/>
          <a:lstStyle/>
          <a:p>
            <a:r>
              <a:rPr lang="en-US" dirty="0"/>
              <a:t>The process is as follows:</a:t>
            </a:r>
          </a:p>
          <a:p>
            <a:pPr lvl="1"/>
            <a:r>
              <a:rPr lang="en-US" dirty="0"/>
              <a:t>We give each reference text r an </a:t>
            </a:r>
            <a:r>
              <a:rPr lang="en-US" i="1" dirty="0"/>
              <a:t>a priori </a:t>
            </a:r>
            <a:r>
              <a:rPr lang="en-US" dirty="0"/>
              <a:t>score </a:t>
            </a:r>
            <a:r>
              <a:rPr lang="en-US" dirty="0">
                <a:solidFill>
                  <a:schemeClr val="accent1"/>
                </a:solidFill>
              </a:rPr>
              <a:t>A</a:t>
            </a:r>
            <a:r>
              <a:rPr lang="en-US" dirty="0"/>
              <a:t>.</a:t>
            </a:r>
          </a:p>
          <a:p>
            <a:pPr lvl="1"/>
            <a:r>
              <a:rPr lang="en-US" dirty="0"/>
              <a:t>We count the number of words </a:t>
            </a:r>
            <a:r>
              <a:rPr lang="en-US" dirty="0">
                <a:solidFill>
                  <a:schemeClr val="accent1"/>
                </a:solidFill>
              </a:rPr>
              <a:t>w</a:t>
            </a:r>
            <a:r>
              <a:rPr lang="en-US" dirty="0"/>
              <a:t> that occur in reference text </a:t>
            </a:r>
            <a:r>
              <a:rPr lang="en-US" dirty="0">
                <a:solidFill>
                  <a:schemeClr val="accent1"/>
                </a:solidFill>
              </a:rPr>
              <a:t>r</a:t>
            </a:r>
            <a:r>
              <a:rPr lang="en-US" dirty="0"/>
              <a:t>.</a:t>
            </a:r>
          </a:p>
          <a:p>
            <a:pPr lvl="1"/>
            <a:r>
              <a:rPr lang="en-US" dirty="0"/>
              <a:t>We estimate the </a:t>
            </a:r>
            <a:r>
              <a:rPr lang="en-US" dirty="0">
                <a:solidFill>
                  <a:schemeClr val="accent1"/>
                </a:solidFill>
              </a:rPr>
              <a:t>probability P</a:t>
            </a:r>
            <a:r>
              <a:rPr lang="en-US" dirty="0"/>
              <a:t> of reading text r, given word w.</a:t>
            </a:r>
          </a:p>
          <a:p>
            <a:pPr lvl="1"/>
            <a:endParaRPr lang="en-US" dirty="0"/>
          </a:p>
        </p:txBody>
      </p:sp>
    </p:spTree>
    <p:extLst>
      <p:ext uri="{BB962C8B-B14F-4D97-AF65-F5344CB8AC3E}">
        <p14:creationId xmlns:p14="http://schemas.microsoft.com/office/powerpoint/2010/main" val="3844042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2BBB73-1B7E-2252-77B6-BDCAF88A719E}"/>
              </a:ext>
            </a:extLst>
          </p:cNvPr>
          <p:cNvPicPr>
            <a:picLocks noChangeAspect="1"/>
          </p:cNvPicPr>
          <p:nvPr/>
        </p:nvPicPr>
        <p:blipFill>
          <a:blip r:embed="rId2"/>
          <a:stretch>
            <a:fillRect/>
          </a:stretch>
        </p:blipFill>
        <p:spPr>
          <a:xfrm>
            <a:off x="3713446" y="796343"/>
            <a:ext cx="4765108" cy="5265315"/>
          </a:xfrm>
          <a:prstGeom prst="rect">
            <a:avLst/>
          </a:prstGeom>
        </p:spPr>
      </p:pic>
      <p:sp>
        <p:nvSpPr>
          <p:cNvPr id="5" name="Rectangle 4">
            <a:extLst>
              <a:ext uri="{FF2B5EF4-FFF2-40B4-BE49-F238E27FC236}">
                <a16:creationId xmlns:a16="http://schemas.microsoft.com/office/drawing/2014/main" id="{ABEB8AEE-CC40-B03B-A345-2E31D314F15D}"/>
              </a:ext>
            </a:extLst>
          </p:cNvPr>
          <p:cNvSpPr/>
          <p:nvPr/>
        </p:nvSpPr>
        <p:spPr>
          <a:xfrm>
            <a:off x="5520212" y="1171583"/>
            <a:ext cx="1321263" cy="4109291"/>
          </a:xfrm>
          <a:prstGeom prst="rect">
            <a:avLst/>
          </a:prstGeom>
          <a:noFill/>
          <a:ln w="19050">
            <a:solidFill>
              <a:schemeClr val="accent6"/>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nvGrpSpPr>
          <p:cNvPr id="2" name="Group 1">
            <a:extLst>
              <a:ext uri="{FF2B5EF4-FFF2-40B4-BE49-F238E27FC236}">
                <a16:creationId xmlns:a16="http://schemas.microsoft.com/office/drawing/2014/main" id="{A70282E0-2670-ECCF-7FEE-5A6CE1775896}"/>
              </a:ext>
            </a:extLst>
          </p:cNvPr>
          <p:cNvGrpSpPr/>
          <p:nvPr/>
        </p:nvGrpSpPr>
        <p:grpSpPr>
          <a:xfrm rot="15877686">
            <a:off x="6339635" y="5327616"/>
            <a:ext cx="1564200" cy="1468080"/>
            <a:chOff x="4628589" y="5280874"/>
            <a:chExt cx="1564200" cy="1468080"/>
          </a:xfrm>
        </p:grpSpPr>
        <mc:AlternateContent xmlns:mc="http://schemas.openxmlformats.org/markup-compatibility/2006" xmlns:p14="http://schemas.microsoft.com/office/powerpoint/2010/main" xmlns:aink="http://schemas.microsoft.com/office/drawing/2016/ink">
          <mc:Choice Requires="p14 aink">
            <p:contentPart p14:bwMode="auto" r:id="rId3">
              <p14:nvContentPartPr>
                <p14:cNvPr id="12" name="Ink 11">
                  <a:extLst>
                    <a:ext uri="{FF2B5EF4-FFF2-40B4-BE49-F238E27FC236}">
                      <a16:creationId xmlns:a16="http://schemas.microsoft.com/office/drawing/2014/main" id="{E38F9F71-7CE2-4C9B-1578-C3385A36C4FE}"/>
                    </a:ext>
                  </a:extLst>
                </p14:cNvPr>
                <p14:cNvContentPartPr/>
                <p14:nvPr/>
              </p14:nvContentPartPr>
              <p14:xfrm rot="168485">
                <a:off x="4628589" y="5504794"/>
                <a:ext cx="1363320" cy="1244160"/>
              </p14:xfrm>
            </p:contentPart>
          </mc:Choice>
          <mc:Fallback xmlns="">
            <p:pic>
              <p:nvPicPr>
                <p:cNvPr id="12" name="Ink 11">
                  <a:extLst>
                    <a:ext uri="{FF2B5EF4-FFF2-40B4-BE49-F238E27FC236}">
                      <a16:creationId xmlns:a16="http://schemas.microsoft.com/office/drawing/2014/main" id="{E38F9F71-7CE2-4C9B-1578-C3385A36C4FE}"/>
                    </a:ext>
                  </a:extLst>
                </p:cNvPr>
                <p:cNvPicPr/>
                <p:nvPr/>
              </p:nvPicPr>
              <p:blipFill>
                <a:blip r:embed="rId4"/>
                <a:stretch>
                  <a:fillRect/>
                </a:stretch>
              </p:blipFill>
              <p:spPr>
                <a:xfrm rot="168485">
                  <a:off x="4619589" y="5496154"/>
                  <a:ext cx="1380960" cy="12618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15" name="Ink 14">
                  <a:extLst>
                    <a:ext uri="{FF2B5EF4-FFF2-40B4-BE49-F238E27FC236}">
                      <a16:creationId xmlns:a16="http://schemas.microsoft.com/office/drawing/2014/main" id="{83D46542-9B12-DB7E-8855-CB00319DA0AE}"/>
                    </a:ext>
                  </a:extLst>
                </p14:cNvPr>
                <p14:cNvContentPartPr/>
                <p14:nvPr/>
              </p14:nvContentPartPr>
              <p14:xfrm rot="168485">
                <a:off x="5913069" y="5280874"/>
                <a:ext cx="279720" cy="450360"/>
              </p14:xfrm>
            </p:contentPart>
          </mc:Choice>
          <mc:Fallback xmlns="">
            <p:pic>
              <p:nvPicPr>
                <p:cNvPr id="15" name="Ink 14">
                  <a:extLst>
                    <a:ext uri="{FF2B5EF4-FFF2-40B4-BE49-F238E27FC236}">
                      <a16:creationId xmlns:a16="http://schemas.microsoft.com/office/drawing/2014/main" id="{83D46542-9B12-DB7E-8855-CB00319DA0AE}"/>
                    </a:ext>
                  </a:extLst>
                </p:cNvPr>
                <p:cNvPicPr/>
                <p:nvPr/>
              </p:nvPicPr>
              <p:blipFill>
                <a:blip r:embed="rId6"/>
                <a:stretch>
                  <a:fillRect/>
                </a:stretch>
              </p:blipFill>
              <p:spPr>
                <a:xfrm rot="168485">
                  <a:off x="5904429" y="5272234"/>
                  <a:ext cx="297360" cy="468000"/>
                </a:xfrm>
                <a:prstGeom prst="rect">
                  <a:avLst/>
                </a:prstGeom>
              </p:spPr>
            </p:pic>
          </mc:Fallback>
        </mc:AlternateContent>
      </p:grpSp>
    </p:spTree>
    <p:extLst>
      <p:ext uri="{BB962C8B-B14F-4D97-AF65-F5344CB8AC3E}">
        <p14:creationId xmlns:p14="http://schemas.microsoft.com/office/powerpoint/2010/main" val="33073262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1E5F2-B4DA-0F09-F9C5-08C5F107636F}"/>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22F1B4A-A183-F3BD-4D7B-AA852C2A3594}"/>
                  </a:ext>
                </a:extLst>
              </p:cNvPr>
              <p:cNvSpPr>
                <a:spLocks noGrp="1"/>
              </p:cNvSpPr>
              <p:nvPr>
                <p:ph idx="1"/>
              </p:nvPr>
            </p:nvSpPr>
            <p:spPr/>
            <p:txBody>
              <a:bodyPr/>
              <a:lstStyle/>
              <a:p>
                <a:r>
                  <a:rPr lang="en-US" dirty="0"/>
                  <a:t>The process is as follows:</a:t>
                </a:r>
              </a:p>
              <a:p>
                <a:pPr lvl="1"/>
                <a:r>
                  <a:rPr lang="en-US" dirty="0"/>
                  <a:t>We give each reference text r an </a:t>
                </a:r>
                <a:r>
                  <a:rPr lang="en-US" i="1" dirty="0"/>
                  <a:t>a priori </a:t>
                </a:r>
                <a:r>
                  <a:rPr lang="en-US" dirty="0"/>
                  <a:t>score </a:t>
                </a:r>
                <a:r>
                  <a:rPr lang="en-US" dirty="0">
                    <a:solidFill>
                      <a:schemeClr val="accent1"/>
                    </a:solidFill>
                  </a:rPr>
                  <a:t>A</a:t>
                </a:r>
                <a:r>
                  <a:rPr lang="en-US" dirty="0"/>
                  <a:t>.</a:t>
                </a:r>
              </a:p>
              <a:p>
                <a:pPr lvl="1"/>
                <a:r>
                  <a:rPr lang="en-US" dirty="0"/>
                  <a:t>We count the number of words </a:t>
                </a:r>
                <a:r>
                  <a:rPr lang="en-US" dirty="0">
                    <a:solidFill>
                      <a:schemeClr val="accent1"/>
                    </a:solidFill>
                  </a:rPr>
                  <a:t>w</a:t>
                </a:r>
                <a:r>
                  <a:rPr lang="en-US" dirty="0"/>
                  <a:t> that occur in reference text </a:t>
                </a:r>
                <a:r>
                  <a:rPr lang="en-US" dirty="0">
                    <a:solidFill>
                      <a:schemeClr val="accent1"/>
                    </a:solidFill>
                  </a:rPr>
                  <a:t>r</a:t>
                </a:r>
                <a:r>
                  <a:rPr lang="en-US" dirty="0"/>
                  <a:t>.</a:t>
                </a:r>
              </a:p>
              <a:p>
                <a:pPr lvl="1"/>
                <a:r>
                  <a:rPr lang="en-US" dirty="0"/>
                  <a:t>We estimate the </a:t>
                </a:r>
                <a:r>
                  <a:rPr lang="en-US" dirty="0">
                    <a:solidFill>
                      <a:schemeClr val="accent1"/>
                    </a:solidFill>
                  </a:rPr>
                  <a:t>probability P</a:t>
                </a:r>
                <a:r>
                  <a:rPr lang="en-US" dirty="0"/>
                  <a:t> of reading text r, given word w.</a:t>
                </a:r>
              </a:p>
              <a:p>
                <a:pPr lvl="1"/>
                <a:r>
                  <a:rPr lang="en-US" dirty="0"/>
                  <a:t>We estimate </a:t>
                </a:r>
                <a:r>
                  <a:rPr lang="en-US" dirty="0">
                    <a:solidFill>
                      <a:schemeClr val="accent1"/>
                    </a:solidFill>
                  </a:rPr>
                  <a:t>S</a:t>
                </a:r>
                <a:r>
                  <a:rPr lang="en-US" dirty="0"/>
                  <a:t>: the average of </a:t>
                </a:r>
                <a:r>
                  <a:rPr lang="en-US" dirty="0">
                    <a:solidFill>
                      <a:schemeClr val="accent1"/>
                    </a:solidFill>
                  </a:rPr>
                  <a:t>A</a:t>
                </a:r>
                <a:r>
                  <a:rPr lang="en-US" dirty="0"/>
                  <a:t> weighted by P = </a:t>
                </a:r>
                <a14:m>
                  <m:oMath xmlns:m="http://schemas.openxmlformats.org/officeDocument/2006/math">
                    <m:nary>
                      <m:naryPr>
                        <m:chr m:val="∑"/>
                        <m:limLoc m:val="subSup"/>
                        <m:supHide m:val="on"/>
                        <m:ctrlPr>
                          <a:rPr lang="en-US" i="1" smtClean="0">
                            <a:latin typeface="Cambria Math" panose="02040503050406030204" pitchFamily="18" charset="0"/>
                          </a:rPr>
                        </m:ctrlPr>
                      </m:naryPr>
                      <m:sub>
                        <m:r>
                          <m:rPr>
                            <m:brk m:alnAt="9"/>
                          </m:rPr>
                          <a:rPr lang="en-CA" b="0" i="1" smtClean="0">
                            <a:latin typeface="Cambria Math" panose="02040503050406030204" pitchFamily="18" charset="0"/>
                          </a:rPr>
                          <m:t>𝑟</m:t>
                        </m:r>
                      </m:sub>
                      <m:sup/>
                      <m:e>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𝑃</m:t>
                            </m:r>
                          </m:e>
                          <m:sub>
                            <m:r>
                              <a:rPr lang="en-CA" b="0" i="1" smtClean="0">
                                <a:latin typeface="Cambria Math" panose="02040503050406030204" pitchFamily="18" charset="0"/>
                              </a:rPr>
                              <m:t>𝑤𝑟</m:t>
                            </m:r>
                          </m:sub>
                        </m:sSub>
                      </m:e>
                    </m:nary>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𝐴</m:t>
                        </m:r>
                      </m:e>
                      <m:sub>
                        <m:r>
                          <a:rPr lang="en-CA" b="0" i="1" smtClean="0">
                            <a:latin typeface="Cambria Math" panose="02040503050406030204" pitchFamily="18" charset="0"/>
                            <a:ea typeface="Cambria Math" panose="02040503050406030204" pitchFamily="18" charset="0"/>
                          </a:rPr>
                          <m:t>𝑟</m:t>
                        </m:r>
                      </m:sub>
                    </m:sSub>
                    <m:r>
                      <a:rPr lang="en-CA" b="0" i="1" smtClean="0">
                        <a:latin typeface="Cambria Math" panose="02040503050406030204" pitchFamily="18" charset="0"/>
                        <a:ea typeface="Cambria Math" panose="02040503050406030204" pitchFamily="18" charset="0"/>
                      </a:rPr>
                      <m:t>)</m:t>
                    </m:r>
                  </m:oMath>
                </a14:m>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322F1B4A-A183-F3BD-4D7B-AA852C2A3594}"/>
                  </a:ext>
                </a:extLst>
              </p:cNvPr>
              <p:cNvSpPr>
                <a:spLocks noGrp="1" noRot="1" noChangeAspect="1" noMove="1" noResize="1" noEditPoints="1" noAdjustHandles="1" noChangeArrowheads="1" noChangeShapeType="1" noTextEdit="1"/>
              </p:cNvSpPr>
              <p:nvPr>
                <p:ph idx="1"/>
              </p:nvPr>
            </p:nvSpPr>
            <p:spPr>
              <a:blipFill>
                <a:blip r:embed="rId2"/>
                <a:stretch>
                  <a:fillRect l="-498" t="-704"/>
                </a:stretch>
              </a:blipFill>
            </p:spPr>
            <p:txBody>
              <a:bodyPr/>
              <a:lstStyle/>
              <a:p>
                <a:r>
                  <a:rPr lang="en-US">
                    <a:noFill/>
                  </a:rPr>
                  <a:t> </a:t>
                </a:r>
              </a:p>
            </p:txBody>
          </p:sp>
        </mc:Fallback>
      </mc:AlternateContent>
    </p:spTree>
    <p:extLst>
      <p:ext uri="{BB962C8B-B14F-4D97-AF65-F5344CB8AC3E}">
        <p14:creationId xmlns:p14="http://schemas.microsoft.com/office/powerpoint/2010/main" val="5717836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2BBB73-1B7E-2252-77B6-BDCAF88A719E}"/>
              </a:ext>
            </a:extLst>
          </p:cNvPr>
          <p:cNvPicPr>
            <a:picLocks noChangeAspect="1"/>
          </p:cNvPicPr>
          <p:nvPr/>
        </p:nvPicPr>
        <p:blipFill>
          <a:blip r:embed="rId2"/>
          <a:stretch>
            <a:fillRect/>
          </a:stretch>
        </p:blipFill>
        <p:spPr>
          <a:xfrm>
            <a:off x="3713446" y="796343"/>
            <a:ext cx="4765108" cy="5265315"/>
          </a:xfrm>
          <a:prstGeom prst="rect">
            <a:avLst/>
          </a:prstGeom>
        </p:spPr>
      </p:pic>
      <p:sp>
        <p:nvSpPr>
          <p:cNvPr id="5" name="Rectangle 4">
            <a:extLst>
              <a:ext uri="{FF2B5EF4-FFF2-40B4-BE49-F238E27FC236}">
                <a16:creationId xmlns:a16="http://schemas.microsoft.com/office/drawing/2014/main" id="{ABEB8AEE-CC40-B03B-A345-2E31D314F15D}"/>
              </a:ext>
            </a:extLst>
          </p:cNvPr>
          <p:cNvSpPr/>
          <p:nvPr/>
        </p:nvSpPr>
        <p:spPr>
          <a:xfrm>
            <a:off x="6809185" y="1171584"/>
            <a:ext cx="318728" cy="4072446"/>
          </a:xfrm>
          <a:prstGeom prst="rect">
            <a:avLst/>
          </a:prstGeom>
          <a:noFill/>
          <a:ln w="19050">
            <a:solidFill>
              <a:schemeClr val="accent6"/>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nvGrpSpPr>
          <p:cNvPr id="2" name="Group 1">
            <a:extLst>
              <a:ext uri="{FF2B5EF4-FFF2-40B4-BE49-F238E27FC236}">
                <a16:creationId xmlns:a16="http://schemas.microsoft.com/office/drawing/2014/main" id="{BA30DA56-A19C-D36C-C52E-965F54399B3E}"/>
              </a:ext>
            </a:extLst>
          </p:cNvPr>
          <p:cNvGrpSpPr/>
          <p:nvPr/>
        </p:nvGrpSpPr>
        <p:grpSpPr>
          <a:xfrm rot="4417001">
            <a:off x="5525552" y="-220719"/>
            <a:ext cx="1564200" cy="1468080"/>
            <a:chOff x="1929457" y="2775869"/>
            <a:chExt cx="1564200" cy="1468080"/>
          </a:xfrm>
        </p:grpSpPr>
        <mc:AlternateContent xmlns:mc="http://schemas.openxmlformats.org/markup-compatibility/2006" xmlns:p14="http://schemas.microsoft.com/office/powerpoint/2010/main" xmlns:aink="http://schemas.microsoft.com/office/drawing/2016/ink">
          <mc:Choice Requires="p14 aink">
            <p:contentPart p14:bwMode="auto" r:id="rId3">
              <p14:nvContentPartPr>
                <p14:cNvPr id="12" name="Ink 11">
                  <a:extLst>
                    <a:ext uri="{FF2B5EF4-FFF2-40B4-BE49-F238E27FC236}">
                      <a16:creationId xmlns:a16="http://schemas.microsoft.com/office/drawing/2014/main" id="{E38F9F71-7CE2-4C9B-1578-C3385A36C4FE}"/>
                    </a:ext>
                  </a:extLst>
                </p14:cNvPr>
                <p14:cNvContentPartPr/>
                <p14:nvPr/>
              </p14:nvContentPartPr>
              <p14:xfrm>
                <a:off x="1929457" y="2999789"/>
                <a:ext cx="1363320" cy="1244160"/>
              </p14:xfrm>
            </p:contentPart>
          </mc:Choice>
          <mc:Fallback xmlns="">
            <p:pic>
              <p:nvPicPr>
                <p:cNvPr id="12" name="Ink 11">
                  <a:extLst>
                    <a:ext uri="{FF2B5EF4-FFF2-40B4-BE49-F238E27FC236}">
                      <a16:creationId xmlns:a16="http://schemas.microsoft.com/office/drawing/2014/main" id="{E38F9F71-7CE2-4C9B-1578-C3385A36C4FE}"/>
                    </a:ext>
                  </a:extLst>
                </p:cNvPr>
                <p:cNvPicPr/>
                <p:nvPr/>
              </p:nvPicPr>
              <p:blipFill>
                <a:blip r:embed="rId4"/>
                <a:stretch>
                  <a:fillRect/>
                </a:stretch>
              </p:blipFill>
              <p:spPr>
                <a:xfrm>
                  <a:off x="1920457" y="2991149"/>
                  <a:ext cx="1380960" cy="12618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15" name="Ink 14">
                  <a:extLst>
                    <a:ext uri="{FF2B5EF4-FFF2-40B4-BE49-F238E27FC236}">
                      <a16:creationId xmlns:a16="http://schemas.microsoft.com/office/drawing/2014/main" id="{83D46542-9B12-DB7E-8855-CB00319DA0AE}"/>
                    </a:ext>
                  </a:extLst>
                </p14:cNvPr>
                <p14:cNvContentPartPr/>
                <p14:nvPr/>
              </p14:nvContentPartPr>
              <p14:xfrm>
                <a:off x="3213937" y="2775869"/>
                <a:ext cx="279720" cy="450360"/>
              </p14:xfrm>
            </p:contentPart>
          </mc:Choice>
          <mc:Fallback xmlns="">
            <p:pic>
              <p:nvPicPr>
                <p:cNvPr id="15" name="Ink 14">
                  <a:extLst>
                    <a:ext uri="{FF2B5EF4-FFF2-40B4-BE49-F238E27FC236}">
                      <a16:creationId xmlns:a16="http://schemas.microsoft.com/office/drawing/2014/main" id="{83D46542-9B12-DB7E-8855-CB00319DA0AE}"/>
                    </a:ext>
                  </a:extLst>
                </p:cNvPr>
                <p:cNvPicPr/>
                <p:nvPr/>
              </p:nvPicPr>
              <p:blipFill>
                <a:blip r:embed="rId6"/>
                <a:stretch>
                  <a:fillRect/>
                </a:stretch>
              </p:blipFill>
              <p:spPr>
                <a:xfrm>
                  <a:off x="3205297" y="2767229"/>
                  <a:ext cx="297360" cy="468000"/>
                </a:xfrm>
                <a:prstGeom prst="rect">
                  <a:avLst/>
                </a:prstGeom>
              </p:spPr>
            </p:pic>
          </mc:Fallback>
        </mc:AlternateContent>
      </p:grpSp>
    </p:spTree>
    <p:extLst>
      <p:ext uri="{BB962C8B-B14F-4D97-AF65-F5344CB8AC3E}">
        <p14:creationId xmlns:p14="http://schemas.microsoft.com/office/powerpoint/2010/main" val="11845952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1E5F2-B4DA-0F09-F9C5-08C5F107636F}"/>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22F1B4A-A183-F3BD-4D7B-AA852C2A3594}"/>
                  </a:ext>
                </a:extLst>
              </p:cNvPr>
              <p:cNvSpPr>
                <a:spLocks noGrp="1"/>
              </p:cNvSpPr>
              <p:nvPr>
                <p:ph idx="1"/>
              </p:nvPr>
            </p:nvSpPr>
            <p:spPr/>
            <p:txBody>
              <a:bodyPr/>
              <a:lstStyle/>
              <a:p>
                <a:r>
                  <a:rPr lang="en-US" dirty="0"/>
                  <a:t>The process is as follows:</a:t>
                </a:r>
              </a:p>
              <a:p>
                <a:pPr lvl="1"/>
                <a:r>
                  <a:rPr lang="en-US" dirty="0"/>
                  <a:t>We give each reference text r an </a:t>
                </a:r>
                <a:r>
                  <a:rPr lang="en-US" i="1" dirty="0"/>
                  <a:t>a priori </a:t>
                </a:r>
                <a:r>
                  <a:rPr lang="en-US" dirty="0"/>
                  <a:t>score </a:t>
                </a:r>
                <a:r>
                  <a:rPr lang="en-US" dirty="0">
                    <a:solidFill>
                      <a:schemeClr val="accent1"/>
                    </a:solidFill>
                  </a:rPr>
                  <a:t>A</a:t>
                </a:r>
                <a:r>
                  <a:rPr lang="en-US" dirty="0"/>
                  <a:t>.</a:t>
                </a:r>
              </a:p>
              <a:p>
                <a:pPr lvl="1"/>
                <a:r>
                  <a:rPr lang="en-US" dirty="0"/>
                  <a:t>We count the number of words </a:t>
                </a:r>
                <a:r>
                  <a:rPr lang="en-US" dirty="0">
                    <a:solidFill>
                      <a:schemeClr val="accent1"/>
                    </a:solidFill>
                  </a:rPr>
                  <a:t>w</a:t>
                </a:r>
                <a:r>
                  <a:rPr lang="en-US" dirty="0"/>
                  <a:t> that occur in reference text </a:t>
                </a:r>
                <a:r>
                  <a:rPr lang="en-US" dirty="0">
                    <a:solidFill>
                      <a:schemeClr val="accent1"/>
                    </a:solidFill>
                  </a:rPr>
                  <a:t>r</a:t>
                </a:r>
                <a:r>
                  <a:rPr lang="en-US" dirty="0"/>
                  <a:t>.</a:t>
                </a:r>
              </a:p>
              <a:p>
                <a:pPr lvl="1"/>
                <a:r>
                  <a:rPr lang="en-US" dirty="0"/>
                  <a:t>We estimate the </a:t>
                </a:r>
                <a:r>
                  <a:rPr lang="en-US" dirty="0">
                    <a:solidFill>
                      <a:schemeClr val="accent1"/>
                    </a:solidFill>
                  </a:rPr>
                  <a:t>probability P</a:t>
                </a:r>
                <a:r>
                  <a:rPr lang="en-US" dirty="0"/>
                  <a:t> of reading text r, given word w.</a:t>
                </a:r>
              </a:p>
              <a:p>
                <a:pPr lvl="1"/>
                <a:r>
                  <a:rPr lang="en-US" dirty="0"/>
                  <a:t>We estimate </a:t>
                </a:r>
                <a:r>
                  <a:rPr lang="en-US" dirty="0">
                    <a:solidFill>
                      <a:schemeClr val="accent1"/>
                    </a:solidFill>
                  </a:rPr>
                  <a:t>S</a:t>
                </a:r>
                <a:r>
                  <a:rPr lang="en-US" dirty="0"/>
                  <a:t>: the average of </a:t>
                </a:r>
                <a:r>
                  <a:rPr lang="en-US" dirty="0">
                    <a:solidFill>
                      <a:schemeClr val="accent1"/>
                    </a:solidFill>
                  </a:rPr>
                  <a:t>A</a:t>
                </a:r>
                <a:r>
                  <a:rPr lang="en-US" dirty="0"/>
                  <a:t> weighted by P = </a:t>
                </a:r>
                <a14:m>
                  <m:oMath xmlns:m="http://schemas.openxmlformats.org/officeDocument/2006/math">
                    <m:nary>
                      <m:naryPr>
                        <m:chr m:val="∑"/>
                        <m:limLoc m:val="subSup"/>
                        <m:supHide m:val="on"/>
                        <m:ctrlPr>
                          <a:rPr lang="en-US" i="1" smtClean="0">
                            <a:latin typeface="Cambria Math" panose="02040503050406030204" pitchFamily="18" charset="0"/>
                          </a:rPr>
                        </m:ctrlPr>
                      </m:naryPr>
                      <m:sub>
                        <m:r>
                          <m:rPr>
                            <m:brk m:alnAt="9"/>
                          </m:rPr>
                          <a:rPr lang="en-CA" b="0" i="1" smtClean="0">
                            <a:latin typeface="Cambria Math" panose="02040503050406030204" pitchFamily="18" charset="0"/>
                          </a:rPr>
                          <m:t>𝑟</m:t>
                        </m:r>
                      </m:sub>
                      <m:sup/>
                      <m:e>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𝑃</m:t>
                            </m:r>
                          </m:e>
                          <m:sub>
                            <m:r>
                              <a:rPr lang="en-CA" b="0" i="1" smtClean="0">
                                <a:latin typeface="Cambria Math" panose="02040503050406030204" pitchFamily="18" charset="0"/>
                              </a:rPr>
                              <m:t>𝑤𝑟</m:t>
                            </m:r>
                          </m:sub>
                        </m:sSub>
                      </m:e>
                    </m:nary>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𝐴</m:t>
                        </m:r>
                      </m:e>
                      <m:sub>
                        <m:r>
                          <a:rPr lang="en-CA" b="0" i="1" smtClean="0">
                            <a:latin typeface="Cambria Math" panose="02040503050406030204" pitchFamily="18" charset="0"/>
                            <a:ea typeface="Cambria Math" panose="02040503050406030204" pitchFamily="18" charset="0"/>
                          </a:rPr>
                          <m:t>𝑟</m:t>
                        </m:r>
                      </m:sub>
                    </m:sSub>
                    <m:r>
                      <a:rPr lang="en-CA" b="0" i="1" smtClean="0">
                        <a:latin typeface="Cambria Math" panose="02040503050406030204" pitchFamily="18" charset="0"/>
                        <a:ea typeface="Cambria Math" panose="02040503050406030204" pitchFamily="18" charset="0"/>
                      </a:rPr>
                      <m:t>)</m:t>
                    </m:r>
                  </m:oMath>
                </a14:m>
                <a:endParaRPr lang="en-US" dirty="0"/>
              </a:p>
              <a:p>
                <a:pPr lvl="1"/>
                <a:r>
                  <a:rPr lang="en-US" dirty="0"/>
                  <a:t>We count the number of times word w appear in a virgin text and the proportion </a:t>
                </a:r>
                <a:r>
                  <a:rPr lang="en-US" dirty="0">
                    <a:solidFill>
                      <a:schemeClr val="accent1"/>
                    </a:solidFill>
                  </a:rPr>
                  <a:t>F</a:t>
                </a:r>
                <a:r>
                  <a:rPr lang="en-US" dirty="0"/>
                  <a:t> of times each word w appear in the virgin text. </a:t>
                </a:r>
              </a:p>
              <a:p>
                <a:pPr lvl="1"/>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322F1B4A-A183-F3BD-4D7B-AA852C2A3594}"/>
                  </a:ext>
                </a:extLst>
              </p:cNvPr>
              <p:cNvSpPr>
                <a:spLocks noGrp="1" noRot="1" noChangeAspect="1" noMove="1" noResize="1" noEditPoints="1" noAdjustHandles="1" noChangeArrowheads="1" noChangeShapeType="1" noTextEdit="1"/>
              </p:cNvSpPr>
              <p:nvPr>
                <p:ph idx="1"/>
              </p:nvPr>
            </p:nvSpPr>
            <p:spPr>
              <a:blipFill>
                <a:blip r:embed="rId2"/>
                <a:stretch>
                  <a:fillRect l="-498" t="-704"/>
                </a:stretch>
              </a:blipFill>
            </p:spPr>
            <p:txBody>
              <a:bodyPr/>
              <a:lstStyle/>
              <a:p>
                <a:r>
                  <a:rPr lang="en-US">
                    <a:noFill/>
                  </a:rPr>
                  <a:t> </a:t>
                </a:r>
              </a:p>
            </p:txBody>
          </p:sp>
        </mc:Fallback>
      </mc:AlternateContent>
    </p:spTree>
    <p:extLst>
      <p:ext uri="{BB962C8B-B14F-4D97-AF65-F5344CB8AC3E}">
        <p14:creationId xmlns:p14="http://schemas.microsoft.com/office/powerpoint/2010/main" val="1731528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2BBB73-1B7E-2252-77B6-BDCAF88A719E}"/>
              </a:ext>
            </a:extLst>
          </p:cNvPr>
          <p:cNvPicPr>
            <a:picLocks noChangeAspect="1"/>
          </p:cNvPicPr>
          <p:nvPr/>
        </p:nvPicPr>
        <p:blipFill>
          <a:blip r:embed="rId2"/>
          <a:stretch>
            <a:fillRect/>
          </a:stretch>
        </p:blipFill>
        <p:spPr>
          <a:xfrm>
            <a:off x="3713446" y="796343"/>
            <a:ext cx="4765108" cy="5265315"/>
          </a:xfrm>
          <a:prstGeom prst="rect">
            <a:avLst/>
          </a:prstGeom>
        </p:spPr>
      </p:pic>
      <p:sp>
        <p:nvSpPr>
          <p:cNvPr id="5" name="Rectangle 4">
            <a:extLst>
              <a:ext uri="{FF2B5EF4-FFF2-40B4-BE49-F238E27FC236}">
                <a16:creationId xmlns:a16="http://schemas.microsoft.com/office/drawing/2014/main" id="{ABEB8AEE-CC40-B03B-A345-2E31D314F15D}"/>
              </a:ext>
            </a:extLst>
          </p:cNvPr>
          <p:cNvSpPr/>
          <p:nvPr/>
        </p:nvSpPr>
        <p:spPr>
          <a:xfrm>
            <a:off x="7105940" y="1183649"/>
            <a:ext cx="318728" cy="4072446"/>
          </a:xfrm>
          <a:prstGeom prst="rect">
            <a:avLst/>
          </a:prstGeom>
          <a:noFill/>
          <a:ln w="19050">
            <a:solidFill>
              <a:schemeClr val="accent6"/>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nvGrpSpPr>
          <p:cNvPr id="2" name="Group 1">
            <a:extLst>
              <a:ext uri="{FF2B5EF4-FFF2-40B4-BE49-F238E27FC236}">
                <a16:creationId xmlns:a16="http://schemas.microsoft.com/office/drawing/2014/main" id="{BA30DA56-A19C-D36C-C52E-965F54399B3E}"/>
              </a:ext>
            </a:extLst>
          </p:cNvPr>
          <p:cNvGrpSpPr/>
          <p:nvPr/>
        </p:nvGrpSpPr>
        <p:grpSpPr>
          <a:xfrm rot="4417001">
            <a:off x="5823008" y="-253769"/>
            <a:ext cx="1564200" cy="1468080"/>
            <a:chOff x="1929457" y="2775869"/>
            <a:chExt cx="1564200" cy="1468080"/>
          </a:xfrm>
        </p:grpSpPr>
        <mc:AlternateContent xmlns:mc="http://schemas.openxmlformats.org/markup-compatibility/2006" xmlns:p14="http://schemas.microsoft.com/office/powerpoint/2010/main" xmlns:aink="http://schemas.microsoft.com/office/drawing/2016/ink">
          <mc:Choice Requires="p14 aink">
            <p:contentPart p14:bwMode="auto" r:id="rId3">
              <p14:nvContentPartPr>
                <p14:cNvPr id="12" name="Ink 11">
                  <a:extLst>
                    <a:ext uri="{FF2B5EF4-FFF2-40B4-BE49-F238E27FC236}">
                      <a16:creationId xmlns:a16="http://schemas.microsoft.com/office/drawing/2014/main" id="{E38F9F71-7CE2-4C9B-1578-C3385A36C4FE}"/>
                    </a:ext>
                  </a:extLst>
                </p14:cNvPr>
                <p14:cNvContentPartPr/>
                <p14:nvPr/>
              </p14:nvContentPartPr>
              <p14:xfrm>
                <a:off x="1929457" y="2999789"/>
                <a:ext cx="1363320" cy="1244160"/>
              </p14:xfrm>
            </p:contentPart>
          </mc:Choice>
          <mc:Fallback xmlns="">
            <p:pic>
              <p:nvPicPr>
                <p:cNvPr id="12" name="Ink 11">
                  <a:extLst>
                    <a:ext uri="{FF2B5EF4-FFF2-40B4-BE49-F238E27FC236}">
                      <a16:creationId xmlns:a16="http://schemas.microsoft.com/office/drawing/2014/main" id="{E38F9F71-7CE2-4C9B-1578-C3385A36C4FE}"/>
                    </a:ext>
                  </a:extLst>
                </p:cNvPr>
                <p:cNvPicPr/>
                <p:nvPr/>
              </p:nvPicPr>
              <p:blipFill>
                <a:blip r:embed="rId4"/>
                <a:stretch>
                  <a:fillRect/>
                </a:stretch>
              </p:blipFill>
              <p:spPr>
                <a:xfrm>
                  <a:off x="1920457" y="2991149"/>
                  <a:ext cx="1380960" cy="12618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15" name="Ink 14">
                  <a:extLst>
                    <a:ext uri="{FF2B5EF4-FFF2-40B4-BE49-F238E27FC236}">
                      <a16:creationId xmlns:a16="http://schemas.microsoft.com/office/drawing/2014/main" id="{83D46542-9B12-DB7E-8855-CB00319DA0AE}"/>
                    </a:ext>
                  </a:extLst>
                </p14:cNvPr>
                <p14:cNvContentPartPr/>
                <p14:nvPr/>
              </p14:nvContentPartPr>
              <p14:xfrm>
                <a:off x="3213937" y="2775869"/>
                <a:ext cx="279720" cy="450360"/>
              </p14:xfrm>
            </p:contentPart>
          </mc:Choice>
          <mc:Fallback xmlns="">
            <p:pic>
              <p:nvPicPr>
                <p:cNvPr id="15" name="Ink 14">
                  <a:extLst>
                    <a:ext uri="{FF2B5EF4-FFF2-40B4-BE49-F238E27FC236}">
                      <a16:creationId xmlns:a16="http://schemas.microsoft.com/office/drawing/2014/main" id="{83D46542-9B12-DB7E-8855-CB00319DA0AE}"/>
                    </a:ext>
                  </a:extLst>
                </p:cNvPr>
                <p:cNvPicPr/>
                <p:nvPr/>
              </p:nvPicPr>
              <p:blipFill>
                <a:blip r:embed="rId6"/>
                <a:stretch>
                  <a:fillRect/>
                </a:stretch>
              </p:blipFill>
              <p:spPr>
                <a:xfrm>
                  <a:off x="3205297" y="2767229"/>
                  <a:ext cx="297360" cy="468000"/>
                </a:xfrm>
                <a:prstGeom prst="rect">
                  <a:avLst/>
                </a:prstGeom>
              </p:spPr>
            </p:pic>
          </mc:Fallback>
        </mc:AlternateContent>
      </p:grpSp>
    </p:spTree>
    <p:extLst>
      <p:ext uri="{BB962C8B-B14F-4D97-AF65-F5344CB8AC3E}">
        <p14:creationId xmlns:p14="http://schemas.microsoft.com/office/powerpoint/2010/main" val="42521596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1E5F2-B4DA-0F09-F9C5-08C5F107636F}"/>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22F1B4A-A183-F3BD-4D7B-AA852C2A3594}"/>
                  </a:ext>
                </a:extLst>
              </p:cNvPr>
              <p:cNvSpPr>
                <a:spLocks noGrp="1"/>
              </p:cNvSpPr>
              <p:nvPr>
                <p:ph idx="1"/>
              </p:nvPr>
            </p:nvSpPr>
            <p:spPr/>
            <p:txBody>
              <a:bodyPr/>
              <a:lstStyle/>
              <a:p>
                <a:r>
                  <a:rPr lang="en-US" dirty="0"/>
                  <a:t>The process is as follows:</a:t>
                </a:r>
              </a:p>
              <a:p>
                <a:pPr lvl="1"/>
                <a:r>
                  <a:rPr lang="en-US" dirty="0"/>
                  <a:t>We give each reference text r an </a:t>
                </a:r>
                <a:r>
                  <a:rPr lang="en-US" i="1" dirty="0"/>
                  <a:t>a priori </a:t>
                </a:r>
                <a:r>
                  <a:rPr lang="en-US" dirty="0"/>
                  <a:t>score </a:t>
                </a:r>
                <a:r>
                  <a:rPr lang="en-US" dirty="0">
                    <a:solidFill>
                      <a:schemeClr val="accent1"/>
                    </a:solidFill>
                  </a:rPr>
                  <a:t>A</a:t>
                </a:r>
                <a:r>
                  <a:rPr lang="en-US" dirty="0"/>
                  <a:t>.</a:t>
                </a:r>
              </a:p>
              <a:p>
                <a:pPr lvl="1"/>
                <a:r>
                  <a:rPr lang="en-US" dirty="0"/>
                  <a:t>We count the number of words </a:t>
                </a:r>
                <a:r>
                  <a:rPr lang="en-US" dirty="0">
                    <a:solidFill>
                      <a:schemeClr val="accent1"/>
                    </a:solidFill>
                  </a:rPr>
                  <a:t>w</a:t>
                </a:r>
                <a:r>
                  <a:rPr lang="en-US" dirty="0"/>
                  <a:t> that occur in reference text </a:t>
                </a:r>
                <a:r>
                  <a:rPr lang="en-US" dirty="0">
                    <a:solidFill>
                      <a:schemeClr val="accent1"/>
                    </a:solidFill>
                  </a:rPr>
                  <a:t>r</a:t>
                </a:r>
                <a:r>
                  <a:rPr lang="en-US" dirty="0"/>
                  <a:t>.</a:t>
                </a:r>
              </a:p>
              <a:p>
                <a:pPr lvl="1"/>
                <a:r>
                  <a:rPr lang="en-US" dirty="0"/>
                  <a:t>We estimate the </a:t>
                </a:r>
                <a:r>
                  <a:rPr lang="en-US" dirty="0">
                    <a:solidFill>
                      <a:schemeClr val="accent1"/>
                    </a:solidFill>
                  </a:rPr>
                  <a:t>probability P</a:t>
                </a:r>
                <a:r>
                  <a:rPr lang="en-US" dirty="0"/>
                  <a:t> of reading text r, given word w.</a:t>
                </a:r>
              </a:p>
              <a:p>
                <a:pPr lvl="1"/>
                <a:r>
                  <a:rPr lang="en-US" dirty="0"/>
                  <a:t>We estimate </a:t>
                </a:r>
                <a:r>
                  <a:rPr lang="en-US" dirty="0">
                    <a:solidFill>
                      <a:schemeClr val="accent1"/>
                    </a:solidFill>
                  </a:rPr>
                  <a:t>S</a:t>
                </a:r>
                <a:r>
                  <a:rPr lang="en-US" dirty="0"/>
                  <a:t>: the average of </a:t>
                </a:r>
                <a:r>
                  <a:rPr lang="en-US" dirty="0">
                    <a:solidFill>
                      <a:schemeClr val="accent1"/>
                    </a:solidFill>
                  </a:rPr>
                  <a:t>A</a:t>
                </a:r>
                <a:r>
                  <a:rPr lang="en-US" dirty="0"/>
                  <a:t> weighted by P = </a:t>
                </a:r>
                <a14:m>
                  <m:oMath xmlns:m="http://schemas.openxmlformats.org/officeDocument/2006/math">
                    <m:nary>
                      <m:naryPr>
                        <m:chr m:val="∑"/>
                        <m:limLoc m:val="subSup"/>
                        <m:supHide m:val="on"/>
                        <m:ctrlPr>
                          <a:rPr lang="en-US" i="1" smtClean="0">
                            <a:latin typeface="Cambria Math" panose="02040503050406030204" pitchFamily="18" charset="0"/>
                          </a:rPr>
                        </m:ctrlPr>
                      </m:naryPr>
                      <m:sub>
                        <m:r>
                          <m:rPr>
                            <m:brk m:alnAt="9"/>
                          </m:rPr>
                          <a:rPr lang="en-CA" b="0" i="1" smtClean="0">
                            <a:latin typeface="Cambria Math" panose="02040503050406030204" pitchFamily="18" charset="0"/>
                          </a:rPr>
                          <m:t>𝑟</m:t>
                        </m:r>
                      </m:sub>
                      <m:sup/>
                      <m:e>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𝑃</m:t>
                            </m:r>
                          </m:e>
                          <m:sub>
                            <m:r>
                              <a:rPr lang="en-CA" b="0" i="1" smtClean="0">
                                <a:latin typeface="Cambria Math" panose="02040503050406030204" pitchFamily="18" charset="0"/>
                              </a:rPr>
                              <m:t>𝑤𝑟</m:t>
                            </m:r>
                          </m:sub>
                        </m:sSub>
                      </m:e>
                    </m:nary>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𝐴</m:t>
                        </m:r>
                      </m:e>
                      <m:sub>
                        <m:r>
                          <a:rPr lang="en-CA" b="0" i="1" smtClean="0">
                            <a:latin typeface="Cambria Math" panose="02040503050406030204" pitchFamily="18" charset="0"/>
                            <a:ea typeface="Cambria Math" panose="02040503050406030204" pitchFamily="18" charset="0"/>
                          </a:rPr>
                          <m:t>𝑟</m:t>
                        </m:r>
                      </m:sub>
                    </m:sSub>
                    <m:r>
                      <a:rPr lang="en-CA" b="0" i="1" smtClean="0">
                        <a:latin typeface="Cambria Math" panose="02040503050406030204" pitchFamily="18" charset="0"/>
                        <a:ea typeface="Cambria Math" panose="02040503050406030204" pitchFamily="18" charset="0"/>
                      </a:rPr>
                      <m:t>)</m:t>
                    </m:r>
                  </m:oMath>
                </a14:m>
                <a:endParaRPr lang="en-US" dirty="0"/>
              </a:p>
              <a:p>
                <a:pPr lvl="1"/>
                <a:r>
                  <a:rPr lang="en-US" dirty="0"/>
                  <a:t>We count the number of times word w appear in a virgin text and the proportion </a:t>
                </a:r>
                <a:r>
                  <a:rPr lang="en-US" dirty="0">
                    <a:solidFill>
                      <a:schemeClr val="accent1"/>
                    </a:solidFill>
                  </a:rPr>
                  <a:t>F</a:t>
                </a:r>
                <a:r>
                  <a:rPr lang="en-US" dirty="0"/>
                  <a:t> of times each word w appear in the virgin text. </a:t>
                </a:r>
              </a:p>
              <a:p>
                <a:pPr lvl="1"/>
                <a:r>
                  <a:rPr lang="en-US" dirty="0"/>
                  <a:t>Estimate the </a:t>
                </a:r>
                <a:r>
                  <a:rPr lang="en-US" b="1" i="1" dirty="0" err="1">
                    <a:solidFill>
                      <a:schemeClr val="accent1"/>
                    </a:solidFill>
                  </a:rPr>
                  <a:t>wordscore</a:t>
                </a:r>
                <a:r>
                  <a:rPr lang="en-US" dirty="0"/>
                  <a:t> for the virgin text by estimating F x S for every word, </a:t>
                </a:r>
              </a:p>
              <a:p>
                <a:pPr lvl="1"/>
                <a:endParaRPr lang="en-US" dirty="0"/>
              </a:p>
              <a:p>
                <a:pPr lvl="1"/>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322F1B4A-A183-F3BD-4D7B-AA852C2A3594}"/>
                  </a:ext>
                </a:extLst>
              </p:cNvPr>
              <p:cNvSpPr>
                <a:spLocks noGrp="1" noRot="1" noChangeAspect="1" noMove="1" noResize="1" noEditPoints="1" noAdjustHandles="1" noChangeArrowheads="1" noChangeShapeType="1" noTextEdit="1"/>
              </p:cNvSpPr>
              <p:nvPr>
                <p:ph idx="1"/>
              </p:nvPr>
            </p:nvSpPr>
            <p:spPr>
              <a:blipFill>
                <a:blip r:embed="rId2"/>
                <a:stretch>
                  <a:fillRect l="-498" t="-704"/>
                </a:stretch>
              </a:blipFill>
            </p:spPr>
            <p:txBody>
              <a:bodyPr/>
              <a:lstStyle/>
              <a:p>
                <a:r>
                  <a:rPr lang="en-US">
                    <a:noFill/>
                  </a:rPr>
                  <a:t> </a:t>
                </a:r>
              </a:p>
            </p:txBody>
          </p:sp>
        </mc:Fallback>
      </mc:AlternateContent>
    </p:spTree>
    <p:extLst>
      <p:ext uri="{BB962C8B-B14F-4D97-AF65-F5344CB8AC3E}">
        <p14:creationId xmlns:p14="http://schemas.microsoft.com/office/powerpoint/2010/main" val="19192836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2BBB73-1B7E-2252-77B6-BDCAF88A719E}"/>
              </a:ext>
            </a:extLst>
          </p:cNvPr>
          <p:cNvPicPr>
            <a:picLocks noChangeAspect="1"/>
          </p:cNvPicPr>
          <p:nvPr/>
        </p:nvPicPr>
        <p:blipFill>
          <a:blip r:embed="rId2"/>
          <a:stretch>
            <a:fillRect/>
          </a:stretch>
        </p:blipFill>
        <p:spPr>
          <a:xfrm>
            <a:off x="3713446" y="796343"/>
            <a:ext cx="4765108" cy="5265315"/>
          </a:xfrm>
          <a:prstGeom prst="rect">
            <a:avLst/>
          </a:prstGeom>
        </p:spPr>
      </p:pic>
      <p:sp>
        <p:nvSpPr>
          <p:cNvPr id="5" name="Rectangle 4">
            <a:extLst>
              <a:ext uri="{FF2B5EF4-FFF2-40B4-BE49-F238E27FC236}">
                <a16:creationId xmlns:a16="http://schemas.microsoft.com/office/drawing/2014/main" id="{ABEB8AEE-CC40-B03B-A345-2E31D314F15D}"/>
              </a:ext>
            </a:extLst>
          </p:cNvPr>
          <p:cNvSpPr/>
          <p:nvPr/>
        </p:nvSpPr>
        <p:spPr>
          <a:xfrm>
            <a:off x="7422763" y="1244937"/>
            <a:ext cx="410230" cy="4072446"/>
          </a:xfrm>
          <a:prstGeom prst="rect">
            <a:avLst/>
          </a:prstGeom>
          <a:noFill/>
          <a:ln w="19050">
            <a:solidFill>
              <a:schemeClr val="accent6"/>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nvGrpSpPr>
          <p:cNvPr id="2" name="Group 1">
            <a:extLst>
              <a:ext uri="{FF2B5EF4-FFF2-40B4-BE49-F238E27FC236}">
                <a16:creationId xmlns:a16="http://schemas.microsoft.com/office/drawing/2014/main" id="{BA30DA56-A19C-D36C-C52E-965F54399B3E}"/>
              </a:ext>
            </a:extLst>
          </p:cNvPr>
          <p:cNvGrpSpPr/>
          <p:nvPr/>
        </p:nvGrpSpPr>
        <p:grpSpPr>
          <a:xfrm rot="4417001">
            <a:off x="6182368" y="-150812"/>
            <a:ext cx="1564200" cy="1468080"/>
            <a:chOff x="1929457" y="2775869"/>
            <a:chExt cx="1564200" cy="1468080"/>
          </a:xfrm>
        </p:grpSpPr>
        <mc:AlternateContent xmlns:mc="http://schemas.openxmlformats.org/markup-compatibility/2006" xmlns:p14="http://schemas.microsoft.com/office/powerpoint/2010/main" xmlns:aink="http://schemas.microsoft.com/office/drawing/2016/ink">
          <mc:Choice Requires="p14 aink">
            <p:contentPart p14:bwMode="auto" r:id="rId3">
              <p14:nvContentPartPr>
                <p14:cNvPr id="12" name="Ink 11">
                  <a:extLst>
                    <a:ext uri="{FF2B5EF4-FFF2-40B4-BE49-F238E27FC236}">
                      <a16:creationId xmlns:a16="http://schemas.microsoft.com/office/drawing/2014/main" id="{E38F9F71-7CE2-4C9B-1578-C3385A36C4FE}"/>
                    </a:ext>
                  </a:extLst>
                </p14:cNvPr>
                <p14:cNvContentPartPr/>
                <p14:nvPr/>
              </p14:nvContentPartPr>
              <p14:xfrm>
                <a:off x="1929457" y="2999789"/>
                <a:ext cx="1363320" cy="1244160"/>
              </p14:xfrm>
            </p:contentPart>
          </mc:Choice>
          <mc:Fallback xmlns="">
            <p:pic>
              <p:nvPicPr>
                <p:cNvPr id="12" name="Ink 11">
                  <a:extLst>
                    <a:ext uri="{FF2B5EF4-FFF2-40B4-BE49-F238E27FC236}">
                      <a16:creationId xmlns:a16="http://schemas.microsoft.com/office/drawing/2014/main" id="{E38F9F71-7CE2-4C9B-1578-C3385A36C4FE}"/>
                    </a:ext>
                  </a:extLst>
                </p:cNvPr>
                <p:cNvPicPr/>
                <p:nvPr/>
              </p:nvPicPr>
              <p:blipFill>
                <a:blip r:embed="rId4"/>
                <a:stretch>
                  <a:fillRect/>
                </a:stretch>
              </p:blipFill>
              <p:spPr>
                <a:xfrm>
                  <a:off x="1920457" y="2991149"/>
                  <a:ext cx="1380960" cy="12618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15" name="Ink 14">
                  <a:extLst>
                    <a:ext uri="{FF2B5EF4-FFF2-40B4-BE49-F238E27FC236}">
                      <a16:creationId xmlns:a16="http://schemas.microsoft.com/office/drawing/2014/main" id="{83D46542-9B12-DB7E-8855-CB00319DA0AE}"/>
                    </a:ext>
                  </a:extLst>
                </p14:cNvPr>
                <p14:cNvContentPartPr/>
                <p14:nvPr/>
              </p14:nvContentPartPr>
              <p14:xfrm>
                <a:off x="3213937" y="2775869"/>
                <a:ext cx="279720" cy="450360"/>
              </p14:xfrm>
            </p:contentPart>
          </mc:Choice>
          <mc:Fallback xmlns="">
            <p:pic>
              <p:nvPicPr>
                <p:cNvPr id="15" name="Ink 14">
                  <a:extLst>
                    <a:ext uri="{FF2B5EF4-FFF2-40B4-BE49-F238E27FC236}">
                      <a16:creationId xmlns:a16="http://schemas.microsoft.com/office/drawing/2014/main" id="{83D46542-9B12-DB7E-8855-CB00319DA0AE}"/>
                    </a:ext>
                  </a:extLst>
                </p:cNvPr>
                <p:cNvPicPr/>
                <p:nvPr/>
              </p:nvPicPr>
              <p:blipFill>
                <a:blip r:embed="rId6"/>
                <a:stretch>
                  <a:fillRect/>
                </a:stretch>
              </p:blipFill>
              <p:spPr>
                <a:xfrm>
                  <a:off x="3205297" y="2767229"/>
                  <a:ext cx="297360" cy="468000"/>
                </a:xfrm>
                <a:prstGeom prst="rect">
                  <a:avLst/>
                </a:prstGeom>
              </p:spPr>
            </p:pic>
          </mc:Fallback>
        </mc:AlternateContent>
      </p:grpSp>
    </p:spTree>
    <p:extLst>
      <p:ext uri="{BB962C8B-B14F-4D97-AF65-F5344CB8AC3E}">
        <p14:creationId xmlns:p14="http://schemas.microsoft.com/office/powerpoint/2010/main" val="9453063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1E5F2-B4DA-0F09-F9C5-08C5F107636F}"/>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22F1B4A-A183-F3BD-4D7B-AA852C2A3594}"/>
                  </a:ext>
                </a:extLst>
              </p:cNvPr>
              <p:cNvSpPr>
                <a:spLocks noGrp="1"/>
              </p:cNvSpPr>
              <p:nvPr>
                <p:ph idx="1"/>
              </p:nvPr>
            </p:nvSpPr>
            <p:spPr/>
            <p:txBody>
              <a:bodyPr/>
              <a:lstStyle/>
              <a:p>
                <a:r>
                  <a:rPr lang="en-US" dirty="0"/>
                  <a:t>The process is as follows:</a:t>
                </a:r>
              </a:p>
              <a:p>
                <a:pPr lvl="1"/>
                <a:r>
                  <a:rPr lang="en-US" dirty="0"/>
                  <a:t>We give each reference text r an </a:t>
                </a:r>
                <a:r>
                  <a:rPr lang="en-US" i="1" dirty="0"/>
                  <a:t>a priori </a:t>
                </a:r>
                <a:r>
                  <a:rPr lang="en-US" dirty="0"/>
                  <a:t>score </a:t>
                </a:r>
                <a:r>
                  <a:rPr lang="en-US" dirty="0">
                    <a:solidFill>
                      <a:schemeClr val="accent1"/>
                    </a:solidFill>
                  </a:rPr>
                  <a:t>A</a:t>
                </a:r>
                <a:r>
                  <a:rPr lang="en-US" dirty="0"/>
                  <a:t>.</a:t>
                </a:r>
              </a:p>
              <a:p>
                <a:pPr lvl="1"/>
                <a:r>
                  <a:rPr lang="en-US" dirty="0"/>
                  <a:t>We count the number of words </a:t>
                </a:r>
                <a:r>
                  <a:rPr lang="en-US" dirty="0">
                    <a:solidFill>
                      <a:schemeClr val="accent1"/>
                    </a:solidFill>
                  </a:rPr>
                  <a:t>w</a:t>
                </a:r>
                <a:r>
                  <a:rPr lang="en-US" dirty="0"/>
                  <a:t> that occur in reference text </a:t>
                </a:r>
                <a:r>
                  <a:rPr lang="en-US" dirty="0">
                    <a:solidFill>
                      <a:schemeClr val="accent1"/>
                    </a:solidFill>
                  </a:rPr>
                  <a:t>r</a:t>
                </a:r>
                <a:r>
                  <a:rPr lang="en-US" dirty="0"/>
                  <a:t>.</a:t>
                </a:r>
              </a:p>
              <a:p>
                <a:pPr lvl="1"/>
                <a:r>
                  <a:rPr lang="en-US" dirty="0"/>
                  <a:t>We estimate the </a:t>
                </a:r>
                <a:r>
                  <a:rPr lang="en-US" dirty="0">
                    <a:solidFill>
                      <a:schemeClr val="accent1"/>
                    </a:solidFill>
                  </a:rPr>
                  <a:t>probability P</a:t>
                </a:r>
                <a:r>
                  <a:rPr lang="en-US" dirty="0"/>
                  <a:t> of reading text r, given word w.</a:t>
                </a:r>
              </a:p>
              <a:p>
                <a:pPr lvl="1"/>
                <a:r>
                  <a:rPr lang="en-US" dirty="0"/>
                  <a:t>We estimate </a:t>
                </a:r>
                <a:r>
                  <a:rPr lang="en-US" dirty="0">
                    <a:solidFill>
                      <a:schemeClr val="accent1"/>
                    </a:solidFill>
                  </a:rPr>
                  <a:t>S</a:t>
                </a:r>
                <a:r>
                  <a:rPr lang="en-US" dirty="0"/>
                  <a:t>: the average of </a:t>
                </a:r>
                <a:r>
                  <a:rPr lang="en-US" dirty="0">
                    <a:solidFill>
                      <a:schemeClr val="accent1"/>
                    </a:solidFill>
                  </a:rPr>
                  <a:t>A</a:t>
                </a:r>
                <a:r>
                  <a:rPr lang="en-US" dirty="0"/>
                  <a:t> weighted by P = </a:t>
                </a:r>
                <a14:m>
                  <m:oMath xmlns:m="http://schemas.openxmlformats.org/officeDocument/2006/math">
                    <m:nary>
                      <m:naryPr>
                        <m:chr m:val="∑"/>
                        <m:limLoc m:val="subSup"/>
                        <m:supHide m:val="on"/>
                        <m:ctrlPr>
                          <a:rPr lang="en-US" i="1" smtClean="0">
                            <a:latin typeface="Cambria Math" panose="02040503050406030204" pitchFamily="18" charset="0"/>
                          </a:rPr>
                        </m:ctrlPr>
                      </m:naryPr>
                      <m:sub>
                        <m:r>
                          <m:rPr>
                            <m:brk m:alnAt="9"/>
                          </m:rPr>
                          <a:rPr lang="en-CA" b="0" i="1" smtClean="0">
                            <a:latin typeface="Cambria Math" panose="02040503050406030204" pitchFamily="18" charset="0"/>
                          </a:rPr>
                          <m:t>𝑟</m:t>
                        </m:r>
                      </m:sub>
                      <m:sup/>
                      <m:e>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𝑃</m:t>
                            </m:r>
                          </m:e>
                          <m:sub>
                            <m:r>
                              <a:rPr lang="en-CA" b="0" i="1" smtClean="0">
                                <a:latin typeface="Cambria Math" panose="02040503050406030204" pitchFamily="18" charset="0"/>
                              </a:rPr>
                              <m:t>𝑤𝑟</m:t>
                            </m:r>
                          </m:sub>
                        </m:sSub>
                      </m:e>
                    </m:nary>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CA" b="0" i="1" smtClean="0">
                            <a:latin typeface="Cambria Math" panose="02040503050406030204" pitchFamily="18" charset="0"/>
                            <a:ea typeface="Cambria Math" panose="02040503050406030204" pitchFamily="18" charset="0"/>
                          </a:rPr>
                          <m:t>𝐴</m:t>
                        </m:r>
                      </m:e>
                      <m:sub>
                        <m:r>
                          <a:rPr lang="en-CA" b="0" i="1" smtClean="0">
                            <a:latin typeface="Cambria Math" panose="02040503050406030204" pitchFamily="18" charset="0"/>
                            <a:ea typeface="Cambria Math" panose="02040503050406030204" pitchFamily="18" charset="0"/>
                          </a:rPr>
                          <m:t>𝑟</m:t>
                        </m:r>
                      </m:sub>
                    </m:sSub>
                    <m:r>
                      <a:rPr lang="en-CA" b="0" i="1" smtClean="0">
                        <a:latin typeface="Cambria Math" panose="02040503050406030204" pitchFamily="18" charset="0"/>
                        <a:ea typeface="Cambria Math" panose="02040503050406030204" pitchFamily="18" charset="0"/>
                      </a:rPr>
                      <m:t>)</m:t>
                    </m:r>
                  </m:oMath>
                </a14:m>
                <a:endParaRPr lang="en-US" dirty="0"/>
              </a:p>
              <a:p>
                <a:pPr lvl="1"/>
                <a:r>
                  <a:rPr lang="en-US" dirty="0"/>
                  <a:t>We count the number of times word w appear in a virgin text and the proportion </a:t>
                </a:r>
                <a:r>
                  <a:rPr lang="en-US" dirty="0">
                    <a:solidFill>
                      <a:schemeClr val="accent1"/>
                    </a:solidFill>
                  </a:rPr>
                  <a:t>F</a:t>
                </a:r>
                <a:r>
                  <a:rPr lang="en-US" dirty="0"/>
                  <a:t> of times each word w appear in the virgin text. </a:t>
                </a:r>
              </a:p>
              <a:p>
                <a:pPr lvl="1"/>
                <a:r>
                  <a:rPr lang="en-US" dirty="0"/>
                  <a:t>Estimate the </a:t>
                </a:r>
                <a:r>
                  <a:rPr lang="en-US" b="1" i="1" dirty="0" err="1">
                    <a:solidFill>
                      <a:schemeClr val="accent1"/>
                    </a:solidFill>
                  </a:rPr>
                  <a:t>wordscore</a:t>
                </a:r>
                <a:r>
                  <a:rPr lang="en-US" dirty="0"/>
                  <a:t> for the virgin text by estimating F x S for every word, and then averaging those scores.</a:t>
                </a:r>
              </a:p>
              <a:p>
                <a:pPr lvl="1"/>
                <a:endParaRPr lang="en-US" dirty="0"/>
              </a:p>
              <a:p>
                <a:pPr lvl="1"/>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322F1B4A-A183-F3BD-4D7B-AA852C2A3594}"/>
                  </a:ext>
                </a:extLst>
              </p:cNvPr>
              <p:cNvSpPr>
                <a:spLocks noGrp="1" noRot="1" noChangeAspect="1" noMove="1" noResize="1" noEditPoints="1" noAdjustHandles="1" noChangeArrowheads="1" noChangeShapeType="1" noTextEdit="1"/>
              </p:cNvSpPr>
              <p:nvPr>
                <p:ph idx="1"/>
              </p:nvPr>
            </p:nvSpPr>
            <p:spPr>
              <a:blipFill>
                <a:blip r:embed="rId3"/>
                <a:stretch>
                  <a:fillRect l="-498" t="-704"/>
                </a:stretch>
              </a:blipFill>
            </p:spPr>
            <p:txBody>
              <a:bodyPr/>
              <a:lstStyle/>
              <a:p>
                <a:r>
                  <a:rPr lang="en-US">
                    <a:noFill/>
                  </a:rPr>
                  <a:t> </a:t>
                </a:r>
              </a:p>
            </p:txBody>
          </p:sp>
        </mc:Fallback>
      </mc:AlternateContent>
    </p:spTree>
    <p:extLst>
      <p:ext uri="{BB962C8B-B14F-4D97-AF65-F5344CB8AC3E}">
        <p14:creationId xmlns:p14="http://schemas.microsoft.com/office/powerpoint/2010/main" val="42397196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2BBB73-1B7E-2252-77B6-BDCAF88A719E}"/>
              </a:ext>
            </a:extLst>
          </p:cNvPr>
          <p:cNvPicPr>
            <a:picLocks noChangeAspect="1"/>
          </p:cNvPicPr>
          <p:nvPr/>
        </p:nvPicPr>
        <p:blipFill>
          <a:blip r:embed="rId2"/>
          <a:stretch>
            <a:fillRect/>
          </a:stretch>
        </p:blipFill>
        <p:spPr>
          <a:xfrm>
            <a:off x="3713446" y="796342"/>
            <a:ext cx="4766452" cy="5266800"/>
          </a:xfrm>
          <a:prstGeom prst="rect">
            <a:avLst/>
          </a:prstGeom>
        </p:spPr>
      </p:pic>
      <p:sp>
        <p:nvSpPr>
          <p:cNvPr id="5" name="Rectangle 4">
            <a:extLst>
              <a:ext uri="{FF2B5EF4-FFF2-40B4-BE49-F238E27FC236}">
                <a16:creationId xmlns:a16="http://schemas.microsoft.com/office/drawing/2014/main" id="{ABEB8AEE-CC40-B03B-A345-2E31D314F15D}"/>
              </a:ext>
            </a:extLst>
          </p:cNvPr>
          <p:cNvSpPr/>
          <p:nvPr/>
        </p:nvSpPr>
        <p:spPr>
          <a:xfrm>
            <a:off x="7422763" y="5177927"/>
            <a:ext cx="410230" cy="139455"/>
          </a:xfrm>
          <a:prstGeom prst="rect">
            <a:avLst/>
          </a:prstGeom>
          <a:noFill/>
          <a:ln w="19050">
            <a:solidFill>
              <a:schemeClr val="accent6"/>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nvGrpSpPr>
          <p:cNvPr id="2" name="Group 1">
            <a:extLst>
              <a:ext uri="{FF2B5EF4-FFF2-40B4-BE49-F238E27FC236}">
                <a16:creationId xmlns:a16="http://schemas.microsoft.com/office/drawing/2014/main" id="{BA30DA56-A19C-D36C-C52E-965F54399B3E}"/>
              </a:ext>
            </a:extLst>
          </p:cNvPr>
          <p:cNvGrpSpPr/>
          <p:nvPr/>
        </p:nvGrpSpPr>
        <p:grpSpPr>
          <a:xfrm rot="9798673">
            <a:off x="7697798" y="3804244"/>
            <a:ext cx="1564200" cy="1468080"/>
            <a:chOff x="1929457" y="2775869"/>
            <a:chExt cx="1564200" cy="1468080"/>
          </a:xfrm>
        </p:grpSpPr>
        <mc:AlternateContent xmlns:mc="http://schemas.openxmlformats.org/markup-compatibility/2006" xmlns:p14="http://schemas.microsoft.com/office/powerpoint/2010/main" xmlns:aink="http://schemas.microsoft.com/office/drawing/2016/ink">
          <mc:Choice Requires="p14 aink">
            <p:contentPart p14:bwMode="auto" r:id="rId3">
              <p14:nvContentPartPr>
                <p14:cNvPr id="12" name="Ink 11">
                  <a:extLst>
                    <a:ext uri="{FF2B5EF4-FFF2-40B4-BE49-F238E27FC236}">
                      <a16:creationId xmlns:a16="http://schemas.microsoft.com/office/drawing/2014/main" id="{E38F9F71-7CE2-4C9B-1578-C3385A36C4FE}"/>
                    </a:ext>
                  </a:extLst>
                </p14:cNvPr>
                <p14:cNvContentPartPr/>
                <p14:nvPr/>
              </p14:nvContentPartPr>
              <p14:xfrm>
                <a:off x="1929457" y="2999789"/>
                <a:ext cx="1363320" cy="1244160"/>
              </p14:xfrm>
            </p:contentPart>
          </mc:Choice>
          <mc:Fallback xmlns="">
            <p:pic>
              <p:nvPicPr>
                <p:cNvPr id="12" name="Ink 11">
                  <a:extLst>
                    <a:ext uri="{FF2B5EF4-FFF2-40B4-BE49-F238E27FC236}">
                      <a16:creationId xmlns:a16="http://schemas.microsoft.com/office/drawing/2014/main" id="{E38F9F71-7CE2-4C9B-1578-C3385A36C4FE}"/>
                    </a:ext>
                  </a:extLst>
                </p:cNvPr>
                <p:cNvPicPr/>
                <p:nvPr/>
              </p:nvPicPr>
              <p:blipFill>
                <a:blip r:embed="rId4"/>
                <a:stretch>
                  <a:fillRect/>
                </a:stretch>
              </p:blipFill>
              <p:spPr>
                <a:xfrm>
                  <a:off x="1920457" y="2991149"/>
                  <a:ext cx="1380960" cy="12618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15" name="Ink 14">
                  <a:extLst>
                    <a:ext uri="{FF2B5EF4-FFF2-40B4-BE49-F238E27FC236}">
                      <a16:creationId xmlns:a16="http://schemas.microsoft.com/office/drawing/2014/main" id="{83D46542-9B12-DB7E-8855-CB00319DA0AE}"/>
                    </a:ext>
                  </a:extLst>
                </p14:cNvPr>
                <p14:cNvContentPartPr/>
                <p14:nvPr/>
              </p14:nvContentPartPr>
              <p14:xfrm>
                <a:off x="3213937" y="2775869"/>
                <a:ext cx="279720" cy="450360"/>
              </p14:xfrm>
            </p:contentPart>
          </mc:Choice>
          <mc:Fallback xmlns="">
            <p:pic>
              <p:nvPicPr>
                <p:cNvPr id="15" name="Ink 14">
                  <a:extLst>
                    <a:ext uri="{FF2B5EF4-FFF2-40B4-BE49-F238E27FC236}">
                      <a16:creationId xmlns:a16="http://schemas.microsoft.com/office/drawing/2014/main" id="{83D46542-9B12-DB7E-8855-CB00319DA0AE}"/>
                    </a:ext>
                  </a:extLst>
                </p:cNvPr>
                <p:cNvPicPr/>
                <p:nvPr/>
              </p:nvPicPr>
              <p:blipFill>
                <a:blip r:embed="rId6"/>
                <a:stretch>
                  <a:fillRect/>
                </a:stretch>
              </p:blipFill>
              <p:spPr>
                <a:xfrm>
                  <a:off x="3205297" y="2767229"/>
                  <a:ext cx="297360" cy="468000"/>
                </a:xfrm>
                <a:prstGeom prst="rect">
                  <a:avLst/>
                </a:prstGeom>
              </p:spPr>
            </p:pic>
          </mc:Fallback>
        </mc:AlternateContent>
      </p:grpSp>
    </p:spTree>
    <p:extLst>
      <p:ext uri="{BB962C8B-B14F-4D97-AF65-F5344CB8AC3E}">
        <p14:creationId xmlns:p14="http://schemas.microsoft.com/office/powerpoint/2010/main" val="555976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FEF8F-310C-9538-6D34-6F7E7D27B95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4B291D8-A6AF-5D5A-6EC9-089AACCF39DB}"/>
              </a:ext>
            </a:extLst>
          </p:cNvPr>
          <p:cNvSpPr>
            <a:spLocks noGrp="1"/>
          </p:cNvSpPr>
          <p:nvPr>
            <p:ph idx="1"/>
          </p:nvPr>
        </p:nvSpPr>
        <p:spPr/>
        <p:txBody>
          <a:bodyPr/>
          <a:lstStyle/>
          <a:p>
            <a:r>
              <a:rPr lang="en-US" dirty="0"/>
              <a:t>That way we can put the virgin text in a </a:t>
            </a:r>
            <a:r>
              <a:rPr lang="en-US" i="1" dirty="0"/>
              <a:t>dimension</a:t>
            </a:r>
            <a:r>
              <a:rPr lang="en-US" dirty="0"/>
              <a:t> relative to the reference words.  </a:t>
            </a:r>
          </a:p>
          <a:p>
            <a:r>
              <a:rPr lang="en-US" dirty="0"/>
              <a:t>And this seems to work:</a:t>
            </a:r>
          </a:p>
        </p:txBody>
      </p:sp>
    </p:spTree>
    <p:extLst>
      <p:ext uri="{BB962C8B-B14F-4D97-AF65-F5344CB8AC3E}">
        <p14:creationId xmlns:p14="http://schemas.microsoft.com/office/powerpoint/2010/main" val="20306225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E606343-BADE-4565-AB89-E9EF7E253F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E183BD-2932-401F-8B53-E247764B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B7B9F52A-F978-4D93-AD17-16578470576E}"/>
              </a:ext>
            </a:extLst>
          </p:cNvPr>
          <p:cNvPicPr>
            <a:picLocks noChangeAspect="1"/>
          </p:cNvPicPr>
          <p:nvPr/>
        </p:nvPicPr>
        <p:blipFill>
          <a:blip r:embed="rId2"/>
          <a:stretch>
            <a:fillRect/>
          </a:stretch>
        </p:blipFill>
        <p:spPr>
          <a:xfrm>
            <a:off x="4963958" y="796343"/>
            <a:ext cx="2264084" cy="5265315"/>
          </a:xfrm>
          <a:prstGeom prst="rect">
            <a:avLst/>
          </a:prstGeom>
        </p:spPr>
      </p:pic>
    </p:spTree>
    <p:extLst>
      <p:ext uri="{BB962C8B-B14F-4D97-AF65-F5344CB8AC3E}">
        <p14:creationId xmlns:p14="http://schemas.microsoft.com/office/powerpoint/2010/main" val="27511791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FEF8F-310C-9538-6D34-6F7E7D27B95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4B291D8-A6AF-5D5A-6EC9-089AACCF39DB}"/>
              </a:ext>
            </a:extLst>
          </p:cNvPr>
          <p:cNvSpPr>
            <a:spLocks noGrp="1"/>
          </p:cNvSpPr>
          <p:nvPr>
            <p:ph idx="1"/>
          </p:nvPr>
        </p:nvSpPr>
        <p:spPr/>
        <p:txBody>
          <a:bodyPr/>
          <a:lstStyle/>
          <a:p>
            <a:r>
              <a:rPr lang="en-US" dirty="0"/>
              <a:t>There are some methodological issues (see </a:t>
            </a:r>
            <a:r>
              <a:rPr lang="en-US" dirty="0" err="1"/>
              <a:t>Slapin</a:t>
            </a:r>
            <a:r>
              <a:rPr lang="en-US" dirty="0"/>
              <a:t> and </a:t>
            </a:r>
            <a:r>
              <a:rPr lang="en-US" dirty="0" err="1"/>
              <a:t>Proksch</a:t>
            </a:r>
            <a:r>
              <a:rPr lang="en-US" dirty="0"/>
              <a:t> 2008):</a:t>
            </a:r>
          </a:p>
          <a:p>
            <a:pPr lvl="1"/>
            <a:r>
              <a:rPr lang="en-US" dirty="0"/>
              <a:t>Technique doesn’t recover estimates of “virgin” texts on same scale as reference texts (see Martin and </a:t>
            </a:r>
            <a:r>
              <a:rPr lang="en-US" dirty="0" err="1"/>
              <a:t>Vanberg</a:t>
            </a:r>
            <a:r>
              <a:rPr lang="en-US" dirty="0"/>
              <a:t> 2008)</a:t>
            </a:r>
          </a:p>
          <a:p>
            <a:pPr lvl="1"/>
            <a:r>
              <a:rPr lang="en-US" dirty="0"/>
              <a:t>Difficult to find reference texts + appropriate a priori measures of document-level ground truth positions</a:t>
            </a:r>
          </a:p>
          <a:p>
            <a:pPr lvl="1"/>
            <a:r>
              <a:rPr lang="en-US" dirty="0"/>
              <a:t>Cannot be straightforwardly used for estimates of over-time variation</a:t>
            </a:r>
          </a:p>
          <a:p>
            <a:endParaRPr lang="en-US" dirty="0"/>
          </a:p>
          <a:p>
            <a:r>
              <a:rPr lang="en-US" dirty="0"/>
              <a:t>Further ahead, we will see that there is no updating (no loss function) in this approach, and, thus, no real sense of what is the ground truth. </a:t>
            </a:r>
          </a:p>
        </p:txBody>
      </p:sp>
    </p:spTree>
    <p:extLst>
      <p:ext uri="{BB962C8B-B14F-4D97-AF65-F5344CB8AC3E}">
        <p14:creationId xmlns:p14="http://schemas.microsoft.com/office/powerpoint/2010/main" val="16368502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47A36-AF63-4CA4-1312-1B080D84615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1B8279A-C4BF-A22E-360F-DE1554C7C9C0}"/>
              </a:ext>
            </a:extLst>
          </p:cNvPr>
          <p:cNvSpPr>
            <a:spLocks noGrp="1"/>
          </p:cNvSpPr>
          <p:nvPr>
            <p:ph idx="1"/>
          </p:nvPr>
        </p:nvSpPr>
        <p:spPr/>
        <p:txBody>
          <a:bodyPr/>
          <a:lstStyle/>
          <a:p>
            <a:endParaRPr lang="en-US" dirty="0"/>
          </a:p>
          <a:p>
            <a:endParaRPr lang="en-US" dirty="0"/>
          </a:p>
          <a:p>
            <a:pPr marL="0" indent="0">
              <a:buNone/>
            </a:pPr>
            <a:r>
              <a:rPr lang="en-US" dirty="0"/>
              <a:t>Let’s see this in action! (see: </a:t>
            </a:r>
            <a:r>
              <a:rPr lang="en-US" dirty="0">
                <a:hlinkClick r:id="rId2"/>
              </a:rPr>
              <a:t>https://svallejovera.github.io/cta_updated/week7.html#wordscores</a:t>
            </a:r>
            <a:r>
              <a:rPr lang="en-US" dirty="0"/>
              <a:t>) </a:t>
            </a:r>
          </a:p>
        </p:txBody>
      </p:sp>
    </p:spTree>
    <p:extLst>
      <p:ext uri="{BB962C8B-B14F-4D97-AF65-F5344CB8AC3E}">
        <p14:creationId xmlns:p14="http://schemas.microsoft.com/office/powerpoint/2010/main" val="41136008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1586D-DF33-D9C7-701F-B2FF1C299EF9}"/>
              </a:ext>
            </a:extLst>
          </p:cNvPr>
          <p:cNvSpPr>
            <a:spLocks noGrp="1"/>
          </p:cNvSpPr>
          <p:nvPr>
            <p:ph type="title"/>
          </p:nvPr>
        </p:nvSpPr>
        <p:spPr/>
        <p:txBody>
          <a:bodyPr>
            <a:noAutofit/>
          </a:bodyPr>
          <a:lstStyle/>
          <a:p>
            <a:r>
              <a:rPr lang="en-US" sz="6000" dirty="0"/>
              <a:t>The intuition behind Supervised Machine Learning</a:t>
            </a:r>
          </a:p>
        </p:txBody>
      </p:sp>
      <p:sp>
        <p:nvSpPr>
          <p:cNvPr id="3" name="Subtitle 2">
            <a:extLst>
              <a:ext uri="{FF2B5EF4-FFF2-40B4-BE49-F238E27FC236}">
                <a16:creationId xmlns:a16="http://schemas.microsoft.com/office/drawing/2014/main" id="{17E7D09B-C7E2-9FC4-2DE9-435DB927FB8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378964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B32C2-EA66-19CB-9B77-5733B44AC1C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AE8078E-1891-EBBD-D3AB-3381CEE90365}"/>
              </a:ext>
            </a:extLst>
          </p:cNvPr>
          <p:cNvSpPr>
            <a:spLocks noGrp="1"/>
          </p:cNvSpPr>
          <p:nvPr>
            <p:ph idx="1"/>
          </p:nvPr>
        </p:nvSpPr>
        <p:spPr/>
        <p:txBody>
          <a:bodyPr/>
          <a:lstStyle/>
          <a:p>
            <a:r>
              <a:rPr lang="en-US" dirty="0"/>
              <a:t>In Week 5 we talked about Clustering and Topic Modeling. </a:t>
            </a:r>
          </a:p>
          <a:p>
            <a:r>
              <a:rPr lang="en-US" dirty="0"/>
              <a:t>All of these techniques fall within that category of </a:t>
            </a:r>
            <a:r>
              <a:rPr lang="en-US" dirty="0">
                <a:solidFill>
                  <a:schemeClr val="accent1"/>
                </a:solidFill>
              </a:rPr>
              <a:t>unsupervised learning</a:t>
            </a:r>
            <a:r>
              <a:rPr lang="en-US" dirty="0"/>
              <a:t>. Why </a:t>
            </a:r>
            <a:r>
              <a:rPr lang="en-US" i="1" dirty="0"/>
              <a:t>unsupervised</a:t>
            </a:r>
            <a:r>
              <a:rPr lang="en-US" dirty="0"/>
              <a:t>? Well, because we make certain assumption about the data generating process, then allow the machine to order the data based on those assumptions, and </a:t>
            </a:r>
            <a:r>
              <a:rPr lang="en-US" i="1" dirty="0"/>
              <a:t>then</a:t>
            </a:r>
            <a:r>
              <a:rPr lang="en-US" dirty="0"/>
              <a:t> we imposed meaning to the order. </a:t>
            </a:r>
          </a:p>
        </p:txBody>
      </p:sp>
    </p:spTree>
    <p:extLst>
      <p:ext uri="{BB962C8B-B14F-4D97-AF65-F5344CB8AC3E}">
        <p14:creationId xmlns:p14="http://schemas.microsoft.com/office/powerpoint/2010/main" val="39738002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a:extLst>
              <a:ext uri="{FF2B5EF4-FFF2-40B4-BE49-F238E27FC236}">
                <a16:creationId xmlns:a16="http://schemas.microsoft.com/office/drawing/2014/main" id="{09948C97-4993-CE8C-277C-60F08C2A84C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945" t="10467" r="4929" b="5149"/>
          <a:stretch/>
        </p:blipFill>
        <p:spPr bwMode="auto">
          <a:xfrm>
            <a:off x="1114097" y="1671145"/>
            <a:ext cx="9753600" cy="37521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13553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5759B-65E6-422A-B5A5-E91E6CFE0E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33E457-6F34-EE6A-5D76-CB89F701EF1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91DF9B8-838A-7472-80B2-BFA1951652CC}"/>
              </a:ext>
            </a:extLst>
          </p:cNvPr>
          <p:cNvSpPr>
            <a:spLocks noGrp="1"/>
          </p:cNvSpPr>
          <p:nvPr>
            <p:ph idx="1"/>
          </p:nvPr>
        </p:nvSpPr>
        <p:spPr/>
        <p:txBody>
          <a:bodyPr/>
          <a:lstStyle/>
          <a:p>
            <a:r>
              <a:rPr lang="en-US" dirty="0"/>
              <a:t>In Week 5 we talked about Clustering and Topic Modeling. </a:t>
            </a:r>
          </a:p>
          <a:p>
            <a:r>
              <a:rPr lang="en-US" dirty="0"/>
              <a:t>All of these techniques fall within that category of </a:t>
            </a:r>
            <a:r>
              <a:rPr lang="en-US" dirty="0">
                <a:solidFill>
                  <a:schemeClr val="accent1"/>
                </a:solidFill>
              </a:rPr>
              <a:t>unsupervised learning</a:t>
            </a:r>
            <a:r>
              <a:rPr lang="en-US" dirty="0"/>
              <a:t>. Why </a:t>
            </a:r>
            <a:r>
              <a:rPr lang="en-US" i="1" dirty="0"/>
              <a:t>unsupervised</a:t>
            </a:r>
            <a:r>
              <a:rPr lang="en-US" dirty="0"/>
              <a:t>? Well, because we make certain assumption about the data generating process, then allow the machine to order the data based on those assumptions, and </a:t>
            </a:r>
            <a:r>
              <a:rPr lang="en-US" i="1" dirty="0"/>
              <a:t>then</a:t>
            </a:r>
            <a:r>
              <a:rPr lang="en-US" dirty="0"/>
              <a:t> we imposed meaning to the order. </a:t>
            </a:r>
          </a:p>
          <a:p>
            <a:r>
              <a:rPr lang="en-US" dirty="0"/>
              <a:t>But, what if we have a ground truth about a concept captured by our data, and we want an algorithm to understand the data to predict that concept.  </a:t>
            </a:r>
          </a:p>
        </p:txBody>
      </p:sp>
    </p:spTree>
    <p:extLst>
      <p:ext uri="{BB962C8B-B14F-4D97-AF65-F5344CB8AC3E}">
        <p14:creationId xmlns:p14="http://schemas.microsoft.com/office/powerpoint/2010/main" val="2366236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DA36E-90B1-AE13-D088-F5022C1F1E2D}"/>
            </a:ext>
          </a:extLst>
        </p:cNvPr>
        <p:cNvGrpSpPr/>
        <p:nvPr/>
      </p:nvGrpSpPr>
      <p:grpSpPr>
        <a:xfrm>
          <a:off x="0" y="0"/>
          <a:ext cx="0" cy="0"/>
          <a:chOff x="0" y="0"/>
          <a:chExt cx="0" cy="0"/>
        </a:xfrm>
      </p:grpSpPr>
      <p:pic>
        <p:nvPicPr>
          <p:cNvPr id="1026" name="Picture 2" descr="AI &amp;amp; Machine Learning: Humans Have a Lot to Learn, Part 2 | Velocity Global">
            <a:extLst>
              <a:ext uri="{FF2B5EF4-FFF2-40B4-BE49-F238E27FC236}">
                <a16:creationId xmlns:a16="http://schemas.microsoft.com/office/drawing/2014/main" id="{99A0C96A-198B-0534-0FD1-5C06532414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2226" t="7005" r="29337" b="-1504"/>
          <a:stretch/>
        </p:blipFill>
        <p:spPr bwMode="auto">
          <a:xfrm>
            <a:off x="5179341" y="2885396"/>
            <a:ext cx="2326634" cy="299341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2EE43145-8714-B09B-D1FD-720CF0188034}"/>
              </a:ext>
            </a:extLst>
          </p:cNvPr>
          <p:cNvPicPr>
            <a:picLocks noChangeAspect="1"/>
          </p:cNvPicPr>
          <p:nvPr/>
        </p:nvPicPr>
        <p:blipFill>
          <a:blip r:embed="rId3"/>
          <a:stretch>
            <a:fillRect/>
          </a:stretch>
        </p:blipFill>
        <p:spPr>
          <a:xfrm>
            <a:off x="2299478" y="3661673"/>
            <a:ext cx="1186590" cy="1440860"/>
          </a:xfrm>
          <a:prstGeom prst="rect">
            <a:avLst/>
          </a:prstGeom>
        </p:spPr>
      </p:pic>
      <p:sp>
        <p:nvSpPr>
          <p:cNvPr id="5" name="TextBox 4">
            <a:extLst>
              <a:ext uri="{FF2B5EF4-FFF2-40B4-BE49-F238E27FC236}">
                <a16:creationId xmlns:a16="http://schemas.microsoft.com/office/drawing/2014/main" id="{3134B527-895F-EC6E-8183-073BD961135F}"/>
              </a:ext>
            </a:extLst>
          </p:cNvPr>
          <p:cNvSpPr txBox="1"/>
          <p:nvPr/>
        </p:nvSpPr>
        <p:spPr>
          <a:xfrm>
            <a:off x="9367145" y="3888318"/>
            <a:ext cx="1459475" cy="1164158"/>
          </a:xfrm>
          <a:prstGeom prst="rect">
            <a:avLst/>
          </a:prstGeom>
          <a:solidFill>
            <a:schemeClr val="accent1">
              <a:lumMod val="40000"/>
              <a:lumOff val="60000"/>
            </a:schemeClr>
          </a:solidFill>
          <a:ln w="28575">
            <a:solidFill>
              <a:schemeClr val="tx2"/>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defTabSz="470550">
              <a:spcAft>
                <a:spcPts val="744"/>
              </a:spcAft>
            </a:pPr>
            <a:r>
              <a:rPr lang="es-ES_tradnl" sz="1853" kern="1200" err="1">
                <a:solidFill>
                  <a:schemeClr val="dk1"/>
                </a:solidFill>
                <a:latin typeface="+mn-lt"/>
                <a:ea typeface="+mn-ea"/>
                <a:cs typeface="+mn-cs"/>
              </a:rPr>
              <a:t>It’s</a:t>
            </a:r>
            <a:r>
              <a:rPr lang="es-ES_tradnl" sz="1853" kern="1200">
                <a:solidFill>
                  <a:schemeClr val="dk1"/>
                </a:solidFill>
                <a:latin typeface="+mn-lt"/>
                <a:ea typeface="+mn-ea"/>
                <a:cs typeface="+mn-cs"/>
              </a:rPr>
              <a:t> a </a:t>
            </a:r>
            <a:r>
              <a:rPr lang="es-ES_tradnl" sz="1853" kern="1200" err="1">
                <a:solidFill>
                  <a:schemeClr val="dk1"/>
                </a:solidFill>
                <a:latin typeface="+mn-lt"/>
                <a:ea typeface="+mn-ea"/>
                <a:cs typeface="+mn-cs"/>
              </a:rPr>
              <a:t>dog</a:t>
            </a:r>
            <a:r>
              <a:rPr lang="es-ES_tradnl" sz="1853" kern="1200">
                <a:solidFill>
                  <a:schemeClr val="dk1"/>
                </a:solidFill>
                <a:latin typeface="+mn-lt"/>
                <a:ea typeface="+mn-ea"/>
                <a:cs typeface="+mn-cs"/>
              </a:rPr>
              <a:t>!</a:t>
            </a:r>
          </a:p>
          <a:p>
            <a:pPr algn="ctr" defTabSz="470550">
              <a:spcAft>
                <a:spcPts val="744"/>
              </a:spcAft>
            </a:pPr>
            <a:r>
              <a:rPr lang="es-ES_tradnl" sz="1853" kern="1200" err="1">
                <a:solidFill>
                  <a:schemeClr val="dk1"/>
                </a:solidFill>
                <a:latin typeface="+mn-lt"/>
                <a:ea typeface="+mn-ea"/>
                <a:cs typeface="+mn-cs"/>
              </a:rPr>
              <a:t>or</a:t>
            </a:r>
            <a:endParaRPr lang="es-ES_tradnl" sz="1853" kern="1200">
              <a:solidFill>
                <a:schemeClr val="dk1"/>
              </a:solidFill>
              <a:latin typeface="+mn-lt"/>
              <a:ea typeface="+mn-ea"/>
              <a:cs typeface="+mn-cs"/>
            </a:endParaRPr>
          </a:p>
          <a:p>
            <a:pPr algn="ctr" defTabSz="470550">
              <a:spcAft>
                <a:spcPts val="744"/>
              </a:spcAft>
            </a:pPr>
            <a:r>
              <a:rPr lang="es-ES_tradnl" sz="1853" kern="1200" err="1">
                <a:solidFill>
                  <a:schemeClr val="dk1"/>
                </a:solidFill>
                <a:latin typeface="+mn-lt"/>
                <a:ea typeface="+mn-ea"/>
                <a:cs typeface="+mn-cs"/>
              </a:rPr>
              <a:t>It’s</a:t>
            </a:r>
            <a:r>
              <a:rPr lang="es-ES_tradnl" sz="1853" kern="1200">
                <a:solidFill>
                  <a:schemeClr val="dk1"/>
                </a:solidFill>
                <a:latin typeface="+mn-lt"/>
                <a:ea typeface="+mn-ea"/>
                <a:cs typeface="+mn-cs"/>
              </a:rPr>
              <a:t> a </a:t>
            </a:r>
            <a:r>
              <a:rPr lang="es-ES_tradnl" sz="1853" kern="1200" err="1">
                <a:solidFill>
                  <a:schemeClr val="dk1"/>
                </a:solidFill>
                <a:latin typeface="+mn-lt"/>
                <a:ea typeface="+mn-ea"/>
                <a:cs typeface="+mn-cs"/>
              </a:rPr>
              <a:t>cat</a:t>
            </a:r>
            <a:r>
              <a:rPr lang="es-ES_tradnl" sz="1853" kern="1200">
                <a:solidFill>
                  <a:schemeClr val="dk1"/>
                </a:solidFill>
                <a:latin typeface="+mn-lt"/>
                <a:ea typeface="+mn-ea"/>
                <a:cs typeface="+mn-cs"/>
              </a:rPr>
              <a:t>!</a:t>
            </a:r>
            <a:endParaRPr lang="es-ES_tradnl"/>
          </a:p>
        </p:txBody>
      </p:sp>
      <p:cxnSp>
        <p:nvCxnSpPr>
          <p:cNvPr id="7" name="Straight Arrow Connector 6">
            <a:extLst>
              <a:ext uri="{FF2B5EF4-FFF2-40B4-BE49-F238E27FC236}">
                <a16:creationId xmlns:a16="http://schemas.microsoft.com/office/drawing/2014/main" id="{F9E3D68F-03A2-C0DA-6D1D-F3445276C92A}"/>
              </a:ext>
            </a:extLst>
          </p:cNvPr>
          <p:cNvCxnSpPr>
            <a:stCxn id="4" idx="3"/>
            <a:endCxn id="1026" idx="1"/>
          </p:cNvCxnSpPr>
          <p:nvPr/>
        </p:nvCxnSpPr>
        <p:spPr>
          <a:xfrm>
            <a:off x="3486068" y="4382103"/>
            <a:ext cx="169327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1BE40BB-914E-D60F-38A9-70CA02221371}"/>
              </a:ext>
            </a:extLst>
          </p:cNvPr>
          <p:cNvCxnSpPr>
            <a:cxnSpLocks/>
            <a:stCxn id="1026" idx="3"/>
            <a:endCxn id="5" idx="1"/>
          </p:cNvCxnSpPr>
          <p:nvPr/>
        </p:nvCxnSpPr>
        <p:spPr>
          <a:xfrm flipV="1">
            <a:off x="7505975" y="4382102"/>
            <a:ext cx="1861168"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2" name="Left Brace 11">
            <a:extLst>
              <a:ext uri="{FF2B5EF4-FFF2-40B4-BE49-F238E27FC236}">
                <a16:creationId xmlns:a16="http://schemas.microsoft.com/office/drawing/2014/main" id="{AA2A8EB1-E8CA-1692-403F-DA0437D371DD}"/>
              </a:ext>
            </a:extLst>
          </p:cNvPr>
          <p:cNvSpPr/>
          <p:nvPr/>
        </p:nvSpPr>
        <p:spPr>
          <a:xfrm rot="5400000">
            <a:off x="2639214" y="1398950"/>
            <a:ext cx="387208" cy="106668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14" name="Left Brace 13">
            <a:extLst>
              <a:ext uri="{FF2B5EF4-FFF2-40B4-BE49-F238E27FC236}">
                <a16:creationId xmlns:a16="http://schemas.microsoft.com/office/drawing/2014/main" id="{81D9625D-97F3-89DD-C2E8-CFA38F720929}"/>
              </a:ext>
            </a:extLst>
          </p:cNvPr>
          <p:cNvSpPr/>
          <p:nvPr/>
        </p:nvSpPr>
        <p:spPr>
          <a:xfrm rot="5400000">
            <a:off x="6125131" y="745052"/>
            <a:ext cx="387208" cy="237448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15" name="Left Brace 14">
            <a:extLst>
              <a:ext uri="{FF2B5EF4-FFF2-40B4-BE49-F238E27FC236}">
                <a16:creationId xmlns:a16="http://schemas.microsoft.com/office/drawing/2014/main" id="{2A079D8C-0443-AC72-AA65-85C46EEBBF0F}"/>
              </a:ext>
            </a:extLst>
          </p:cNvPr>
          <p:cNvSpPr/>
          <p:nvPr/>
        </p:nvSpPr>
        <p:spPr>
          <a:xfrm rot="5400000">
            <a:off x="9903286" y="1202543"/>
            <a:ext cx="387185" cy="145947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13" name="TextBox 12">
            <a:extLst>
              <a:ext uri="{FF2B5EF4-FFF2-40B4-BE49-F238E27FC236}">
                <a16:creationId xmlns:a16="http://schemas.microsoft.com/office/drawing/2014/main" id="{041FA0AD-512C-498F-A31F-75AFE3D5B792}"/>
              </a:ext>
            </a:extLst>
          </p:cNvPr>
          <p:cNvSpPr txBox="1"/>
          <p:nvPr/>
        </p:nvSpPr>
        <p:spPr>
          <a:xfrm>
            <a:off x="1986181" y="825706"/>
            <a:ext cx="1693274" cy="752385"/>
          </a:xfrm>
          <a:prstGeom prst="rect">
            <a:avLst/>
          </a:prstGeom>
          <a:noFill/>
        </p:spPr>
        <p:txBody>
          <a:bodyPr wrap="square" rtlCol="0">
            <a:spAutoFit/>
          </a:bodyPr>
          <a:lstStyle/>
          <a:p>
            <a:pPr algn="ctr" defTabSz="470550">
              <a:spcAft>
                <a:spcPts val="744"/>
              </a:spcAft>
            </a:pPr>
            <a:r>
              <a:rPr lang="es-ES_tradnl" sz="1853" kern="1200" dirty="0" err="1">
                <a:solidFill>
                  <a:schemeClr val="tx1"/>
                </a:solidFill>
                <a:latin typeface="+mn-lt"/>
                <a:ea typeface="+mn-ea"/>
                <a:cs typeface="+mn-cs"/>
              </a:rPr>
              <a:t>Labeled</a:t>
            </a:r>
            <a:r>
              <a:rPr lang="es-ES_tradnl" sz="1853" kern="1200" dirty="0">
                <a:solidFill>
                  <a:schemeClr val="tx1"/>
                </a:solidFill>
                <a:latin typeface="+mn-lt"/>
                <a:ea typeface="+mn-ea"/>
                <a:cs typeface="+mn-cs"/>
              </a:rPr>
              <a:t> Data</a:t>
            </a:r>
          </a:p>
          <a:p>
            <a:pPr algn="ctr" defTabSz="470550">
              <a:spcAft>
                <a:spcPts val="744"/>
              </a:spcAft>
            </a:pPr>
            <a:r>
              <a:rPr lang="es-ES_tradnl" sz="1853" dirty="0"/>
              <a:t>(</a:t>
            </a:r>
            <a:r>
              <a:rPr lang="es-ES_tradnl" sz="1853" dirty="0" err="1"/>
              <a:t>Ground</a:t>
            </a:r>
            <a:r>
              <a:rPr lang="es-ES_tradnl" sz="1853" dirty="0"/>
              <a:t> </a:t>
            </a:r>
            <a:r>
              <a:rPr lang="es-ES_tradnl" sz="1853" dirty="0" err="1"/>
              <a:t>Truth</a:t>
            </a:r>
            <a:r>
              <a:rPr lang="es-ES_tradnl" sz="1853" dirty="0"/>
              <a:t>)</a:t>
            </a:r>
            <a:endParaRPr lang="es-ES_tradnl" dirty="0"/>
          </a:p>
        </p:txBody>
      </p:sp>
      <p:sp>
        <p:nvSpPr>
          <p:cNvPr id="17" name="TextBox 16">
            <a:extLst>
              <a:ext uri="{FF2B5EF4-FFF2-40B4-BE49-F238E27FC236}">
                <a16:creationId xmlns:a16="http://schemas.microsoft.com/office/drawing/2014/main" id="{F26ED347-D375-9171-B419-946D5015AD81}"/>
              </a:ext>
            </a:extLst>
          </p:cNvPr>
          <p:cNvSpPr txBox="1"/>
          <p:nvPr/>
        </p:nvSpPr>
        <p:spPr>
          <a:xfrm>
            <a:off x="4933883" y="1013161"/>
            <a:ext cx="2769703" cy="377476"/>
          </a:xfrm>
          <a:prstGeom prst="rect">
            <a:avLst/>
          </a:prstGeom>
          <a:noFill/>
        </p:spPr>
        <p:txBody>
          <a:bodyPr wrap="square" rtlCol="0">
            <a:spAutoFit/>
          </a:bodyPr>
          <a:lstStyle/>
          <a:p>
            <a:pPr algn="ctr" defTabSz="470550">
              <a:spcAft>
                <a:spcPts val="744"/>
              </a:spcAft>
            </a:pPr>
            <a:r>
              <a:rPr lang="es-ES_tradnl" sz="1853" kern="1200" dirty="0">
                <a:solidFill>
                  <a:schemeClr val="tx1"/>
                </a:solidFill>
                <a:latin typeface="+mn-lt"/>
                <a:ea typeface="+mn-ea"/>
                <a:cs typeface="+mn-cs"/>
              </a:rPr>
              <a:t>Black Magic</a:t>
            </a:r>
          </a:p>
        </p:txBody>
      </p:sp>
      <p:sp>
        <p:nvSpPr>
          <p:cNvPr id="18" name="TextBox 17">
            <a:extLst>
              <a:ext uri="{FF2B5EF4-FFF2-40B4-BE49-F238E27FC236}">
                <a16:creationId xmlns:a16="http://schemas.microsoft.com/office/drawing/2014/main" id="{11B4A79D-6A55-565A-7B34-4ED4978EE9D0}"/>
              </a:ext>
            </a:extLst>
          </p:cNvPr>
          <p:cNvSpPr txBox="1"/>
          <p:nvPr/>
        </p:nvSpPr>
        <p:spPr>
          <a:xfrm>
            <a:off x="9250241" y="1018258"/>
            <a:ext cx="1693274" cy="377476"/>
          </a:xfrm>
          <a:prstGeom prst="rect">
            <a:avLst/>
          </a:prstGeom>
          <a:noFill/>
        </p:spPr>
        <p:txBody>
          <a:bodyPr wrap="square" rtlCol="0">
            <a:spAutoFit/>
          </a:bodyPr>
          <a:lstStyle/>
          <a:p>
            <a:pPr algn="ctr" defTabSz="470550">
              <a:spcAft>
                <a:spcPts val="744"/>
              </a:spcAft>
            </a:pPr>
            <a:r>
              <a:rPr lang="es-ES_tradnl" sz="1853" kern="1200" err="1">
                <a:solidFill>
                  <a:schemeClr val="tx1"/>
                </a:solidFill>
                <a:latin typeface="+mn-lt"/>
                <a:ea typeface="+mn-ea"/>
                <a:cs typeface="+mn-cs"/>
              </a:rPr>
              <a:t>Prediction</a:t>
            </a:r>
            <a:endParaRPr lang="es-ES_tradnl"/>
          </a:p>
        </p:txBody>
      </p:sp>
    </p:spTree>
    <p:extLst>
      <p:ext uri="{BB962C8B-B14F-4D97-AF65-F5344CB8AC3E}">
        <p14:creationId xmlns:p14="http://schemas.microsoft.com/office/powerpoint/2010/main" val="10009271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36F1D-7235-D6DA-172F-1F9EBDE30342}"/>
            </a:ext>
          </a:extLst>
        </p:cNvPr>
        <p:cNvGrpSpPr/>
        <p:nvPr/>
      </p:nvGrpSpPr>
      <p:grpSpPr>
        <a:xfrm>
          <a:off x="0" y="0"/>
          <a:ext cx="0" cy="0"/>
          <a:chOff x="0" y="0"/>
          <a:chExt cx="0" cy="0"/>
        </a:xfrm>
      </p:grpSpPr>
      <p:pic>
        <p:nvPicPr>
          <p:cNvPr id="1026" name="Picture 2" descr="AI &amp;amp; Machine Learning: Humans Have a Lot to Learn, Part 2 | Velocity Global">
            <a:extLst>
              <a:ext uri="{FF2B5EF4-FFF2-40B4-BE49-F238E27FC236}">
                <a16:creationId xmlns:a16="http://schemas.microsoft.com/office/drawing/2014/main" id="{4F4AFE09-255D-43CE-637E-45D988A1CB2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2226" t="7005" r="29337" b="-1504"/>
          <a:stretch/>
        </p:blipFill>
        <p:spPr bwMode="auto">
          <a:xfrm>
            <a:off x="5179341" y="2865861"/>
            <a:ext cx="2326634" cy="299341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E2AB02BD-755F-4CBF-0833-CBD5487830B0}"/>
              </a:ext>
            </a:extLst>
          </p:cNvPr>
          <p:cNvPicPr>
            <a:picLocks noChangeAspect="1"/>
          </p:cNvPicPr>
          <p:nvPr/>
        </p:nvPicPr>
        <p:blipFill>
          <a:blip r:embed="rId3"/>
          <a:stretch>
            <a:fillRect/>
          </a:stretch>
        </p:blipFill>
        <p:spPr>
          <a:xfrm>
            <a:off x="2299478" y="3642138"/>
            <a:ext cx="1186590" cy="1440860"/>
          </a:xfrm>
          <a:prstGeom prst="rect">
            <a:avLst/>
          </a:prstGeom>
        </p:spPr>
      </p:pic>
      <p:sp>
        <p:nvSpPr>
          <p:cNvPr id="5" name="TextBox 4">
            <a:extLst>
              <a:ext uri="{FF2B5EF4-FFF2-40B4-BE49-F238E27FC236}">
                <a16:creationId xmlns:a16="http://schemas.microsoft.com/office/drawing/2014/main" id="{ADC103C5-30BA-5E8F-8358-9EFF45A87624}"/>
              </a:ext>
            </a:extLst>
          </p:cNvPr>
          <p:cNvSpPr txBox="1"/>
          <p:nvPr/>
        </p:nvSpPr>
        <p:spPr>
          <a:xfrm>
            <a:off x="9367145" y="3868783"/>
            <a:ext cx="1459475" cy="1164158"/>
          </a:xfrm>
          <a:prstGeom prst="rect">
            <a:avLst/>
          </a:prstGeom>
          <a:solidFill>
            <a:schemeClr val="accent1">
              <a:lumMod val="40000"/>
              <a:lumOff val="60000"/>
            </a:schemeClr>
          </a:solidFill>
          <a:ln w="28575">
            <a:solidFill>
              <a:schemeClr val="tx2"/>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defTabSz="470550">
              <a:spcAft>
                <a:spcPts val="744"/>
              </a:spcAft>
            </a:pPr>
            <a:r>
              <a:rPr lang="es-ES_tradnl" sz="1853" kern="1200" err="1">
                <a:solidFill>
                  <a:schemeClr val="dk1"/>
                </a:solidFill>
                <a:latin typeface="+mn-lt"/>
                <a:ea typeface="+mn-ea"/>
                <a:cs typeface="+mn-cs"/>
              </a:rPr>
              <a:t>It’s</a:t>
            </a:r>
            <a:r>
              <a:rPr lang="es-ES_tradnl" sz="1853" kern="1200">
                <a:solidFill>
                  <a:schemeClr val="dk1"/>
                </a:solidFill>
                <a:latin typeface="+mn-lt"/>
                <a:ea typeface="+mn-ea"/>
                <a:cs typeface="+mn-cs"/>
              </a:rPr>
              <a:t> a </a:t>
            </a:r>
            <a:r>
              <a:rPr lang="es-ES_tradnl" sz="1853" kern="1200" err="1">
                <a:solidFill>
                  <a:schemeClr val="dk1"/>
                </a:solidFill>
                <a:latin typeface="+mn-lt"/>
                <a:ea typeface="+mn-ea"/>
                <a:cs typeface="+mn-cs"/>
              </a:rPr>
              <a:t>dog</a:t>
            </a:r>
            <a:r>
              <a:rPr lang="es-ES_tradnl" sz="1853" kern="1200">
                <a:solidFill>
                  <a:schemeClr val="dk1"/>
                </a:solidFill>
                <a:latin typeface="+mn-lt"/>
                <a:ea typeface="+mn-ea"/>
                <a:cs typeface="+mn-cs"/>
              </a:rPr>
              <a:t>!</a:t>
            </a:r>
          </a:p>
          <a:p>
            <a:pPr algn="ctr" defTabSz="470550">
              <a:spcAft>
                <a:spcPts val="744"/>
              </a:spcAft>
            </a:pPr>
            <a:r>
              <a:rPr lang="es-ES_tradnl" sz="1853" kern="1200" err="1">
                <a:solidFill>
                  <a:schemeClr val="dk1"/>
                </a:solidFill>
                <a:latin typeface="+mn-lt"/>
                <a:ea typeface="+mn-ea"/>
                <a:cs typeface="+mn-cs"/>
              </a:rPr>
              <a:t>or</a:t>
            </a:r>
            <a:endParaRPr lang="es-ES_tradnl" sz="1853" kern="1200">
              <a:solidFill>
                <a:schemeClr val="dk1"/>
              </a:solidFill>
              <a:latin typeface="+mn-lt"/>
              <a:ea typeface="+mn-ea"/>
              <a:cs typeface="+mn-cs"/>
            </a:endParaRPr>
          </a:p>
          <a:p>
            <a:pPr algn="ctr" defTabSz="470550">
              <a:spcAft>
                <a:spcPts val="744"/>
              </a:spcAft>
            </a:pPr>
            <a:r>
              <a:rPr lang="es-ES_tradnl" sz="1853" kern="1200" err="1">
                <a:solidFill>
                  <a:schemeClr val="dk1"/>
                </a:solidFill>
                <a:latin typeface="+mn-lt"/>
                <a:ea typeface="+mn-ea"/>
                <a:cs typeface="+mn-cs"/>
              </a:rPr>
              <a:t>It’s</a:t>
            </a:r>
            <a:r>
              <a:rPr lang="es-ES_tradnl" sz="1853" kern="1200">
                <a:solidFill>
                  <a:schemeClr val="dk1"/>
                </a:solidFill>
                <a:latin typeface="+mn-lt"/>
                <a:ea typeface="+mn-ea"/>
                <a:cs typeface="+mn-cs"/>
              </a:rPr>
              <a:t> a </a:t>
            </a:r>
            <a:r>
              <a:rPr lang="es-ES_tradnl" sz="1853" kern="1200" err="1">
                <a:solidFill>
                  <a:schemeClr val="dk1"/>
                </a:solidFill>
                <a:latin typeface="+mn-lt"/>
                <a:ea typeface="+mn-ea"/>
                <a:cs typeface="+mn-cs"/>
              </a:rPr>
              <a:t>cat</a:t>
            </a:r>
            <a:r>
              <a:rPr lang="es-ES_tradnl" sz="1853" kern="1200">
                <a:solidFill>
                  <a:schemeClr val="dk1"/>
                </a:solidFill>
                <a:latin typeface="+mn-lt"/>
                <a:ea typeface="+mn-ea"/>
                <a:cs typeface="+mn-cs"/>
              </a:rPr>
              <a:t>!</a:t>
            </a:r>
            <a:endParaRPr lang="es-ES_tradnl"/>
          </a:p>
        </p:txBody>
      </p:sp>
      <p:cxnSp>
        <p:nvCxnSpPr>
          <p:cNvPr id="7" name="Straight Arrow Connector 6">
            <a:extLst>
              <a:ext uri="{FF2B5EF4-FFF2-40B4-BE49-F238E27FC236}">
                <a16:creationId xmlns:a16="http://schemas.microsoft.com/office/drawing/2014/main" id="{11334D54-2200-DDBB-FDB1-F1E9F0E88EEC}"/>
              </a:ext>
            </a:extLst>
          </p:cNvPr>
          <p:cNvCxnSpPr>
            <a:stCxn id="4" idx="3"/>
            <a:endCxn id="1026" idx="1"/>
          </p:cNvCxnSpPr>
          <p:nvPr/>
        </p:nvCxnSpPr>
        <p:spPr>
          <a:xfrm>
            <a:off x="3486068" y="4362568"/>
            <a:ext cx="169327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D4C6E98D-C168-D866-3821-FA7A8614BD2E}"/>
              </a:ext>
            </a:extLst>
          </p:cNvPr>
          <p:cNvCxnSpPr>
            <a:cxnSpLocks/>
            <a:stCxn id="1026" idx="3"/>
            <a:endCxn id="5" idx="1"/>
          </p:cNvCxnSpPr>
          <p:nvPr/>
        </p:nvCxnSpPr>
        <p:spPr>
          <a:xfrm flipV="1">
            <a:off x="7505975" y="4362567"/>
            <a:ext cx="1861168"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2" name="Left Brace 11">
            <a:extLst>
              <a:ext uri="{FF2B5EF4-FFF2-40B4-BE49-F238E27FC236}">
                <a16:creationId xmlns:a16="http://schemas.microsoft.com/office/drawing/2014/main" id="{3F9CE451-4682-9047-E96F-45F78C6A8FE1}"/>
              </a:ext>
            </a:extLst>
          </p:cNvPr>
          <p:cNvSpPr/>
          <p:nvPr/>
        </p:nvSpPr>
        <p:spPr>
          <a:xfrm rot="5400000">
            <a:off x="2639214" y="1379415"/>
            <a:ext cx="387208" cy="106668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14" name="Left Brace 13">
            <a:extLst>
              <a:ext uri="{FF2B5EF4-FFF2-40B4-BE49-F238E27FC236}">
                <a16:creationId xmlns:a16="http://schemas.microsoft.com/office/drawing/2014/main" id="{33E4A8C5-AFD2-727B-4010-53CEEDD2AECC}"/>
              </a:ext>
            </a:extLst>
          </p:cNvPr>
          <p:cNvSpPr/>
          <p:nvPr/>
        </p:nvSpPr>
        <p:spPr>
          <a:xfrm rot="5400000">
            <a:off x="6125131" y="725517"/>
            <a:ext cx="387208" cy="237448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15" name="Left Brace 14">
            <a:extLst>
              <a:ext uri="{FF2B5EF4-FFF2-40B4-BE49-F238E27FC236}">
                <a16:creationId xmlns:a16="http://schemas.microsoft.com/office/drawing/2014/main" id="{8854F87F-8A80-1144-D451-541CF3A3DF15}"/>
              </a:ext>
            </a:extLst>
          </p:cNvPr>
          <p:cNvSpPr/>
          <p:nvPr/>
        </p:nvSpPr>
        <p:spPr>
          <a:xfrm rot="5400000">
            <a:off x="9903286" y="1183008"/>
            <a:ext cx="387185" cy="145947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_tradnl"/>
          </a:p>
        </p:txBody>
      </p:sp>
      <p:sp>
        <p:nvSpPr>
          <p:cNvPr id="13" name="TextBox 12">
            <a:extLst>
              <a:ext uri="{FF2B5EF4-FFF2-40B4-BE49-F238E27FC236}">
                <a16:creationId xmlns:a16="http://schemas.microsoft.com/office/drawing/2014/main" id="{A8BF7DFD-3D66-AAFE-44A6-5CD6F63C64E9}"/>
              </a:ext>
            </a:extLst>
          </p:cNvPr>
          <p:cNvSpPr txBox="1"/>
          <p:nvPr/>
        </p:nvSpPr>
        <p:spPr>
          <a:xfrm>
            <a:off x="1986180" y="998724"/>
            <a:ext cx="1693274" cy="377476"/>
          </a:xfrm>
          <a:prstGeom prst="rect">
            <a:avLst/>
          </a:prstGeom>
          <a:noFill/>
        </p:spPr>
        <p:txBody>
          <a:bodyPr wrap="square" rtlCol="0">
            <a:spAutoFit/>
          </a:bodyPr>
          <a:lstStyle/>
          <a:p>
            <a:pPr algn="ctr" defTabSz="470550">
              <a:spcAft>
                <a:spcPts val="744"/>
              </a:spcAft>
            </a:pPr>
            <a:r>
              <a:rPr lang="es-ES_tradnl" sz="1853" kern="1200" err="1">
                <a:solidFill>
                  <a:schemeClr val="tx1"/>
                </a:solidFill>
                <a:latin typeface="+mn-lt"/>
                <a:ea typeface="+mn-ea"/>
                <a:cs typeface="+mn-cs"/>
              </a:rPr>
              <a:t>Labeled</a:t>
            </a:r>
            <a:r>
              <a:rPr lang="es-ES_tradnl" sz="1853" kern="1200">
                <a:solidFill>
                  <a:schemeClr val="tx1"/>
                </a:solidFill>
                <a:latin typeface="+mn-lt"/>
                <a:ea typeface="+mn-ea"/>
                <a:cs typeface="+mn-cs"/>
              </a:rPr>
              <a:t> Data</a:t>
            </a:r>
            <a:endParaRPr lang="es-ES_tradnl"/>
          </a:p>
        </p:txBody>
      </p:sp>
      <p:sp>
        <p:nvSpPr>
          <p:cNvPr id="17" name="TextBox 16">
            <a:extLst>
              <a:ext uri="{FF2B5EF4-FFF2-40B4-BE49-F238E27FC236}">
                <a16:creationId xmlns:a16="http://schemas.microsoft.com/office/drawing/2014/main" id="{6D5E44A8-E853-317D-B1E3-66C8B0A803DA}"/>
              </a:ext>
            </a:extLst>
          </p:cNvPr>
          <p:cNvSpPr txBox="1"/>
          <p:nvPr/>
        </p:nvSpPr>
        <p:spPr>
          <a:xfrm>
            <a:off x="4933883" y="959653"/>
            <a:ext cx="2769703" cy="752385"/>
          </a:xfrm>
          <a:prstGeom prst="rect">
            <a:avLst/>
          </a:prstGeom>
          <a:noFill/>
        </p:spPr>
        <p:txBody>
          <a:bodyPr wrap="square" rtlCol="0">
            <a:spAutoFit/>
          </a:bodyPr>
          <a:lstStyle/>
          <a:p>
            <a:pPr algn="ctr" defTabSz="470550">
              <a:spcAft>
                <a:spcPts val="744"/>
              </a:spcAft>
            </a:pPr>
            <a:r>
              <a:rPr lang="es-ES_tradnl" sz="1853" strike="sngStrike" kern="1200" dirty="0">
                <a:solidFill>
                  <a:schemeClr val="tx1"/>
                </a:solidFill>
                <a:latin typeface="+mn-lt"/>
                <a:ea typeface="+mn-ea"/>
                <a:cs typeface="+mn-cs"/>
              </a:rPr>
              <a:t>Black Magic</a:t>
            </a:r>
          </a:p>
          <a:p>
            <a:pPr algn="ctr" defTabSz="470550">
              <a:spcAft>
                <a:spcPts val="744"/>
              </a:spcAft>
            </a:pPr>
            <a:r>
              <a:rPr lang="es-ES_tradnl" sz="1853" dirty="0"/>
              <a:t>Machine </a:t>
            </a:r>
            <a:r>
              <a:rPr lang="es-ES_tradnl" sz="1853" dirty="0" err="1"/>
              <a:t>Learning</a:t>
            </a:r>
            <a:r>
              <a:rPr lang="es-ES_tradnl" sz="1853" dirty="0"/>
              <a:t> </a:t>
            </a:r>
            <a:r>
              <a:rPr lang="es-ES_tradnl" sz="1853" dirty="0" err="1"/>
              <a:t>Model</a:t>
            </a:r>
            <a:endParaRPr lang="es-ES_tradnl" dirty="0"/>
          </a:p>
        </p:txBody>
      </p:sp>
      <p:sp>
        <p:nvSpPr>
          <p:cNvPr id="18" name="TextBox 17">
            <a:extLst>
              <a:ext uri="{FF2B5EF4-FFF2-40B4-BE49-F238E27FC236}">
                <a16:creationId xmlns:a16="http://schemas.microsoft.com/office/drawing/2014/main" id="{56368EDB-7AE4-0253-3308-DEDFC87D9BB0}"/>
              </a:ext>
            </a:extLst>
          </p:cNvPr>
          <p:cNvSpPr txBox="1"/>
          <p:nvPr/>
        </p:nvSpPr>
        <p:spPr>
          <a:xfrm>
            <a:off x="9250241" y="998723"/>
            <a:ext cx="1693274" cy="377476"/>
          </a:xfrm>
          <a:prstGeom prst="rect">
            <a:avLst/>
          </a:prstGeom>
          <a:noFill/>
        </p:spPr>
        <p:txBody>
          <a:bodyPr wrap="square" rtlCol="0">
            <a:spAutoFit/>
          </a:bodyPr>
          <a:lstStyle/>
          <a:p>
            <a:pPr algn="ctr" defTabSz="470550">
              <a:spcAft>
                <a:spcPts val="744"/>
              </a:spcAft>
            </a:pPr>
            <a:r>
              <a:rPr lang="es-ES_tradnl" sz="1853" kern="1200" err="1">
                <a:solidFill>
                  <a:schemeClr val="tx1"/>
                </a:solidFill>
                <a:latin typeface="+mn-lt"/>
                <a:ea typeface="+mn-ea"/>
                <a:cs typeface="+mn-cs"/>
              </a:rPr>
              <a:t>Prediction</a:t>
            </a:r>
            <a:endParaRPr lang="es-ES_tradnl"/>
          </a:p>
        </p:txBody>
      </p:sp>
    </p:spTree>
    <p:extLst>
      <p:ext uri="{BB962C8B-B14F-4D97-AF65-F5344CB8AC3E}">
        <p14:creationId xmlns:p14="http://schemas.microsoft.com/office/powerpoint/2010/main" val="27253701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F8BFB-06E5-7916-687D-41B6C8E949CC}"/>
              </a:ext>
            </a:extLst>
          </p:cNvPr>
          <p:cNvSpPr>
            <a:spLocks noGrp="1"/>
          </p:cNvSpPr>
          <p:nvPr>
            <p:ph type="title"/>
          </p:nvPr>
        </p:nvSpPr>
        <p:spPr/>
        <p:txBody>
          <a:bodyPr/>
          <a:lstStyle/>
          <a:p>
            <a:r>
              <a:rPr lang="en-US" dirty="0"/>
              <a:t>What is Supervised Learning?</a:t>
            </a:r>
          </a:p>
        </p:txBody>
      </p:sp>
      <p:sp>
        <p:nvSpPr>
          <p:cNvPr id="3" name="Text Placeholder 2">
            <a:extLst>
              <a:ext uri="{FF2B5EF4-FFF2-40B4-BE49-F238E27FC236}">
                <a16:creationId xmlns:a16="http://schemas.microsoft.com/office/drawing/2014/main" id="{BFC7FC3C-4D18-5A84-2370-A8C0B75A152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7056050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A90C0A1-114D-3FDF-9F51-09C208EF4776}"/>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1A84336F-D61F-6160-6D02-1F345920054E}"/>
              </a:ext>
            </a:extLst>
          </p:cNvPr>
          <p:cNvSpPr>
            <a:spLocks noGrp="1"/>
          </p:cNvSpPr>
          <p:nvPr>
            <p:ph idx="1"/>
          </p:nvPr>
        </p:nvSpPr>
        <p:spPr/>
        <p:txBody>
          <a:bodyPr/>
          <a:lstStyle/>
          <a:p>
            <a:r>
              <a:rPr lang="en-CA" b="1" dirty="0"/>
              <a:t>Supervised Machine Learning is </a:t>
            </a:r>
            <a:r>
              <a:rPr lang="en-CA" dirty="0"/>
              <a:t>machine learning algorithm type that requires </a:t>
            </a:r>
            <a:r>
              <a:rPr lang="en-CA" b="1" dirty="0">
                <a:solidFill>
                  <a:schemeClr val="accent1"/>
                </a:solidFill>
              </a:rPr>
              <a:t>labeled input</a:t>
            </a:r>
            <a:r>
              <a:rPr lang="en-CA" dirty="0">
                <a:solidFill>
                  <a:schemeClr val="accent1"/>
                </a:solidFill>
              </a:rPr>
              <a:t> </a:t>
            </a:r>
            <a:r>
              <a:rPr lang="en-CA" dirty="0"/>
              <a:t>data to understand the mapping function from the input to the output</a:t>
            </a:r>
          </a:p>
          <a:p>
            <a:r>
              <a:rPr lang="en-CA" b="1" dirty="0"/>
              <a:t>SUPERVISED:</a:t>
            </a:r>
            <a:r>
              <a:rPr lang="en-CA" dirty="0"/>
              <a:t> The true labels y act as a “supervisor” for the learning process</a:t>
            </a:r>
          </a:p>
          <a:p>
            <a:pPr lvl="1"/>
            <a:r>
              <a:rPr lang="en-CA" dirty="0"/>
              <a:t>Model predicts y-hat for each input x</a:t>
            </a:r>
          </a:p>
          <a:p>
            <a:pPr lvl="1"/>
            <a:r>
              <a:rPr lang="en-CA" dirty="0"/>
              <a:t>Compare predictions y-hat to true labels y</a:t>
            </a:r>
          </a:p>
          <a:p>
            <a:pPr lvl="1"/>
            <a:r>
              <a:rPr lang="en-CA" dirty="0"/>
              <a:t>Adjust model to minimize errors</a:t>
            </a:r>
          </a:p>
          <a:p>
            <a:r>
              <a:rPr lang="en-CA" b="1" dirty="0"/>
              <a:t>LEARNING:</a:t>
            </a:r>
            <a:r>
              <a:rPr lang="en-CA" dirty="0"/>
              <a:t> the process by which a machine/model improves its performance on a specific task</a:t>
            </a:r>
          </a:p>
          <a:p>
            <a:endParaRPr lang="en-US" dirty="0"/>
          </a:p>
        </p:txBody>
      </p:sp>
    </p:spTree>
    <p:extLst>
      <p:ext uri="{BB962C8B-B14F-4D97-AF65-F5344CB8AC3E}">
        <p14:creationId xmlns:p14="http://schemas.microsoft.com/office/powerpoint/2010/main" val="24385340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ED687-159E-D898-C178-AC0BCAFC310E}"/>
              </a:ext>
            </a:extLst>
          </p:cNvPr>
          <p:cNvSpPr>
            <a:spLocks noGrp="1"/>
          </p:cNvSpPr>
          <p:nvPr>
            <p:ph type="title"/>
          </p:nvPr>
        </p:nvSpPr>
        <p:spPr/>
        <p:txBody>
          <a:bodyPr/>
          <a:lstStyle/>
          <a:p>
            <a:r>
              <a:rPr lang="en-US" dirty="0"/>
              <a:t>The Statistical Model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9ED724C-FB6D-6D9C-92E4-25D37076E3EF}"/>
                  </a:ext>
                </a:extLst>
              </p:cNvPr>
              <p:cNvSpPr>
                <a:spLocks noGrp="1"/>
              </p:cNvSpPr>
              <p:nvPr>
                <p:ph idx="1"/>
              </p:nvPr>
            </p:nvSpPr>
            <p:spPr/>
            <p:txBody>
              <a:bodyPr/>
              <a:lstStyle/>
              <a:p>
                <a:r>
                  <a:rPr lang="en-CA" dirty="0"/>
                  <a:t>The aim of statistical models is to estimate the relationship between the outcome and some set of variables:</a:t>
                </a:r>
              </a:p>
              <a:p>
                <a:pPr marL="0" indent="0">
                  <a:buNone/>
                </a:pPr>
                <a14:m>
                  <m:oMathPara xmlns:m="http://schemas.openxmlformats.org/officeDocument/2006/math">
                    <m:oMathParaPr>
                      <m:jc m:val="center"/>
                    </m:oMathParaPr>
                    <m:oMath xmlns:m="http://schemas.openxmlformats.org/officeDocument/2006/math">
                      <m:r>
                        <a:rPr lang="en-CA" b="0" i="1" dirty="0" smtClean="0">
                          <a:latin typeface="Cambria Math" panose="02040503050406030204" pitchFamily="18" charset="0"/>
                        </a:rPr>
                        <m:t>𝑦</m:t>
                      </m:r>
                      <m:r>
                        <a:rPr lang="en-CA" b="0" i="1" dirty="0" smtClean="0">
                          <a:latin typeface="Cambria Math" panose="02040503050406030204" pitchFamily="18" charset="0"/>
                        </a:rPr>
                        <m:t> =</m:t>
                      </m:r>
                      <m:r>
                        <a:rPr lang="en-CA" b="0" i="1" smtClean="0">
                          <a:latin typeface="Cambria Math" panose="02040503050406030204" pitchFamily="18" charset="0"/>
                        </a:rPr>
                        <m:t>𝑓</m:t>
                      </m:r>
                      <m:d>
                        <m:dPr>
                          <m:ctrlPr>
                            <a:rPr lang="en-CA" b="0" i="1" smtClean="0">
                              <a:latin typeface="Cambria Math" panose="02040503050406030204" pitchFamily="18" charset="0"/>
                            </a:rPr>
                          </m:ctrlPr>
                        </m:dPr>
                        <m:e>
                          <m:r>
                            <a:rPr lang="en-CA" b="0" i="1" smtClean="0">
                              <a:latin typeface="Cambria Math" panose="02040503050406030204" pitchFamily="18" charset="0"/>
                            </a:rPr>
                            <m:t>𝑋</m:t>
                          </m:r>
                        </m:e>
                      </m:d>
                      <m:r>
                        <a:rPr lang="en-CA" b="0" i="1" smtClean="0">
                          <a:latin typeface="Cambria Math" panose="02040503050406030204" pitchFamily="18" charset="0"/>
                        </a:rPr>
                        <m:t>+</m:t>
                      </m:r>
                      <m:r>
                        <a:rPr lang="en-CA" b="0" i="1" smtClean="0">
                          <a:latin typeface="Cambria Math" panose="02040503050406030204" pitchFamily="18" charset="0"/>
                        </a:rPr>
                        <m:t>𝜖</m:t>
                      </m:r>
                    </m:oMath>
                  </m:oMathPara>
                </a14:m>
              </a:p>
              <a:p>
                <a:pPr marL="0" indent="0">
                  <a:buNone/>
                </a:pPr>
                <a:endParaRPr lang="en-US" dirty="0"/>
              </a:p>
              <a:p>
                <a:pPr/>
                <a:r>
                  <a:rPr lang="en-US" dirty="0"/>
                  <a:t>Where:</a:t>
                </a:r>
              </a:p>
              <a:p>
                <a:pPr lvl="1"/>
                <a14:m>
                  <m:oMath xmlns:m="http://schemas.openxmlformats.org/officeDocument/2006/math">
                    <m:r>
                      <a:rPr lang="en-CA" i="1" dirty="0">
                        <a:latin typeface="Cambria Math" panose="02040503050406030204" pitchFamily="18" charset="0"/>
                      </a:rPr>
                      <m:t>𝑦</m:t>
                    </m:r>
                  </m:oMath>
                </a14:m>
                <a:r>
                  <a:rPr lang="en-US" dirty="0"/>
                  <a:t> is the </a:t>
                </a:r>
                <a:r>
                  <a:rPr lang="en-CA" dirty="0"/>
                  <a:t>outcome/dependent/response variable</a:t>
                </a:r>
              </a:p>
              <a:p>
                <a:pPr lvl="1"/>
                <a14:m>
                  <m:oMath xmlns:m="http://schemas.openxmlformats.org/officeDocument/2006/math">
                    <m:r>
                      <a:rPr lang="en-CA" i="1">
                        <a:latin typeface="Cambria Math" panose="02040503050406030204" pitchFamily="18" charset="0"/>
                      </a:rPr>
                      <m:t>𝑋</m:t>
                    </m:r>
                  </m:oMath>
                </a14:m>
                <a:r>
                  <a:rPr lang="en-US" dirty="0"/>
                  <a:t> i</a:t>
                </a:r>
                <a:r>
                  <a:rPr lang="en-CA" dirty="0"/>
                  <a:t>s a matrix of predictors/features/independent variables</a:t>
                </a:r>
              </a:p>
              <a:p>
                <a:pPr lvl="1"/>
                <a14:m>
                  <m:oMath xmlns:m="http://schemas.openxmlformats.org/officeDocument/2006/math">
                    <m:r>
                      <a:rPr lang="en-CA" i="1">
                        <a:latin typeface="Cambria Math" panose="02040503050406030204" pitchFamily="18" charset="0"/>
                      </a:rPr>
                      <m:t>𝑓</m:t>
                    </m:r>
                    <m:d>
                      <m:dPr>
                        <m:ctrlPr>
                          <a:rPr lang="en-CA" i="1">
                            <a:latin typeface="Cambria Math" panose="02040503050406030204" pitchFamily="18" charset="0"/>
                          </a:rPr>
                        </m:ctrlPr>
                      </m:dPr>
                      <m:e/>
                    </m:d>
                  </m:oMath>
                </a14:m>
                <a:r>
                  <a:rPr lang="en-US" dirty="0"/>
                  <a:t> </a:t>
                </a:r>
                <a:r>
                  <a:rPr lang="en-CA" dirty="0"/>
                  <a:t>is some fixed but unknown function mapping </a:t>
                </a:r>
                <a14:m>
                  <m:oMath xmlns:m="http://schemas.openxmlformats.org/officeDocument/2006/math">
                    <m:r>
                      <a:rPr lang="en-CA" i="1">
                        <a:latin typeface="Cambria Math" panose="02040503050406030204" pitchFamily="18" charset="0"/>
                      </a:rPr>
                      <m:t>𝑋</m:t>
                    </m:r>
                  </m:oMath>
                </a14:m>
                <a:r>
                  <a:rPr lang="en-CA" dirty="0"/>
                  <a:t> to </a:t>
                </a:r>
                <a14:m>
                  <m:oMath xmlns:m="http://schemas.openxmlformats.org/officeDocument/2006/math">
                    <m:r>
                      <a:rPr lang="en-CA" i="1" dirty="0">
                        <a:latin typeface="Cambria Math" panose="02040503050406030204" pitchFamily="18" charset="0"/>
                      </a:rPr>
                      <m:t>𝑦</m:t>
                    </m:r>
                  </m:oMath>
                </a14:m>
                <a:r>
                  <a:rPr lang="en-CA" dirty="0"/>
                  <a:t>. The “signal” in the data</a:t>
                </a:r>
              </a:p>
              <a:p>
                <a:pPr lvl="1"/>
                <a14:m>
                  <m:oMath xmlns:m="http://schemas.openxmlformats.org/officeDocument/2006/math">
                    <m:r>
                      <a:rPr lang="en-CA" i="1">
                        <a:latin typeface="Cambria Math" panose="02040503050406030204" pitchFamily="18" charset="0"/>
                      </a:rPr>
                      <m:t>𝜖</m:t>
                    </m:r>
                  </m:oMath>
                </a14:m>
                <a:r>
                  <a:rPr lang="en-US" dirty="0"/>
                  <a:t> i</a:t>
                </a:r>
                <a:r>
                  <a:rPr lang="en-CA" dirty="0"/>
                  <a:t>s some random error term. The “noise” in the data</a:t>
                </a:r>
                <a:endParaRPr lang="en-US" dirty="0"/>
              </a:p>
            </p:txBody>
          </p:sp>
        </mc:Choice>
        <mc:Fallback>
          <p:sp>
            <p:nvSpPr>
              <p:cNvPr id="3" name="Content Placeholder 2">
                <a:extLst>
                  <a:ext uri="{FF2B5EF4-FFF2-40B4-BE49-F238E27FC236}">
                    <a16:creationId xmlns:a16="http://schemas.microsoft.com/office/drawing/2014/main" id="{19ED724C-FB6D-6D9C-92E4-25D37076E3EF}"/>
                  </a:ext>
                </a:extLst>
              </p:cNvPr>
              <p:cNvSpPr>
                <a:spLocks noGrp="1" noRot="1" noChangeAspect="1" noMove="1" noResize="1" noEditPoints="1" noAdjustHandles="1" noChangeArrowheads="1" noChangeShapeType="1" noTextEdit="1"/>
              </p:cNvSpPr>
              <p:nvPr>
                <p:ph idx="1"/>
              </p:nvPr>
            </p:nvSpPr>
            <p:spPr>
              <a:blipFill>
                <a:blip r:embed="rId2"/>
                <a:stretch>
                  <a:fillRect l="-498" t="-704"/>
                </a:stretch>
              </a:blipFill>
            </p:spPr>
            <p:txBody>
              <a:bodyPr/>
              <a:lstStyle/>
              <a:p>
                <a:r>
                  <a:rPr lang="en-US">
                    <a:noFill/>
                  </a:rPr>
                  <a:t> </a:t>
                </a:r>
              </a:p>
            </p:txBody>
          </p:sp>
        </mc:Fallback>
      </mc:AlternateContent>
    </p:spTree>
    <p:extLst>
      <p:ext uri="{BB962C8B-B14F-4D97-AF65-F5344CB8AC3E}">
        <p14:creationId xmlns:p14="http://schemas.microsoft.com/office/powerpoint/2010/main" val="30624145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36367-980A-4A1B-2D26-961615104B9E}"/>
              </a:ext>
            </a:extLst>
          </p:cNvPr>
          <p:cNvSpPr>
            <a:spLocks noGrp="1"/>
          </p:cNvSpPr>
          <p:nvPr>
            <p:ph type="title"/>
          </p:nvPr>
        </p:nvSpPr>
        <p:spPr/>
        <p:txBody>
          <a:bodyPr/>
          <a:lstStyle/>
          <a:p>
            <a:r>
              <a:rPr lang="en-US" dirty="0">
                <a:solidFill>
                  <a:schemeClr val="accent1"/>
                </a:solidFill>
              </a:rPr>
              <a:t>Inference (social Science) </a:t>
            </a:r>
            <a:r>
              <a:rPr lang="en-US" dirty="0"/>
              <a:t>vs Prediction (Machine Learning)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D22A249-B8ED-CCB3-9668-401F4634819F}"/>
                  </a:ext>
                </a:extLst>
              </p:cNvPr>
              <p:cNvSpPr>
                <a:spLocks noGrp="1"/>
              </p:cNvSpPr>
              <p:nvPr>
                <p:ph idx="1"/>
              </p:nvPr>
            </p:nvSpPr>
            <p:spPr/>
            <p:txBody>
              <a:bodyPr>
                <a:normAutofit fontScale="92500" lnSpcReduction="20000"/>
              </a:bodyPr>
              <a:lstStyle/>
              <a:p>
                <a:pPr marL="0" indent="0">
                  <a:buNone/>
                </a:pPr>
                <a:r>
                  <a:rPr lang="en-CA" dirty="0"/>
                  <a:t>Two reasons we want to estimate </a:t>
                </a:r>
                <a14:m>
                  <m:oMath xmlns:m="http://schemas.openxmlformats.org/officeDocument/2006/math">
                    <m:r>
                      <a:rPr lang="en-CA" i="1">
                        <a:latin typeface="Cambria Math" panose="02040503050406030204" pitchFamily="18" charset="0"/>
                      </a:rPr>
                      <m:t>𝑓</m:t>
                    </m:r>
                    <m:r>
                      <a:rPr lang="en-CA" b="0" i="1" smtClean="0">
                        <a:latin typeface="Cambria Math" panose="02040503050406030204" pitchFamily="18" charset="0"/>
                      </a:rPr>
                      <m:t>(</m:t>
                    </m:r>
                    <m:r>
                      <a:rPr lang="en-CA" i="1" smtClean="0">
                        <a:latin typeface="Cambria Math" panose="02040503050406030204" pitchFamily="18" charset="0"/>
                        <a:ea typeface="Cambria Math" panose="02040503050406030204" pitchFamily="18" charset="0"/>
                      </a:rPr>
                      <m:t>∙</m:t>
                    </m:r>
                    <m:r>
                      <a:rPr lang="en-CA" b="0" i="1" smtClean="0">
                        <a:latin typeface="Cambria Math" panose="02040503050406030204" pitchFamily="18" charset="0"/>
                        <a:ea typeface="Cambria Math" panose="02040503050406030204" pitchFamily="18" charset="0"/>
                      </a:rPr>
                      <m:t>)</m:t>
                    </m:r>
                    <m:r>
                      <a:rPr lang="en-CA" i="1">
                        <a:latin typeface="Cambria Math" panose="02040503050406030204" pitchFamily="18" charset="0"/>
                      </a:rPr>
                      <m:t> </m:t>
                    </m:r>
                  </m:oMath>
                </a14:m>
                <a:r>
                  <a:rPr lang="en-CA" dirty="0"/>
                  <a:t>:</a:t>
                </a:r>
              </a:p>
              <a:p>
                <a:r>
                  <a:rPr lang="en-CA" b="1" dirty="0"/>
                  <a:t>Inference</a:t>
                </a:r>
                <a:endParaRPr lang="en-CA" dirty="0"/>
              </a:p>
              <a:p>
                <a:pPr lvl="1"/>
                <a:r>
                  <a:rPr lang="en-CA" dirty="0"/>
                  <a:t>Goal is </a:t>
                </a:r>
                <a:r>
                  <a:rPr lang="en-CA" b="1" i="1" dirty="0"/>
                  <a:t>interpretation</a:t>
                </a:r>
                <a:endParaRPr lang="en-CA" dirty="0"/>
              </a:p>
              <a:p>
                <a:pPr lvl="2"/>
                <a:r>
                  <a:rPr lang="en-CA" i="1" dirty="0"/>
                  <a:t>Which predictors are associated with the response?</a:t>
                </a:r>
                <a:endParaRPr lang="en-CA" dirty="0"/>
              </a:p>
              <a:p>
                <a:pPr lvl="2"/>
                <a:r>
                  <a:rPr lang="en-CA" i="1" dirty="0"/>
                  <a:t>What is the relationship (parameters) between the response and the predictors?</a:t>
                </a:r>
                <a:endParaRPr lang="en-CA" dirty="0"/>
              </a:p>
              <a:p>
                <a:pPr lvl="2"/>
                <a:r>
                  <a:rPr lang="en-CA" i="1" dirty="0"/>
                  <a:t>Is the relationship causal?</a:t>
                </a:r>
                <a:endParaRPr lang="en-CA" dirty="0"/>
              </a:p>
              <a:p>
                <a:pPr lvl="1"/>
                <a:r>
                  <a:rPr lang="en-CA" dirty="0">
                    <a:solidFill>
                      <a:schemeClr val="accent1"/>
                    </a:solidFill>
                  </a:rPr>
                  <a:t>Key limitation</a:t>
                </a:r>
                <a:r>
                  <a:rPr lang="en-CA" dirty="0"/>
                  <a:t>:</a:t>
                </a:r>
              </a:p>
              <a:p>
                <a:pPr lvl="2"/>
                <a:r>
                  <a:rPr lang="en-CA" dirty="0"/>
                  <a:t>using functional forms that are easy to interpret (e.g. lines) might be far away from the true function form of .</a:t>
                </a:r>
              </a:p>
              <a:p>
                <a:pPr lvl="1"/>
                <a:r>
                  <a:rPr lang="en-CA" dirty="0">
                    <a:solidFill>
                      <a:schemeClr val="accent1"/>
                    </a:solidFill>
                  </a:rPr>
                  <a:t>Classic Social Science Approach</a:t>
                </a:r>
                <a:r>
                  <a:rPr lang="en-CA" dirty="0"/>
                  <a:t>:</a:t>
                </a:r>
              </a:p>
              <a:p>
                <a:pPr lvl="2"/>
                <a:r>
                  <a:rPr lang="en-CA" dirty="0"/>
                  <a:t>Example: Which socio and demographic features correlates with voting turnout? Education? Gender? Age?</a:t>
                </a:r>
              </a:p>
              <a:p>
                <a:pPr marL="914400" lvl="2" indent="0">
                  <a:buNone/>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𝑦</m:t>
                          </m:r>
                        </m:e>
                        <m:sub>
                          <m:r>
                            <a:rPr lang="en-CA" b="0" i="1" smtClean="0">
                              <a:latin typeface="Cambria Math" panose="02040503050406030204" pitchFamily="18" charset="0"/>
                            </a:rPr>
                            <m:t>𝑖</m:t>
                          </m:r>
                        </m:sub>
                      </m:sSub>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𝛽</m:t>
                          </m:r>
                        </m:e>
                        <m:sub>
                          <m:r>
                            <a:rPr lang="en-CA" b="0" i="1" smtClean="0">
                              <a:latin typeface="Cambria Math" panose="02040503050406030204" pitchFamily="18" charset="0"/>
                            </a:rPr>
                            <m:t>1</m:t>
                          </m:r>
                        </m:sub>
                      </m:sSub>
                      <m:r>
                        <a:rPr lang="en-CA" b="0" i="1" smtClean="0">
                          <a:latin typeface="Cambria Math" panose="02040503050406030204" pitchFamily="18" charset="0"/>
                        </a:rPr>
                        <m:t>∗</m:t>
                      </m:r>
                      <m:r>
                        <a:rPr lang="en-CA" b="0" i="1" smtClean="0">
                          <a:latin typeface="Cambria Math" panose="02040503050406030204" pitchFamily="18" charset="0"/>
                        </a:rPr>
                        <m:t>𝑒𝑑𝑢𝑐𝑎𝑡𝑖𝑜</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𝑛</m:t>
                          </m:r>
                        </m:e>
                        <m:sub>
                          <m:r>
                            <a:rPr lang="en-CA" b="0" i="1" smtClean="0">
                              <a:latin typeface="Cambria Math" panose="02040503050406030204" pitchFamily="18" charset="0"/>
                            </a:rPr>
                            <m:t>𝑖</m:t>
                          </m:r>
                        </m:sub>
                      </m:sSub>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𝛽</m:t>
                          </m:r>
                        </m:e>
                        <m:sub>
                          <m:r>
                            <a:rPr lang="en-CA" b="0" i="1" smtClean="0">
                              <a:latin typeface="Cambria Math" panose="02040503050406030204" pitchFamily="18" charset="0"/>
                            </a:rPr>
                            <m:t>2</m:t>
                          </m:r>
                        </m:sub>
                      </m:sSub>
                      <m:r>
                        <a:rPr lang="en-CA" b="0" i="1" smtClean="0">
                          <a:latin typeface="Cambria Math" panose="02040503050406030204" pitchFamily="18" charset="0"/>
                        </a:rPr>
                        <m:t>∗</m:t>
                      </m:r>
                      <m:r>
                        <a:rPr lang="en-CA" b="0" i="1" smtClean="0">
                          <a:latin typeface="Cambria Math" panose="02040503050406030204" pitchFamily="18" charset="0"/>
                        </a:rPr>
                        <m:t>𝑔𝑒𝑛𝑑𝑒</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𝑟</m:t>
                          </m:r>
                        </m:e>
                        <m:sub>
                          <m:r>
                            <a:rPr lang="en-CA" b="0" i="1" smtClean="0">
                              <a:latin typeface="Cambria Math" panose="02040503050406030204" pitchFamily="18" charset="0"/>
                            </a:rPr>
                            <m:t>𝑖</m:t>
                          </m:r>
                        </m:sub>
                      </m:sSub>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𝜎</m:t>
                          </m:r>
                        </m:e>
                        <m:sub>
                          <m:r>
                            <a:rPr lang="en-CA" b="0" i="1" smtClean="0">
                              <a:latin typeface="Cambria Math" panose="02040503050406030204" pitchFamily="18" charset="0"/>
                            </a:rPr>
                            <m:t>𝑖</m:t>
                          </m:r>
                        </m:sub>
                      </m:sSub>
                    </m:oMath>
                  </m:oMathPara>
                </a14:m>
                <a:endParaRPr lang="en-CA" dirty="0"/>
              </a:p>
              <a:p>
                <a:endParaRPr lang="en-US" dirty="0"/>
              </a:p>
            </p:txBody>
          </p:sp>
        </mc:Choice>
        <mc:Fallback>
          <p:sp>
            <p:nvSpPr>
              <p:cNvPr id="3" name="Content Placeholder 2">
                <a:extLst>
                  <a:ext uri="{FF2B5EF4-FFF2-40B4-BE49-F238E27FC236}">
                    <a16:creationId xmlns:a16="http://schemas.microsoft.com/office/drawing/2014/main" id="{0D22A249-B8ED-CCB3-9668-401F4634819F}"/>
                  </a:ext>
                </a:extLst>
              </p:cNvPr>
              <p:cNvSpPr>
                <a:spLocks noGrp="1" noRot="1" noChangeAspect="1" noMove="1" noResize="1" noEditPoints="1" noAdjustHandles="1" noChangeArrowheads="1" noChangeShapeType="1" noTextEdit="1"/>
              </p:cNvSpPr>
              <p:nvPr>
                <p:ph idx="1"/>
              </p:nvPr>
            </p:nvSpPr>
            <p:spPr>
              <a:blipFill>
                <a:blip r:embed="rId2"/>
                <a:stretch>
                  <a:fillRect l="-498" t="-1761"/>
                </a:stretch>
              </a:blipFill>
            </p:spPr>
            <p:txBody>
              <a:bodyPr/>
              <a:lstStyle/>
              <a:p>
                <a:r>
                  <a:rPr lang="en-US">
                    <a:noFill/>
                  </a:rPr>
                  <a:t> </a:t>
                </a:r>
              </a:p>
            </p:txBody>
          </p:sp>
        </mc:Fallback>
      </mc:AlternateContent>
    </p:spTree>
    <p:extLst>
      <p:ext uri="{BB962C8B-B14F-4D97-AF65-F5344CB8AC3E}">
        <p14:creationId xmlns:p14="http://schemas.microsoft.com/office/powerpoint/2010/main" val="29166238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BBB7F-F9F2-073A-E704-AF14C3B5E5D4}"/>
              </a:ext>
            </a:extLst>
          </p:cNvPr>
          <p:cNvSpPr>
            <a:spLocks noGrp="1"/>
          </p:cNvSpPr>
          <p:nvPr>
            <p:ph type="title"/>
          </p:nvPr>
        </p:nvSpPr>
        <p:spPr/>
        <p:txBody>
          <a:bodyPr>
            <a:normAutofit fontScale="90000"/>
          </a:bodyPr>
          <a:lstStyle/>
          <a:p>
            <a:r>
              <a:rPr lang="en-CA" b="1" dirty="0"/>
              <a:t>Inference (Social Science) vs </a:t>
            </a:r>
            <a:r>
              <a:rPr lang="en-CA" b="1" dirty="0">
                <a:solidFill>
                  <a:schemeClr val="accent1"/>
                </a:solidFill>
              </a:rPr>
              <a:t>Prediction (Machine Learning)</a:t>
            </a:r>
            <a:br>
              <a:rPr lang="en-CA" b="1" dirty="0">
                <a:solidFill>
                  <a:schemeClr val="accent1"/>
                </a:solidFill>
              </a:rPr>
            </a:br>
            <a:endParaRPr lang="en-US" dirty="0">
              <a:solidFill>
                <a:schemeClr val="accent1"/>
              </a:solidFill>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2154B4E-6564-FBE3-06D1-B3FE720FB1FB}"/>
                  </a:ext>
                </a:extLst>
              </p:cNvPr>
              <p:cNvSpPr>
                <a:spLocks noGrp="1"/>
              </p:cNvSpPr>
              <p:nvPr>
                <p:ph idx="1"/>
              </p:nvPr>
            </p:nvSpPr>
            <p:spPr/>
            <p:txBody>
              <a:bodyPr>
                <a:normAutofit fontScale="92500"/>
              </a:bodyPr>
              <a:lstStyle/>
              <a:p>
                <a:r>
                  <a:rPr lang="en-CA" b="1" dirty="0"/>
                  <a:t>Prediction</a:t>
                </a:r>
                <a:endParaRPr lang="en-CA" dirty="0"/>
              </a:p>
              <a:p>
                <a:pPr lvl="1"/>
                <a:r>
                  <a:rPr lang="en-CA" dirty="0"/>
                  <a:t>Goal is to </a:t>
                </a:r>
                <a:r>
                  <a:rPr lang="en-CA" b="1" i="1" dirty="0"/>
                  <a:t>predict</a:t>
                </a:r>
                <a:r>
                  <a:rPr lang="en-CA" dirty="0"/>
                  <a:t> values of the outcome </a:t>
                </a:r>
                <a14:m>
                  <m:oMath xmlns:m="http://schemas.openxmlformats.org/officeDocument/2006/math">
                    <m:acc>
                      <m:accPr>
                        <m:chr m:val="̂"/>
                        <m:ctrlPr>
                          <a:rPr lang="en-CA" i="1" smtClean="0">
                            <a:latin typeface="Cambria Math" panose="02040503050406030204" pitchFamily="18" charset="0"/>
                          </a:rPr>
                        </m:ctrlPr>
                      </m:accPr>
                      <m:e>
                        <m:r>
                          <m:rPr>
                            <m:sty m:val="p"/>
                          </m:rPr>
                          <a:rPr lang="en-CA" b="0" i="1" smtClean="0">
                            <a:latin typeface="Cambria Math" panose="02040503050406030204" pitchFamily="18" charset="0"/>
                          </a:rPr>
                          <m:t>y</m:t>
                        </m:r>
                      </m:e>
                    </m:acc>
                  </m:oMath>
                </a14:m>
                <a:endParaRPr lang="en-CA" dirty="0"/>
              </a:p>
              <a:p>
                <a:pPr lvl="1"/>
                <a14:m>
                  <m:oMath xmlns:m="http://schemas.openxmlformats.org/officeDocument/2006/math">
                    <m:acc>
                      <m:accPr>
                        <m:chr m:val="̂"/>
                        <m:ctrlPr>
                          <a:rPr lang="en-CA" i="1" smtClean="0">
                            <a:latin typeface="Cambria Math" panose="02040503050406030204" pitchFamily="18" charset="0"/>
                          </a:rPr>
                        </m:ctrlPr>
                      </m:accPr>
                      <m:e>
                        <m:r>
                          <m:rPr>
                            <m:sty m:val="p"/>
                          </m:rPr>
                          <a:rPr lang="en-CA" b="0" i="1" smtClean="0">
                            <a:latin typeface="Cambria Math" panose="02040503050406030204" pitchFamily="18" charset="0"/>
                          </a:rPr>
                          <m:t>f</m:t>
                        </m:r>
                      </m:e>
                    </m:acc>
                    <m:d>
                      <m:dPr>
                        <m:ctrlPr>
                          <a:rPr lang="en-CA" b="0" i="1" smtClean="0">
                            <a:latin typeface="Cambria Math" panose="02040503050406030204" pitchFamily="18" charset="0"/>
                          </a:rPr>
                        </m:ctrlPr>
                      </m:dPr>
                      <m:e>
                        <m:r>
                          <a:rPr lang="en-CA" b="0" i="1" smtClean="0">
                            <a:latin typeface="Cambria Math" panose="02040503050406030204" pitchFamily="18" charset="0"/>
                          </a:rPr>
                          <m:t>𝑋</m:t>
                        </m:r>
                      </m:e>
                    </m:d>
                  </m:oMath>
                </a14:m>
                <a:r>
                  <a:rPr lang="en-CA" dirty="0"/>
                  <a:t>is treated as a </a:t>
                </a:r>
                <a:r>
                  <a:rPr lang="en-CA" b="1" i="1" dirty="0"/>
                  <a:t>black box</a:t>
                </a:r>
                <a:endParaRPr lang="en-CA" dirty="0"/>
              </a:p>
              <a:p>
                <a:pPr lvl="2"/>
                <a:r>
                  <a:rPr lang="en-CA" dirty="0"/>
                  <a:t>model doesn’t need to be interpretable as long as it provides an accurate prediction of y.</a:t>
                </a:r>
              </a:p>
              <a:p>
                <a:pPr lvl="1"/>
                <a:r>
                  <a:rPr lang="en-CA" dirty="0">
                    <a:solidFill>
                      <a:schemeClr val="accent1"/>
                    </a:solidFill>
                  </a:rPr>
                  <a:t>Key limitation</a:t>
                </a:r>
                <a:r>
                  <a:rPr lang="en-CA" dirty="0"/>
                  <a:t>:</a:t>
                </a:r>
              </a:p>
              <a:p>
                <a:pPr lvl="2"/>
                <a:r>
                  <a:rPr lang="en-CA" i="1" dirty="0"/>
                  <a:t>Interpretation</a:t>
                </a:r>
                <a:r>
                  <a:rPr lang="en-CA" dirty="0"/>
                  <a:t>: it is difficult to know which variables are doing the heavy lifting and the exact influence of x on y.</a:t>
                </a:r>
              </a:p>
              <a:p>
                <a:pPr lvl="1"/>
                <a:r>
                  <a:rPr lang="en-CA" dirty="0"/>
                  <a:t>Example: giving a k number of features, and all possible interactions between them, how likely is each voter </a:t>
                </a:r>
                <a:r>
                  <a:rPr lang="en-CA" dirty="0" err="1"/>
                  <a:t>i</a:t>
                </a:r>
                <a:r>
                  <a:rPr lang="en-CA" dirty="0"/>
                  <a:t> to turnout?</a:t>
                </a:r>
              </a:p>
              <a:p>
                <a:pPr lvl="1"/>
                <a:r>
                  <a:rPr lang="en-CA" b="1" dirty="0"/>
                  <a:t>This is the machine learning tradition/predictive modeling/AI</a:t>
                </a:r>
                <a:endParaRPr lang="en-CA" b="0" i="1" dirty="0">
                  <a:latin typeface="Cambria Math" panose="02040503050406030204" pitchFamily="18" charset="0"/>
                </a:endParaRPr>
              </a:p>
              <a:p>
                <a:pPr marL="457200" lvl="1" indent="0">
                  <a:buNone/>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𝑦</m:t>
                          </m:r>
                        </m:e>
                        <m:sub>
                          <m:r>
                            <a:rPr lang="en-CA" b="0" i="1" smtClean="0">
                              <a:latin typeface="Cambria Math" panose="02040503050406030204" pitchFamily="18" charset="0"/>
                            </a:rPr>
                            <m:t>𝑖</m:t>
                          </m:r>
                        </m:sub>
                      </m:sSub>
                      <m:r>
                        <a:rPr lang="en-CA" b="0" i="1" smtClean="0">
                          <a:latin typeface="Cambria Math" panose="02040503050406030204" pitchFamily="18" charset="0"/>
                        </a:rPr>
                        <m:t>=</m:t>
                      </m:r>
                      <m:r>
                        <a:rPr lang="en-CA" b="0" i="1" smtClean="0">
                          <a:latin typeface="Cambria Math" panose="02040503050406030204" pitchFamily="18" charset="0"/>
                        </a:rPr>
                        <m:t>𝑓</m:t>
                      </m:r>
                      <m:d>
                        <m:dPr>
                          <m:ctrlPr>
                            <a:rPr lang="en-CA" b="0" i="1" smtClean="0">
                              <a:latin typeface="Cambria Math" panose="02040503050406030204" pitchFamily="18" charset="0"/>
                            </a:rPr>
                          </m:ctrlPr>
                        </m:dPr>
                        <m:e>
                          <m:r>
                            <a:rPr lang="en-CA" b="0" i="1" smtClean="0">
                              <a:latin typeface="Cambria Math" panose="02040503050406030204" pitchFamily="18" charset="0"/>
                            </a:rPr>
                            <m:t>𝑋</m:t>
                          </m:r>
                        </m:e>
                      </m:d>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𝜎</m:t>
                          </m:r>
                        </m:e>
                        <m:sub>
                          <m:r>
                            <a:rPr lang="en-CA" b="0" i="1" smtClean="0">
                              <a:latin typeface="Cambria Math" panose="02040503050406030204" pitchFamily="18" charset="0"/>
                            </a:rPr>
                            <m:t>𝑖</m:t>
                          </m:r>
                        </m:sub>
                      </m:sSub>
                    </m:oMath>
                  </m:oMathPara>
                </a14:m>
                <a:endParaRPr lang="en-CA" dirty="0"/>
              </a:p>
              <a:p>
                <a:endParaRPr lang="en-US" dirty="0"/>
              </a:p>
            </p:txBody>
          </p:sp>
        </mc:Choice>
        <mc:Fallback>
          <p:sp>
            <p:nvSpPr>
              <p:cNvPr id="3" name="Content Placeholder 2">
                <a:extLst>
                  <a:ext uri="{FF2B5EF4-FFF2-40B4-BE49-F238E27FC236}">
                    <a16:creationId xmlns:a16="http://schemas.microsoft.com/office/drawing/2014/main" id="{12154B4E-6564-FBE3-06D1-B3FE720FB1FB}"/>
                  </a:ext>
                </a:extLst>
              </p:cNvPr>
              <p:cNvSpPr>
                <a:spLocks noGrp="1" noRot="1" noChangeAspect="1" noMove="1" noResize="1" noEditPoints="1" noAdjustHandles="1" noChangeArrowheads="1" noChangeShapeType="1" noTextEdit="1"/>
              </p:cNvSpPr>
              <p:nvPr>
                <p:ph idx="1"/>
              </p:nvPr>
            </p:nvSpPr>
            <p:spPr>
              <a:blipFill>
                <a:blip r:embed="rId2"/>
                <a:stretch>
                  <a:fillRect l="-374" t="-704" r="-872"/>
                </a:stretch>
              </a:blipFill>
            </p:spPr>
            <p:txBody>
              <a:bodyPr/>
              <a:lstStyle/>
              <a:p>
                <a:r>
                  <a:rPr lang="en-US">
                    <a:noFill/>
                  </a:rPr>
                  <a:t> </a:t>
                </a:r>
              </a:p>
            </p:txBody>
          </p:sp>
        </mc:Fallback>
      </mc:AlternateContent>
    </p:spTree>
    <p:extLst>
      <p:ext uri="{BB962C8B-B14F-4D97-AF65-F5344CB8AC3E}">
        <p14:creationId xmlns:p14="http://schemas.microsoft.com/office/powerpoint/2010/main" val="25265925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47DF1-91CE-5205-589D-9ACDC6AD6277}"/>
              </a:ext>
            </a:extLst>
          </p:cNvPr>
          <p:cNvSpPr>
            <a:spLocks noGrp="1"/>
          </p:cNvSpPr>
          <p:nvPr>
            <p:ph type="title"/>
          </p:nvPr>
        </p:nvSpPr>
        <p:spPr/>
        <p:txBody>
          <a:bodyPr/>
          <a:lstStyle/>
          <a:p>
            <a:r>
              <a:rPr lang="en-US" dirty="0"/>
              <a:t>Supervised Learning in </a:t>
            </a:r>
            <a:br>
              <a:rPr lang="en-US" dirty="0"/>
            </a:br>
            <a:r>
              <a:rPr lang="en-US" dirty="0"/>
              <a:t>Text-as-Data</a:t>
            </a:r>
          </a:p>
        </p:txBody>
      </p:sp>
      <p:pic>
        <p:nvPicPr>
          <p:cNvPr id="3" name="Picture 2">
            <a:extLst>
              <a:ext uri="{FF2B5EF4-FFF2-40B4-BE49-F238E27FC236}">
                <a16:creationId xmlns:a16="http://schemas.microsoft.com/office/drawing/2014/main" id="{C978859A-11DE-6503-07BF-81A8D3996477}"/>
              </a:ext>
            </a:extLst>
          </p:cNvPr>
          <p:cNvPicPr>
            <a:picLocks noChangeAspect="1"/>
          </p:cNvPicPr>
          <p:nvPr/>
        </p:nvPicPr>
        <p:blipFill>
          <a:blip r:embed="rId2"/>
          <a:stretch>
            <a:fillRect/>
          </a:stretch>
        </p:blipFill>
        <p:spPr>
          <a:xfrm>
            <a:off x="1416890" y="2594132"/>
            <a:ext cx="9358220" cy="3197068"/>
          </a:xfrm>
          <a:prstGeom prst="rect">
            <a:avLst/>
          </a:prstGeom>
        </p:spPr>
      </p:pic>
    </p:spTree>
    <p:extLst>
      <p:ext uri="{BB962C8B-B14F-4D97-AF65-F5344CB8AC3E}">
        <p14:creationId xmlns:p14="http://schemas.microsoft.com/office/powerpoint/2010/main" val="35338773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3F982-8B33-3572-5FE1-8CE5F6CCF4A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3626D1B-5B78-9A6C-E229-7DACFC5756B5}"/>
              </a:ext>
            </a:extLst>
          </p:cNvPr>
          <p:cNvSpPr>
            <a:spLocks noGrp="1"/>
          </p:cNvSpPr>
          <p:nvPr>
            <p:ph idx="1"/>
          </p:nvPr>
        </p:nvSpPr>
        <p:spPr/>
        <p:txBody>
          <a:bodyPr/>
          <a:lstStyle/>
          <a:p>
            <a:r>
              <a:rPr lang="en-US" dirty="0" err="1"/>
              <a:t>Barberá</a:t>
            </a:r>
            <a:r>
              <a:rPr lang="en-US" dirty="0"/>
              <a:t> et al. (2021) provide an excellent guide for supervised text classification. They identify three steps required for SML. I have created a modified version of this:</a:t>
            </a:r>
          </a:p>
          <a:p>
            <a:pPr marL="800100" lvl="1" indent="-342900">
              <a:buFont typeface="+mj-lt"/>
              <a:buAutoNum type="arabicPeriod"/>
            </a:pPr>
            <a:r>
              <a:rPr lang="en-US" dirty="0"/>
              <a:t>Select a corpus</a:t>
            </a:r>
          </a:p>
          <a:p>
            <a:pPr marL="800100" lvl="1" indent="-342900">
              <a:buFont typeface="+mj-lt"/>
              <a:buAutoNum type="arabicPeriod"/>
            </a:pPr>
            <a:r>
              <a:rPr lang="en-US" dirty="0"/>
              <a:t>Create a training set</a:t>
            </a:r>
          </a:p>
          <a:p>
            <a:pPr marL="800100" lvl="1" indent="-342900">
              <a:buFont typeface="+mj-lt"/>
              <a:buAutoNum type="arabicPeriod"/>
            </a:pPr>
            <a:r>
              <a:rPr lang="en-US" dirty="0"/>
              <a:t>Choose and train an ML model</a:t>
            </a:r>
          </a:p>
          <a:p>
            <a:pPr marL="800100" lvl="1" indent="-342900">
              <a:buFont typeface="+mj-lt"/>
              <a:buAutoNum type="arabicPeriod"/>
            </a:pPr>
            <a:r>
              <a:rPr lang="en-US" dirty="0"/>
              <a:t>VALIDATE!</a:t>
            </a:r>
          </a:p>
          <a:p>
            <a:pPr lvl="1"/>
            <a:endParaRPr lang="en-US" dirty="0"/>
          </a:p>
          <a:p>
            <a:pPr lvl="1"/>
            <a:endParaRPr lang="en-US" dirty="0"/>
          </a:p>
          <a:p>
            <a:r>
              <a:rPr lang="en-US" dirty="0"/>
              <a:t>Let’s start!</a:t>
            </a:r>
          </a:p>
        </p:txBody>
      </p:sp>
    </p:spTree>
    <p:extLst>
      <p:ext uri="{BB962C8B-B14F-4D97-AF65-F5344CB8AC3E}">
        <p14:creationId xmlns:p14="http://schemas.microsoft.com/office/powerpoint/2010/main" val="20970231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32E541-CE59-10B8-2C73-A2D8594916A2}"/>
              </a:ext>
            </a:extLst>
          </p:cNvPr>
          <p:cNvSpPr>
            <a:spLocks noGrp="1"/>
          </p:cNvSpPr>
          <p:nvPr>
            <p:ph type="title"/>
          </p:nvPr>
        </p:nvSpPr>
        <p:spPr/>
        <p:txBody>
          <a:bodyPr/>
          <a:lstStyle/>
          <a:p>
            <a:r>
              <a:rPr lang="en-US" dirty="0"/>
              <a:t>1) Choose a Corpus</a:t>
            </a:r>
          </a:p>
        </p:txBody>
      </p:sp>
      <p:sp>
        <p:nvSpPr>
          <p:cNvPr id="5" name="Text Placeholder 4">
            <a:extLst>
              <a:ext uri="{FF2B5EF4-FFF2-40B4-BE49-F238E27FC236}">
                <a16:creationId xmlns:a16="http://schemas.microsoft.com/office/drawing/2014/main" id="{4BBBDC95-AD92-A008-7C22-F6799A5F6C4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63658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E7878D8-BA72-6A50-F880-FFE0AB3BF52E}"/>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A5E75DF8-2B30-AF9F-23C2-DBE6CB0DF1B6}"/>
              </a:ext>
            </a:extLst>
          </p:cNvPr>
          <p:cNvSpPr>
            <a:spLocks noGrp="1"/>
          </p:cNvSpPr>
          <p:nvPr>
            <p:ph idx="1"/>
          </p:nvPr>
        </p:nvSpPr>
        <p:spPr/>
        <p:txBody>
          <a:bodyPr/>
          <a:lstStyle/>
          <a:p>
            <a:r>
              <a:rPr lang="en-US" dirty="0"/>
              <a:t>The choice of the corpus depends on the research question. What is the universe, or source, of text? </a:t>
            </a:r>
          </a:p>
          <a:p>
            <a:r>
              <a:rPr lang="en-US" dirty="0"/>
              <a:t>It can be well-defined, and small: speeches from the Canadian Parliament between 2000 and 2019. </a:t>
            </a:r>
          </a:p>
          <a:p>
            <a:r>
              <a:rPr lang="en-US" dirty="0"/>
              <a:t>It can be broader: media headlines between 2000 and 2019. </a:t>
            </a:r>
          </a:p>
          <a:p>
            <a:r>
              <a:rPr lang="en-US" dirty="0"/>
              <a:t>If the researcher has access to the universe of texts, then the decision is straightforward: that is your corpus. </a:t>
            </a:r>
          </a:p>
          <a:p>
            <a:r>
              <a:rPr lang="en-US" dirty="0"/>
              <a:t>If the researcher does not have access to the universe of texts then…</a:t>
            </a:r>
          </a:p>
        </p:txBody>
      </p:sp>
    </p:spTree>
    <p:extLst>
      <p:ext uri="{BB962C8B-B14F-4D97-AF65-F5344CB8AC3E}">
        <p14:creationId xmlns:p14="http://schemas.microsoft.com/office/powerpoint/2010/main" val="32497705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F5FF5-AC14-7903-6D2B-9ED26204161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13AD515-F00E-1AD6-7F13-6DDDCE45AC00}"/>
              </a:ext>
            </a:extLst>
          </p:cNvPr>
          <p:cNvSpPr>
            <a:spLocks noGrp="1"/>
          </p:cNvSpPr>
          <p:nvPr>
            <p:ph idx="1"/>
          </p:nvPr>
        </p:nvSpPr>
        <p:spPr/>
        <p:txBody>
          <a:bodyPr/>
          <a:lstStyle/>
          <a:p>
            <a:r>
              <a:rPr lang="en-US" dirty="0"/>
              <a:t>What is the preferred sampling strategy?</a:t>
            </a:r>
          </a:p>
          <a:p>
            <a:r>
              <a:rPr lang="en-US" dirty="0"/>
              <a:t>As researchers, we want a corpus the mimics the population. You want to include relevant objects (minimize false negatives) and exclude irrelevant objects (minimize false positives). Irrelevant texts will add noise to the final analysis and will add cost to the production of your training set. </a:t>
            </a:r>
          </a:p>
          <a:p>
            <a:r>
              <a:rPr lang="en-US" dirty="0"/>
              <a:t>Researchers also need to be wary about representation. </a:t>
            </a:r>
          </a:p>
          <a:p>
            <a:r>
              <a:rPr lang="en-US" dirty="0"/>
              <a:t>You want to maximize relevance and representation. </a:t>
            </a:r>
          </a:p>
        </p:txBody>
      </p:sp>
    </p:spTree>
    <p:extLst>
      <p:ext uri="{BB962C8B-B14F-4D97-AF65-F5344CB8AC3E}">
        <p14:creationId xmlns:p14="http://schemas.microsoft.com/office/powerpoint/2010/main" val="25293212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DA072-A037-291B-E4A7-A4D946738BE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932D9AE-0E74-B7AD-5BD4-AC814AF4A84A}"/>
              </a:ext>
            </a:extLst>
          </p:cNvPr>
          <p:cNvSpPr>
            <a:spLocks noGrp="1"/>
          </p:cNvSpPr>
          <p:nvPr>
            <p:ph idx="1"/>
          </p:nvPr>
        </p:nvSpPr>
        <p:spPr/>
        <p:txBody>
          <a:bodyPr/>
          <a:lstStyle/>
          <a:p>
            <a:r>
              <a:rPr lang="en-US" dirty="0"/>
              <a:t>What sampling strategy to use when selecting a corpus?</a:t>
            </a:r>
          </a:p>
          <a:p>
            <a:r>
              <a:rPr lang="en-US" dirty="0" err="1"/>
              <a:t>Barberá</a:t>
            </a:r>
            <a:r>
              <a:rPr lang="en-US" dirty="0"/>
              <a:t> et al. (2021) suggests using </a:t>
            </a:r>
            <a:r>
              <a:rPr lang="en-US" dirty="0">
                <a:solidFill>
                  <a:schemeClr val="accent1"/>
                </a:solidFill>
              </a:rPr>
              <a:t>keyword search </a:t>
            </a:r>
            <a:r>
              <a:rPr lang="en-US" dirty="0"/>
              <a:t>over topic search. However, it can vary by case, and, at the end of the day, what you want to avoid, as with any sample, is selection bias. </a:t>
            </a:r>
          </a:p>
          <a:p>
            <a:r>
              <a:rPr lang="en-US" dirty="0"/>
              <a:t>For a more detailed explanation, see </a:t>
            </a:r>
            <a:r>
              <a:rPr lang="en-US" dirty="0" err="1"/>
              <a:t>Barberá</a:t>
            </a:r>
            <a:r>
              <a:rPr lang="en-US" dirty="0"/>
              <a:t> et al. (2021), p. 20-24.</a:t>
            </a:r>
          </a:p>
        </p:txBody>
      </p:sp>
    </p:spTree>
    <p:extLst>
      <p:ext uri="{BB962C8B-B14F-4D97-AF65-F5344CB8AC3E}">
        <p14:creationId xmlns:p14="http://schemas.microsoft.com/office/powerpoint/2010/main" val="2995475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520DBB-23F0-0F5C-B1E0-6BD5037A98ED}"/>
              </a:ext>
            </a:extLst>
          </p:cNvPr>
          <p:cNvSpPr>
            <a:spLocks noGrp="1"/>
          </p:cNvSpPr>
          <p:nvPr>
            <p:ph type="title"/>
          </p:nvPr>
        </p:nvSpPr>
        <p:spPr/>
        <p:txBody>
          <a:bodyPr/>
          <a:lstStyle/>
          <a:p>
            <a:r>
              <a:rPr lang="en-US" dirty="0"/>
              <a:t>2) Creating a Training Set</a:t>
            </a:r>
          </a:p>
        </p:txBody>
      </p:sp>
      <p:sp>
        <p:nvSpPr>
          <p:cNvPr id="5" name="Text Placeholder 4">
            <a:extLst>
              <a:ext uri="{FF2B5EF4-FFF2-40B4-BE49-F238E27FC236}">
                <a16:creationId xmlns:a16="http://schemas.microsoft.com/office/drawing/2014/main" id="{547EA5F1-7601-021C-C7BB-9609A94EF0F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327864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4EE5253-12CF-448D-2099-70276BD5614F}"/>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127C62CA-A407-7151-D6CD-3D9BA0F18F30}"/>
              </a:ext>
            </a:extLst>
          </p:cNvPr>
          <p:cNvSpPr>
            <a:spLocks noGrp="1"/>
          </p:cNvSpPr>
          <p:nvPr>
            <p:ph idx="1"/>
          </p:nvPr>
        </p:nvSpPr>
        <p:spPr/>
        <p:txBody>
          <a:bodyPr/>
          <a:lstStyle/>
          <a:p>
            <a:r>
              <a:rPr lang="en-US" dirty="0"/>
              <a:t>There are crucial decision that the researcher need to make when building their training set:</a:t>
            </a:r>
          </a:p>
          <a:p>
            <a:pPr lvl="1"/>
            <a:r>
              <a:rPr lang="en-US" dirty="0"/>
              <a:t>Unit of analysis. </a:t>
            </a:r>
          </a:p>
          <a:p>
            <a:pPr lvl="2"/>
            <a:r>
              <a:rPr lang="en-US" dirty="0"/>
              <a:t>Note that the </a:t>
            </a:r>
            <a:r>
              <a:rPr lang="en-US" dirty="0" err="1"/>
              <a:t>UoA</a:t>
            </a:r>
            <a:r>
              <a:rPr lang="en-US" dirty="0"/>
              <a:t> does not need to necessarily correspond to the </a:t>
            </a:r>
            <a:r>
              <a:rPr lang="en-US" dirty="0" err="1"/>
              <a:t>UoA</a:t>
            </a:r>
            <a:r>
              <a:rPr lang="en-US" dirty="0"/>
              <a:t> of your final dataset. </a:t>
            </a:r>
          </a:p>
          <a:p>
            <a:pPr lvl="1"/>
            <a:r>
              <a:rPr lang="en-US" dirty="0"/>
              <a:t>Sampling procedure.</a:t>
            </a:r>
          </a:p>
          <a:p>
            <a:pPr lvl="1"/>
            <a:r>
              <a:rPr lang="en-US" dirty="0"/>
              <a:t>Categories and number of observations. </a:t>
            </a:r>
          </a:p>
          <a:p>
            <a:pPr lvl="1"/>
            <a:r>
              <a:rPr lang="en-US" dirty="0"/>
              <a:t>Coders.</a:t>
            </a:r>
          </a:p>
          <a:p>
            <a:pPr lvl="1"/>
            <a:endParaRPr lang="en-US" dirty="0"/>
          </a:p>
        </p:txBody>
      </p:sp>
    </p:spTree>
    <p:extLst>
      <p:ext uri="{BB962C8B-B14F-4D97-AF65-F5344CB8AC3E}">
        <p14:creationId xmlns:p14="http://schemas.microsoft.com/office/powerpoint/2010/main" val="21631023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05906-E2D7-8839-081F-A19DE88D0972}"/>
              </a:ext>
            </a:extLst>
          </p:cNvPr>
          <p:cNvSpPr>
            <a:spLocks noGrp="1"/>
          </p:cNvSpPr>
          <p:nvPr>
            <p:ph type="title"/>
          </p:nvPr>
        </p:nvSpPr>
        <p:spPr/>
        <p:txBody>
          <a:bodyPr/>
          <a:lstStyle/>
          <a:p>
            <a:r>
              <a:rPr lang="en-US" dirty="0"/>
              <a:t>Unit of Analysis</a:t>
            </a:r>
          </a:p>
        </p:txBody>
      </p:sp>
      <p:sp>
        <p:nvSpPr>
          <p:cNvPr id="3" name="Content Placeholder 2">
            <a:extLst>
              <a:ext uri="{FF2B5EF4-FFF2-40B4-BE49-F238E27FC236}">
                <a16:creationId xmlns:a16="http://schemas.microsoft.com/office/drawing/2014/main" id="{2111616D-A41E-5415-0291-C1D1FDB6CD1C}"/>
              </a:ext>
            </a:extLst>
          </p:cNvPr>
          <p:cNvSpPr>
            <a:spLocks noGrp="1"/>
          </p:cNvSpPr>
          <p:nvPr>
            <p:ph idx="1"/>
          </p:nvPr>
        </p:nvSpPr>
        <p:spPr/>
        <p:txBody>
          <a:bodyPr/>
          <a:lstStyle/>
          <a:p>
            <a:r>
              <a:rPr lang="en-US" dirty="0"/>
              <a:t>When deciding on the </a:t>
            </a:r>
            <a:r>
              <a:rPr lang="en-US" dirty="0" err="1"/>
              <a:t>UoA</a:t>
            </a:r>
            <a:r>
              <a:rPr lang="en-US" dirty="0"/>
              <a:t>, think about the following questions:</a:t>
            </a:r>
          </a:p>
          <a:p>
            <a:pPr lvl="1"/>
            <a:r>
              <a:rPr lang="en-US" dirty="0"/>
              <a:t>What am I trying to identify in the text?</a:t>
            </a:r>
          </a:p>
          <a:p>
            <a:pPr lvl="1"/>
            <a:r>
              <a:rPr lang="en-US" dirty="0"/>
              <a:t>Can my category of analysis change throughout the text?</a:t>
            </a:r>
          </a:p>
          <a:p>
            <a:pPr lvl="2"/>
            <a:r>
              <a:rPr lang="en-US" dirty="0"/>
              <a:t>There are assumptions that you are making about this depending on the model you choose.  </a:t>
            </a:r>
          </a:p>
          <a:p>
            <a:pPr lvl="1"/>
            <a:r>
              <a:rPr lang="en-US" dirty="0"/>
              <a:t>If it changes, am I interested in an aggregated element? Would I prefer the disaggregated chunks?</a:t>
            </a:r>
          </a:p>
          <a:p>
            <a:pPr lvl="1"/>
            <a:r>
              <a:rPr lang="en-US" dirty="0"/>
              <a:t>How much noise am I adding by choosing a longer </a:t>
            </a:r>
            <a:r>
              <a:rPr lang="en-US" dirty="0" err="1"/>
              <a:t>UoA</a:t>
            </a:r>
            <a:r>
              <a:rPr lang="en-US" dirty="0"/>
              <a:t>? </a:t>
            </a:r>
          </a:p>
          <a:p>
            <a:pPr lvl="1"/>
            <a:r>
              <a:rPr lang="en-US" dirty="0"/>
              <a:t>How much information am I losing by choosing a shorter </a:t>
            </a:r>
            <a:r>
              <a:rPr lang="en-US" dirty="0" err="1"/>
              <a:t>UoA</a:t>
            </a:r>
            <a:r>
              <a:rPr lang="en-US" dirty="0"/>
              <a:t>?</a:t>
            </a:r>
          </a:p>
          <a:p>
            <a:pPr lvl="1"/>
            <a:r>
              <a:rPr lang="en-US" dirty="0"/>
              <a:t>What is the optimal </a:t>
            </a:r>
            <a:r>
              <a:rPr lang="en-US" dirty="0" err="1"/>
              <a:t>UoA</a:t>
            </a:r>
            <a:r>
              <a:rPr lang="en-US" dirty="0"/>
              <a:t> for me (as a human coder) to identify the element that I am interested in?</a:t>
            </a:r>
          </a:p>
          <a:p>
            <a:pPr lvl="1"/>
            <a:endParaRPr lang="en-US" dirty="0"/>
          </a:p>
          <a:p>
            <a:pPr marL="0" indent="0">
              <a:buNone/>
            </a:pPr>
            <a:endParaRPr lang="en-US" dirty="0"/>
          </a:p>
        </p:txBody>
      </p:sp>
    </p:spTree>
    <p:extLst>
      <p:ext uri="{BB962C8B-B14F-4D97-AF65-F5344CB8AC3E}">
        <p14:creationId xmlns:p14="http://schemas.microsoft.com/office/powerpoint/2010/main" val="34646373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11B27-90E6-6A03-3C42-DBF1E3483636}"/>
              </a:ext>
            </a:extLst>
          </p:cNvPr>
          <p:cNvSpPr>
            <a:spLocks noGrp="1"/>
          </p:cNvSpPr>
          <p:nvPr>
            <p:ph type="title"/>
          </p:nvPr>
        </p:nvSpPr>
        <p:spPr/>
        <p:txBody>
          <a:bodyPr/>
          <a:lstStyle/>
          <a:p>
            <a:r>
              <a:rPr lang="en-US" dirty="0"/>
              <a:t>Sampling procedure</a:t>
            </a:r>
          </a:p>
        </p:txBody>
      </p:sp>
      <p:sp>
        <p:nvSpPr>
          <p:cNvPr id="3" name="Content Placeholder 2">
            <a:extLst>
              <a:ext uri="{FF2B5EF4-FFF2-40B4-BE49-F238E27FC236}">
                <a16:creationId xmlns:a16="http://schemas.microsoft.com/office/drawing/2014/main" id="{BEDE9B88-499B-08AD-9D51-A417109DAD91}"/>
              </a:ext>
            </a:extLst>
          </p:cNvPr>
          <p:cNvSpPr>
            <a:spLocks noGrp="1"/>
          </p:cNvSpPr>
          <p:nvPr>
            <p:ph idx="1"/>
          </p:nvPr>
        </p:nvSpPr>
        <p:spPr/>
        <p:txBody>
          <a:bodyPr>
            <a:normAutofit lnSpcReduction="10000"/>
          </a:bodyPr>
          <a:lstStyle/>
          <a:p>
            <a:r>
              <a:rPr lang="en-US" dirty="0"/>
              <a:t>So, you have one million speeches/tweets/manifestos/answers/etc. Should I randomly sample N documents and code them?</a:t>
            </a:r>
          </a:p>
          <a:p>
            <a:r>
              <a:rPr lang="en-US" dirty="0"/>
              <a:t>As always, it depends. When we are training an ML model, we are showing it some data. For the ML model, that is the world it knows. </a:t>
            </a:r>
          </a:p>
          <a:p>
            <a:pPr lvl="1"/>
            <a:r>
              <a:rPr lang="en-US" dirty="0"/>
              <a:t>If you tell the model that in the world there are either cats or dogs, and you show it a parrot, it will try to fit the parrot within the categories it knows (cats or dogs). </a:t>
            </a:r>
          </a:p>
          <a:p>
            <a:pPr lvl="1"/>
            <a:r>
              <a:rPr lang="en-US" dirty="0"/>
              <a:t>But also, if you show it a lion (which you would have categorized as a cat), and it has never seen a lion before, it will have a hard time deciding </a:t>
            </a:r>
          </a:p>
          <a:p>
            <a:r>
              <a:rPr lang="en-US" dirty="0"/>
              <a:t>Thus, your sample should be both, representative of the categories to be predicted, and of the different ways each category can be present in your sample. </a:t>
            </a:r>
          </a:p>
        </p:txBody>
      </p:sp>
    </p:spTree>
    <p:extLst>
      <p:ext uri="{BB962C8B-B14F-4D97-AF65-F5344CB8AC3E}">
        <p14:creationId xmlns:p14="http://schemas.microsoft.com/office/powerpoint/2010/main" val="26041360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929F3-4A78-E47C-E7DE-778FD62DB19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001CF56-6BC4-F2DB-4CC4-DC3B018D1C6E}"/>
              </a:ext>
            </a:extLst>
          </p:cNvPr>
          <p:cNvSpPr>
            <a:spLocks noGrp="1"/>
          </p:cNvSpPr>
          <p:nvPr>
            <p:ph idx="1"/>
          </p:nvPr>
        </p:nvSpPr>
        <p:spPr/>
        <p:txBody>
          <a:bodyPr/>
          <a:lstStyle/>
          <a:p>
            <a:r>
              <a:rPr lang="en-US" dirty="0"/>
              <a:t>What if my categories are ‘naturally’ unbalanced (i.e., the distribution of categories in a dataset are not uniform)? Should I oversample the smaller category? Should I </a:t>
            </a:r>
            <a:r>
              <a:rPr lang="en-US" dirty="0" err="1"/>
              <a:t>undersample</a:t>
            </a:r>
            <a:r>
              <a:rPr lang="en-US" dirty="0"/>
              <a:t> the larger category? Should I maintain an unbalanced dataset?</a:t>
            </a:r>
          </a:p>
          <a:p>
            <a:r>
              <a:rPr lang="en-US" dirty="0"/>
              <a:t>According to </a:t>
            </a:r>
            <a:r>
              <a:rPr lang="en-US" dirty="0">
                <a:hlinkClick r:id="rId2"/>
              </a:rPr>
              <a:t>Mohammed et al. (2020), </a:t>
            </a:r>
            <a:r>
              <a:rPr lang="en-US" dirty="0"/>
              <a:t>you get better results by oversampling (but this has not been always my experience). Regardless of the route you choose, you always need to validate your results. </a:t>
            </a:r>
          </a:p>
        </p:txBody>
      </p:sp>
    </p:spTree>
    <p:extLst>
      <p:ext uri="{BB962C8B-B14F-4D97-AF65-F5344CB8AC3E}">
        <p14:creationId xmlns:p14="http://schemas.microsoft.com/office/powerpoint/2010/main" val="33471397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6946E-DB0C-9473-E729-D54CFB30E89B}"/>
              </a:ext>
            </a:extLst>
          </p:cNvPr>
          <p:cNvSpPr>
            <a:spLocks noGrp="1"/>
          </p:cNvSpPr>
          <p:nvPr>
            <p:ph type="title"/>
          </p:nvPr>
        </p:nvSpPr>
        <p:spPr/>
        <p:txBody>
          <a:bodyPr/>
          <a:lstStyle/>
          <a:p>
            <a:r>
              <a:rPr lang="en-US" dirty="0"/>
              <a:t>Categories and number of observations</a:t>
            </a:r>
          </a:p>
        </p:txBody>
      </p:sp>
      <p:sp>
        <p:nvSpPr>
          <p:cNvPr id="3" name="Content Placeholder 2">
            <a:extLst>
              <a:ext uri="{FF2B5EF4-FFF2-40B4-BE49-F238E27FC236}">
                <a16:creationId xmlns:a16="http://schemas.microsoft.com/office/drawing/2014/main" id="{3F9D2DE7-C5CF-EDC9-9BC3-B4191DE02A53}"/>
              </a:ext>
            </a:extLst>
          </p:cNvPr>
          <p:cNvSpPr>
            <a:spLocks noGrp="1"/>
          </p:cNvSpPr>
          <p:nvPr>
            <p:ph idx="1"/>
          </p:nvPr>
        </p:nvSpPr>
        <p:spPr/>
        <p:txBody>
          <a:bodyPr/>
          <a:lstStyle/>
          <a:p>
            <a:r>
              <a:rPr lang="en-US" dirty="0"/>
              <a:t>How many categories should I choose? The straightforward answer is </a:t>
            </a:r>
            <a:r>
              <a:rPr lang="en-US" dirty="0">
                <a:solidFill>
                  <a:schemeClr val="accent1"/>
                </a:solidFill>
              </a:rPr>
              <a:t>as many as you need</a:t>
            </a:r>
            <a:r>
              <a:rPr lang="en-US" dirty="0"/>
              <a:t>. </a:t>
            </a:r>
          </a:p>
          <a:p>
            <a:r>
              <a:rPr lang="en-US" i="1" dirty="0"/>
              <a:t>BUT</a:t>
            </a:r>
            <a:r>
              <a:rPr lang="en-US" dirty="0"/>
              <a:t>, and this is a theoretical </a:t>
            </a:r>
            <a:r>
              <a:rPr lang="en-US" i="1" dirty="0"/>
              <a:t>but</a:t>
            </a:r>
            <a:r>
              <a:rPr lang="en-US" dirty="0"/>
              <a:t>, always consider whether the categories are </a:t>
            </a:r>
            <a:r>
              <a:rPr lang="en-US" b="1" i="1" dirty="0"/>
              <a:t>exclusionary</a:t>
            </a:r>
            <a:r>
              <a:rPr lang="en-US" i="1" dirty="0"/>
              <a:t>.</a:t>
            </a:r>
          </a:p>
          <a:p>
            <a:r>
              <a:rPr lang="en-US" dirty="0"/>
              <a:t>For machines, as well as for humans, dichotomous categories are easier to predict than multinomial categories. If theoretically plausible, try to have dichotomous training sets (or training sets with few categories).*</a:t>
            </a:r>
          </a:p>
          <a:p>
            <a:endParaRPr lang="en-US" dirty="0"/>
          </a:p>
          <a:p>
            <a:endParaRPr lang="en-US" dirty="0"/>
          </a:p>
        </p:txBody>
      </p:sp>
    </p:spTree>
    <p:extLst>
      <p:ext uri="{BB962C8B-B14F-4D97-AF65-F5344CB8AC3E}">
        <p14:creationId xmlns:p14="http://schemas.microsoft.com/office/powerpoint/2010/main" val="23701615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799BF-C3DA-2CC6-7278-12E939A1AD6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EF97009-6C49-2D15-AE51-332D9210EF10}"/>
              </a:ext>
            </a:extLst>
          </p:cNvPr>
          <p:cNvSpPr>
            <a:spLocks noGrp="1"/>
          </p:cNvSpPr>
          <p:nvPr>
            <p:ph idx="1"/>
          </p:nvPr>
        </p:nvSpPr>
        <p:spPr/>
        <p:txBody>
          <a:bodyPr/>
          <a:lstStyle/>
          <a:p>
            <a:r>
              <a:rPr lang="en-US" dirty="0"/>
              <a:t>The number of observations in your training set will depend on the </a:t>
            </a:r>
            <a:r>
              <a:rPr lang="en-US" dirty="0">
                <a:solidFill>
                  <a:schemeClr val="accent1"/>
                </a:solidFill>
              </a:rPr>
              <a:t>complexity of the task </a:t>
            </a:r>
            <a:r>
              <a:rPr lang="en-US" dirty="0"/>
              <a:t>and the </a:t>
            </a:r>
            <a:r>
              <a:rPr lang="en-US" dirty="0">
                <a:solidFill>
                  <a:schemeClr val="accent1"/>
                </a:solidFill>
              </a:rPr>
              <a:t>ML model </a:t>
            </a:r>
            <a:r>
              <a:rPr lang="en-US" dirty="0"/>
              <a:t>you are using (more on this later).</a:t>
            </a:r>
          </a:p>
          <a:p>
            <a:r>
              <a:rPr lang="en-US" dirty="0"/>
              <a:t>However, </a:t>
            </a:r>
            <a:r>
              <a:rPr lang="en-US" dirty="0">
                <a:hlinkClick r:id="rId2"/>
              </a:rPr>
              <a:t>Kaufman (2024) </a:t>
            </a:r>
            <a:r>
              <a:rPr lang="en-US" dirty="0"/>
              <a:t>propose a method to select more informative training sets with fewer observations that achieve similar performance than randomly sampled training sets. </a:t>
            </a:r>
          </a:p>
        </p:txBody>
      </p:sp>
    </p:spTree>
    <p:extLst>
      <p:ext uri="{BB962C8B-B14F-4D97-AF65-F5344CB8AC3E}">
        <p14:creationId xmlns:p14="http://schemas.microsoft.com/office/powerpoint/2010/main" val="3422306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AD46E-E353-3473-1528-F4063C1C9588}"/>
              </a:ext>
            </a:extLst>
          </p:cNvPr>
          <p:cNvSpPr>
            <a:spLocks noGrp="1"/>
          </p:cNvSpPr>
          <p:nvPr>
            <p:ph type="title"/>
          </p:nvPr>
        </p:nvSpPr>
        <p:spPr/>
        <p:txBody>
          <a:bodyPr/>
          <a:lstStyle/>
          <a:p>
            <a:r>
              <a:rPr lang="en-US" dirty="0"/>
              <a:t>coders</a:t>
            </a:r>
          </a:p>
        </p:txBody>
      </p:sp>
      <p:sp>
        <p:nvSpPr>
          <p:cNvPr id="3" name="Content Placeholder 2">
            <a:extLst>
              <a:ext uri="{FF2B5EF4-FFF2-40B4-BE49-F238E27FC236}">
                <a16:creationId xmlns:a16="http://schemas.microsoft.com/office/drawing/2014/main" id="{AE3796BC-C475-9253-6757-5B430A110550}"/>
              </a:ext>
            </a:extLst>
          </p:cNvPr>
          <p:cNvSpPr>
            <a:spLocks noGrp="1"/>
          </p:cNvSpPr>
          <p:nvPr>
            <p:ph idx="1"/>
          </p:nvPr>
        </p:nvSpPr>
        <p:spPr/>
        <p:txBody>
          <a:bodyPr/>
          <a:lstStyle/>
          <a:p>
            <a:r>
              <a:rPr lang="en-US" dirty="0"/>
              <a:t>Now that you have a training set, you need to get some coders.</a:t>
            </a:r>
          </a:p>
          <a:p>
            <a:r>
              <a:rPr lang="en-US" dirty="0"/>
              <a:t>Barbera et al. (2021) suggest:</a:t>
            </a:r>
          </a:p>
          <a:p>
            <a:pPr lvl="1"/>
            <a:r>
              <a:rPr lang="en-CA" sz="1800" i="1" dirty="0">
                <a:effectLst/>
                <a:latin typeface="SourceSansPro"/>
              </a:rPr>
              <a:t>More Unique Documents (thus fewer coders per document): </a:t>
            </a:r>
            <a:r>
              <a:rPr lang="en-CA" sz="1800" dirty="0">
                <a:effectLst/>
                <a:latin typeface="SourceSansPro"/>
              </a:rPr>
              <a:t>More information in the training dataset, and thus better performance of the classifier.</a:t>
            </a:r>
          </a:p>
          <a:p>
            <a:pPr lvl="1"/>
            <a:r>
              <a:rPr lang="en-CA" sz="1800" i="1" dirty="0">
                <a:effectLst/>
                <a:latin typeface="SourceSansPro"/>
              </a:rPr>
              <a:t>More Coders per Document (thus coding fewer unique documents): </a:t>
            </a:r>
            <a:r>
              <a:rPr lang="en-CA" sz="1800" dirty="0">
                <a:effectLst/>
                <a:latin typeface="SourceSansPro"/>
              </a:rPr>
              <a:t>Allows identification of better/worse coders. </a:t>
            </a:r>
          </a:p>
          <a:p>
            <a:pPr lvl="1"/>
            <a:r>
              <a:rPr lang="en-CA" dirty="0">
                <a:latin typeface="SourceSansPro"/>
              </a:rPr>
              <a:t>But ultimately: </a:t>
            </a:r>
            <a:r>
              <a:rPr lang="en-CA" sz="1800" dirty="0">
                <a:effectLst/>
                <a:latin typeface="SourceSansPro"/>
              </a:rPr>
              <a:t>For any fixed number of total </a:t>
            </a:r>
            <a:r>
              <a:rPr lang="en-CA" sz="1800" dirty="0" err="1">
                <a:effectLst/>
                <a:latin typeface="SourceSansPro"/>
              </a:rPr>
              <a:t>codings</a:t>
            </a:r>
            <a:r>
              <a:rPr lang="en-CA" sz="1800" dirty="0">
                <a:effectLst/>
                <a:latin typeface="SourceSansPro"/>
              </a:rPr>
              <a:t>, maximize the number of unique documents coded. </a:t>
            </a:r>
            <a:endParaRPr lang="en-CA" dirty="0"/>
          </a:p>
          <a:p>
            <a:pPr lvl="1"/>
            <a:endParaRPr lang="en-CA" sz="1800" dirty="0">
              <a:effectLst/>
              <a:latin typeface="SourceSansPro"/>
            </a:endParaRPr>
          </a:p>
          <a:p>
            <a:endParaRPr lang="en-CA" dirty="0"/>
          </a:p>
          <a:p>
            <a:pPr lvl="1"/>
            <a:endParaRPr lang="en-US" dirty="0"/>
          </a:p>
        </p:txBody>
      </p:sp>
    </p:spTree>
    <p:extLst>
      <p:ext uri="{BB962C8B-B14F-4D97-AF65-F5344CB8AC3E}">
        <p14:creationId xmlns:p14="http://schemas.microsoft.com/office/powerpoint/2010/main" val="12503183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B90320-CF17-1A0A-8A16-7495048FD317}"/>
              </a:ext>
            </a:extLst>
          </p:cNvPr>
          <p:cNvSpPr>
            <a:spLocks noGrp="1"/>
          </p:cNvSpPr>
          <p:nvPr>
            <p:ph type="title"/>
          </p:nvPr>
        </p:nvSpPr>
        <p:spPr/>
        <p:txBody>
          <a:bodyPr>
            <a:normAutofit/>
          </a:bodyPr>
          <a:lstStyle/>
          <a:p>
            <a:r>
              <a:rPr lang="en-US" dirty="0"/>
              <a:t>3) Choose and train an ML model</a:t>
            </a:r>
          </a:p>
        </p:txBody>
      </p:sp>
      <p:sp>
        <p:nvSpPr>
          <p:cNvPr id="5" name="Text Placeholder 4">
            <a:extLst>
              <a:ext uri="{FF2B5EF4-FFF2-40B4-BE49-F238E27FC236}">
                <a16:creationId xmlns:a16="http://schemas.microsoft.com/office/drawing/2014/main" id="{C2EA5930-2FCE-92B2-84FA-13A815F07EA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016085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86F563-30C1-9CAC-81DE-9EDAA50F2EC9}"/>
              </a:ext>
            </a:extLst>
          </p:cNvPr>
          <p:cNvSpPr>
            <a:spLocks noGrp="1"/>
          </p:cNvSpPr>
          <p:nvPr>
            <p:ph idx="1"/>
          </p:nvPr>
        </p:nvSpPr>
        <p:spPr>
          <a:xfrm>
            <a:off x="1251678" y="1267326"/>
            <a:ext cx="10178322" cy="5085347"/>
          </a:xfrm>
        </p:spPr>
        <p:txBody>
          <a:bodyPr>
            <a:normAutofit/>
          </a:bodyPr>
          <a:lstStyle/>
          <a:p>
            <a:pPr marL="0" indent="0">
              <a:buNone/>
            </a:pPr>
            <a:r>
              <a:rPr lang="en-CA" dirty="0"/>
              <a:t>A </a:t>
            </a:r>
            <a:r>
              <a:rPr lang="en-CA" dirty="0">
                <a:solidFill>
                  <a:schemeClr val="accent1"/>
                </a:solidFill>
              </a:rPr>
              <a:t>classifier</a:t>
            </a:r>
            <a:r>
              <a:rPr lang="en-CA" dirty="0"/>
              <a:t> is a statistical model that assigns data points to a range of categories or classes.</a:t>
            </a:r>
          </a:p>
          <a:p>
            <a:r>
              <a:rPr lang="en-CA" dirty="0"/>
              <a:t>In text as data, often your </a:t>
            </a:r>
            <a:r>
              <a:rPr lang="en-CA" i="1" dirty="0" err="1"/>
              <a:t>dfm</a:t>
            </a:r>
            <a:r>
              <a:rPr lang="en-CA" dirty="0"/>
              <a:t> has Features &gt; Documents</a:t>
            </a:r>
          </a:p>
          <a:p>
            <a:pPr lvl="1"/>
            <a:r>
              <a:rPr lang="en-CA" dirty="0"/>
              <a:t>identification problems for statistical models</a:t>
            </a:r>
          </a:p>
          <a:p>
            <a:pPr lvl="1"/>
            <a:r>
              <a:rPr lang="en-CA" dirty="0"/>
              <a:t>overfitting the data with noise</a:t>
            </a:r>
          </a:p>
          <a:p>
            <a:r>
              <a:rPr lang="en-CA" dirty="0"/>
              <a:t>Bias-variance trade-off</a:t>
            </a:r>
          </a:p>
          <a:p>
            <a:pPr lvl="1"/>
            <a:r>
              <a:rPr lang="en-CA" dirty="0"/>
              <a:t>fit an overly complicated model ~ leads to higher variance</a:t>
            </a:r>
          </a:p>
          <a:p>
            <a:pPr lvl="1"/>
            <a:r>
              <a:rPr lang="en-CA" dirty="0"/>
              <a:t>fit a more flexible model ~ leads to more bias</a:t>
            </a:r>
          </a:p>
          <a:p>
            <a:r>
              <a:rPr lang="en-CA" dirty="0"/>
              <a:t>Many models:</a:t>
            </a:r>
          </a:p>
          <a:p>
            <a:pPr lvl="1"/>
            <a:r>
              <a:rPr lang="en-CA" dirty="0"/>
              <a:t>Naive Bayes, Regularized regression, SVM, k-nearest neighbors, tree-based methods, ensemble methods + DL</a:t>
            </a:r>
          </a:p>
          <a:p>
            <a:r>
              <a:rPr lang="en-CA" b="1" dirty="0"/>
              <a:t>Differences:</a:t>
            </a:r>
            <a:r>
              <a:rPr lang="en-CA" dirty="0"/>
              <a:t> loss function they minimize, model assumptions, regularization control (balance bias vs. variance), computational complexity</a:t>
            </a:r>
          </a:p>
          <a:p>
            <a:endParaRPr lang="en-US" dirty="0"/>
          </a:p>
        </p:txBody>
      </p:sp>
    </p:spTree>
    <p:extLst>
      <p:ext uri="{BB962C8B-B14F-4D97-AF65-F5344CB8AC3E}">
        <p14:creationId xmlns:p14="http://schemas.microsoft.com/office/powerpoint/2010/main" val="39581802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4C6AC-C7DE-53BD-A100-C8CFD9D47E8E}"/>
              </a:ext>
            </a:extLst>
          </p:cNvPr>
          <p:cNvSpPr>
            <a:spLocks noGrp="1"/>
          </p:cNvSpPr>
          <p:nvPr>
            <p:ph type="title"/>
          </p:nvPr>
        </p:nvSpPr>
        <p:spPr/>
        <p:txBody>
          <a:bodyPr/>
          <a:lstStyle/>
          <a:p>
            <a:r>
              <a:rPr lang="en-US" dirty="0"/>
              <a:t>Regularized OLS Regression</a:t>
            </a:r>
          </a:p>
        </p:txBody>
      </p:sp>
      <p:sp>
        <p:nvSpPr>
          <p:cNvPr id="3" name="Content Placeholder 2">
            <a:extLst>
              <a:ext uri="{FF2B5EF4-FFF2-40B4-BE49-F238E27FC236}">
                <a16:creationId xmlns:a16="http://schemas.microsoft.com/office/drawing/2014/main" id="{0FBB3108-9FA9-52CA-8257-88AB37942216}"/>
              </a:ext>
            </a:extLst>
          </p:cNvPr>
          <p:cNvSpPr>
            <a:spLocks noGrp="1"/>
          </p:cNvSpPr>
          <p:nvPr>
            <p:ph idx="1"/>
          </p:nvPr>
        </p:nvSpPr>
        <p:spPr/>
        <p:txBody>
          <a:bodyPr>
            <a:normAutofit fontScale="77500" lnSpcReduction="20000"/>
          </a:bodyPr>
          <a:lstStyle/>
          <a:p>
            <a:pPr marL="0" indent="0">
              <a:buNone/>
            </a:pPr>
            <a:r>
              <a:rPr lang="en-CA" dirty="0"/>
              <a:t>The simplest, but highly effective, way to build ML models in text-as-data is to use a known model (OLS) + regularization to reduce dimensionality:</a:t>
            </a:r>
          </a:p>
          <a:p>
            <a:r>
              <a:rPr lang="en-CA" dirty="0"/>
              <a:t>OLS Loss Function:</a:t>
            </a:r>
          </a:p>
          <a:p>
            <a:endParaRPr lang="en-CA" dirty="0"/>
          </a:p>
          <a:p>
            <a:endParaRPr lang="en-CA" dirty="0"/>
          </a:p>
          <a:p>
            <a:endParaRPr lang="en-CA" dirty="0"/>
          </a:p>
          <a:p>
            <a:endParaRPr lang="en-CA" dirty="0"/>
          </a:p>
          <a:p>
            <a:endParaRPr lang="en-CA" dirty="0"/>
          </a:p>
          <a:p>
            <a:r>
              <a:rPr lang="en-CA" dirty="0"/>
              <a:t>There are other, similar, functions such as:</a:t>
            </a:r>
          </a:p>
          <a:p>
            <a:pPr lvl="1"/>
            <a:r>
              <a:rPr lang="en-CA" dirty="0"/>
              <a:t>OLS + ridge regression: penalizes large coefficients, shrinks all coefficients towards zero, but none are exactly zero. </a:t>
            </a:r>
          </a:p>
          <a:p>
            <a:pPr lvl="1"/>
            <a:r>
              <a:rPr lang="en-CA" dirty="0"/>
              <a:t>OLS + lasso: penalized absolute size of coefficients, many coefficients shrink to exactly zero </a:t>
            </a:r>
            <a:r>
              <a:rPr lang="en-CA" dirty="0">
                <a:sym typeface="Wingdings" pitchFamily="2" charset="2"/>
              </a:rPr>
              <a:t> automatic variable selection. </a:t>
            </a:r>
            <a:endParaRPr lang="en-CA" dirty="0"/>
          </a:p>
          <a:p>
            <a:endParaRPr lang="en-US" dirty="0"/>
          </a:p>
        </p:txBody>
      </p:sp>
      <p:pic>
        <p:nvPicPr>
          <p:cNvPr id="4" name="Picture 3">
            <a:extLst>
              <a:ext uri="{FF2B5EF4-FFF2-40B4-BE49-F238E27FC236}">
                <a16:creationId xmlns:a16="http://schemas.microsoft.com/office/drawing/2014/main" id="{E9ED98AC-13CB-96D8-695F-81C677D78974}"/>
              </a:ext>
            </a:extLst>
          </p:cNvPr>
          <p:cNvPicPr>
            <a:picLocks noChangeAspect="1"/>
          </p:cNvPicPr>
          <p:nvPr/>
        </p:nvPicPr>
        <p:blipFill>
          <a:blip r:embed="rId2"/>
          <a:stretch>
            <a:fillRect/>
          </a:stretch>
        </p:blipFill>
        <p:spPr>
          <a:xfrm>
            <a:off x="4197350" y="3204411"/>
            <a:ext cx="3797300" cy="1104900"/>
          </a:xfrm>
          <a:prstGeom prst="rect">
            <a:avLst/>
          </a:prstGeom>
        </p:spPr>
      </p:pic>
    </p:spTree>
    <p:extLst>
      <p:ext uri="{BB962C8B-B14F-4D97-AF65-F5344CB8AC3E}">
        <p14:creationId xmlns:p14="http://schemas.microsoft.com/office/powerpoint/2010/main" val="6597891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E606343-BADE-4565-AB89-E9EF7E253F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9E183BD-2932-401F-8B53-E247764B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white rectangular graph with blue text&#10;&#10;AI-generated content may be incorrect.">
            <a:extLst>
              <a:ext uri="{FF2B5EF4-FFF2-40B4-BE49-F238E27FC236}">
                <a16:creationId xmlns:a16="http://schemas.microsoft.com/office/drawing/2014/main" id="{5ECE7B21-4BFA-EE99-52EF-7C46EF006F14}"/>
              </a:ext>
            </a:extLst>
          </p:cNvPr>
          <p:cNvPicPr>
            <a:picLocks noChangeAspect="1"/>
          </p:cNvPicPr>
          <p:nvPr/>
        </p:nvPicPr>
        <p:blipFill>
          <a:blip r:embed="rId2"/>
          <a:stretch>
            <a:fillRect/>
          </a:stretch>
        </p:blipFill>
        <p:spPr>
          <a:xfrm>
            <a:off x="2030120" y="796343"/>
            <a:ext cx="8131759" cy="5265315"/>
          </a:xfrm>
          <a:prstGeom prst="rect">
            <a:avLst/>
          </a:prstGeom>
        </p:spPr>
      </p:pic>
    </p:spTree>
    <p:extLst>
      <p:ext uri="{BB962C8B-B14F-4D97-AF65-F5344CB8AC3E}">
        <p14:creationId xmlns:p14="http://schemas.microsoft.com/office/powerpoint/2010/main" val="18790569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FCC8F-0B0D-9A24-14F0-76C225EC8FE8}"/>
              </a:ext>
            </a:extLst>
          </p:cNvPr>
          <p:cNvSpPr>
            <a:spLocks noGrp="1"/>
          </p:cNvSpPr>
          <p:nvPr>
            <p:ph type="title"/>
          </p:nvPr>
        </p:nvSpPr>
        <p:spPr/>
        <p:txBody>
          <a:bodyPr/>
          <a:lstStyle/>
          <a:p>
            <a:r>
              <a:rPr lang="en-US" dirty="0"/>
              <a:t>How to select a model?</a:t>
            </a:r>
          </a:p>
        </p:txBody>
      </p:sp>
      <p:sp>
        <p:nvSpPr>
          <p:cNvPr id="3" name="Content Placeholder 2">
            <a:extLst>
              <a:ext uri="{FF2B5EF4-FFF2-40B4-BE49-F238E27FC236}">
                <a16:creationId xmlns:a16="http://schemas.microsoft.com/office/drawing/2014/main" id="{CD98B79B-7743-48F9-3500-61367579A9FA}"/>
              </a:ext>
            </a:extLst>
          </p:cNvPr>
          <p:cNvSpPr>
            <a:spLocks noGrp="1"/>
          </p:cNvSpPr>
          <p:nvPr>
            <p:ph idx="1"/>
          </p:nvPr>
        </p:nvSpPr>
        <p:spPr/>
        <p:txBody>
          <a:bodyPr>
            <a:normAutofit fontScale="92500"/>
          </a:bodyPr>
          <a:lstStyle/>
          <a:p>
            <a:pPr marL="0" indent="0">
              <a:buNone/>
            </a:pPr>
            <a:r>
              <a:rPr lang="en-CA" dirty="0"/>
              <a:t>The purpose of training the model is to </a:t>
            </a:r>
            <a:r>
              <a:rPr lang="en-CA" b="1" dirty="0"/>
              <a:t>capture signal</a:t>
            </a:r>
            <a:r>
              <a:rPr lang="en-CA" dirty="0"/>
              <a:t> and </a:t>
            </a:r>
            <a:r>
              <a:rPr lang="en-CA" b="1" dirty="0"/>
              <a:t>ignore noise</a:t>
            </a:r>
            <a:r>
              <a:rPr lang="en-CA" dirty="0"/>
              <a:t>.</a:t>
            </a:r>
          </a:p>
          <a:p>
            <a:pPr marL="0" indent="0">
              <a:buNone/>
            </a:pPr>
            <a:r>
              <a:rPr lang="en-CA" dirty="0"/>
              <a:t>To do so:</a:t>
            </a:r>
          </a:p>
          <a:p>
            <a:r>
              <a:rPr lang="en-CA" dirty="0"/>
              <a:t>Define an accuracy metric: reduce this metric as much as possible. Simplest form: how many errors I am making with the predictions?</a:t>
            </a:r>
          </a:p>
          <a:p>
            <a:r>
              <a:rPr lang="en-CA" dirty="0"/>
              <a:t>Train-Test Split</a:t>
            </a:r>
          </a:p>
          <a:p>
            <a:pPr lvl="1"/>
            <a:r>
              <a:rPr lang="en-CA" dirty="0"/>
              <a:t>Split your data between training and test</a:t>
            </a:r>
          </a:p>
          <a:p>
            <a:pPr lvl="1"/>
            <a:r>
              <a:rPr lang="en-CA" dirty="0"/>
              <a:t>Training data: find the best model and tune the parameters of these models</a:t>
            </a:r>
          </a:p>
          <a:p>
            <a:pPr lvl="1"/>
            <a:r>
              <a:rPr lang="en-CA" dirty="0"/>
              <a:t>Test data: assess the accuracy of your model.</a:t>
            </a:r>
          </a:p>
          <a:p>
            <a:r>
              <a:rPr lang="en-CA" dirty="0"/>
              <a:t>Select the model based on smaller </a:t>
            </a:r>
            <a:r>
              <a:rPr lang="en-CA" b="1" dirty="0"/>
              <a:t>out of sample predictive accuracy</a:t>
            </a:r>
            <a:r>
              <a:rPr lang="en-CA" dirty="0"/>
              <a:t>, using </a:t>
            </a:r>
            <a:r>
              <a:rPr lang="en-CA" b="1" dirty="0"/>
              <a:t>UNSEEN</a:t>
            </a:r>
            <a:r>
              <a:rPr lang="en-CA" dirty="0"/>
              <a:t> data.</a:t>
            </a:r>
          </a:p>
          <a:p>
            <a:endParaRPr lang="en-US" dirty="0"/>
          </a:p>
        </p:txBody>
      </p:sp>
    </p:spTree>
    <p:extLst>
      <p:ext uri="{BB962C8B-B14F-4D97-AF65-F5344CB8AC3E}">
        <p14:creationId xmlns:p14="http://schemas.microsoft.com/office/powerpoint/2010/main" val="4650236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D640A-47E2-532E-28F1-2B150716C1B4}"/>
              </a:ext>
            </a:extLst>
          </p:cNvPr>
          <p:cNvSpPr>
            <a:spLocks noGrp="1"/>
          </p:cNvSpPr>
          <p:nvPr>
            <p:ph type="title"/>
          </p:nvPr>
        </p:nvSpPr>
        <p:spPr/>
        <p:txBody>
          <a:bodyPr/>
          <a:lstStyle/>
          <a:p>
            <a:r>
              <a:rPr lang="en-US" dirty="0"/>
              <a:t>Bias and Variance Trade-off</a:t>
            </a:r>
          </a:p>
        </p:txBody>
      </p:sp>
      <p:sp>
        <p:nvSpPr>
          <p:cNvPr id="3" name="Content Placeholder 2">
            <a:extLst>
              <a:ext uri="{FF2B5EF4-FFF2-40B4-BE49-F238E27FC236}">
                <a16:creationId xmlns:a16="http://schemas.microsoft.com/office/drawing/2014/main" id="{C3A9B8F1-5FD1-B3D9-6C93-7C66AD292C35}"/>
              </a:ext>
            </a:extLst>
          </p:cNvPr>
          <p:cNvSpPr>
            <a:spLocks noGrp="1"/>
          </p:cNvSpPr>
          <p:nvPr>
            <p:ph idx="1"/>
          </p:nvPr>
        </p:nvSpPr>
        <p:spPr>
          <a:xfrm>
            <a:off x="1251678" y="1315453"/>
            <a:ext cx="10178322" cy="5160162"/>
          </a:xfrm>
        </p:spPr>
        <p:txBody>
          <a:bodyPr>
            <a:normAutofit fontScale="92500" lnSpcReduction="20000"/>
          </a:bodyPr>
          <a:lstStyle/>
          <a:p>
            <a:pPr marL="0" indent="0">
              <a:buNone/>
            </a:pPr>
            <a:r>
              <a:rPr lang="en-US" dirty="0"/>
              <a:t>Expected prediction error for a data point:</a:t>
            </a:r>
          </a:p>
          <a:p>
            <a:pPr marL="0" indent="0">
              <a:buNone/>
            </a:pPr>
            <a:endParaRPr lang="en-US" dirty="0"/>
          </a:p>
          <a:p>
            <a:pPr marL="0" indent="0">
              <a:buNone/>
            </a:pPr>
            <a:endParaRPr lang="en-US" dirty="0"/>
          </a:p>
          <a:p>
            <a:pPr marL="0" indent="0">
              <a:buNone/>
            </a:pPr>
            <a:r>
              <a:rPr lang="en-CA" b="1" dirty="0"/>
              <a:t>Bias:</a:t>
            </a:r>
            <a:r>
              <a:rPr lang="en-CA" dirty="0"/>
              <a:t> Difference between the expected prediction of the model and the true value.</a:t>
            </a:r>
          </a:p>
          <a:p>
            <a:pPr marL="0" indent="0">
              <a:buNone/>
            </a:pPr>
            <a:endParaRPr lang="en-US" dirty="0"/>
          </a:p>
          <a:p>
            <a:pPr marL="0" indent="0">
              <a:buNone/>
            </a:pPr>
            <a:endParaRPr lang="en-US" dirty="0"/>
          </a:p>
          <a:p>
            <a:pPr marL="0" indent="0">
              <a:buNone/>
            </a:pPr>
            <a:r>
              <a:rPr lang="en-CA" b="1" dirty="0"/>
              <a:t>Variance:</a:t>
            </a:r>
            <a:r>
              <a:rPr lang="en-CA" dirty="0"/>
              <a:t> How much do the model’s predictions fluctuate for different training sets?</a:t>
            </a:r>
          </a:p>
          <a:p>
            <a:pPr marL="0" indent="0">
              <a:buNone/>
            </a:pPr>
            <a:endParaRPr lang="en-US" dirty="0"/>
          </a:p>
          <a:p>
            <a:pPr marL="0" indent="0">
              <a:buNone/>
            </a:pPr>
            <a:endParaRPr lang="en-US" dirty="0"/>
          </a:p>
          <a:p>
            <a:pPr marL="0" indent="0">
              <a:buNone/>
            </a:pPr>
            <a:r>
              <a:rPr lang="en-CA" b="1" dirty="0">
                <a:solidFill>
                  <a:schemeClr val="accent1"/>
                </a:solidFill>
              </a:rPr>
              <a:t>Bias and variance trade-off:</a:t>
            </a:r>
            <a:endParaRPr lang="en-CA" dirty="0">
              <a:solidFill>
                <a:schemeClr val="accent1"/>
              </a:solidFill>
            </a:endParaRPr>
          </a:p>
          <a:p>
            <a:r>
              <a:rPr lang="en-CA" dirty="0"/>
              <a:t>Can fit a very complicated model to our training set perfectly</a:t>
            </a:r>
          </a:p>
          <a:p>
            <a:pPr lvl="1"/>
            <a:r>
              <a:rPr lang="en-CA" b="1" dirty="0"/>
              <a:t>Bias ↓, Variance ↑</a:t>
            </a:r>
            <a:endParaRPr lang="en-CA" dirty="0"/>
          </a:p>
          <a:p>
            <a:r>
              <a:rPr lang="en-CA" dirty="0"/>
              <a:t>Can be more relaxed about the performance in the training set</a:t>
            </a:r>
          </a:p>
          <a:p>
            <a:pPr lvl="1"/>
            <a:r>
              <a:rPr lang="en-CA" b="1" dirty="0"/>
              <a:t>Bias ↑, Variance ↓</a:t>
            </a:r>
            <a:endParaRPr lang="en-CA" dirty="0"/>
          </a:p>
          <a:p>
            <a:pPr marL="0" indent="0">
              <a:buNone/>
            </a:pPr>
            <a:endParaRPr lang="en-US" dirty="0"/>
          </a:p>
          <a:p>
            <a:pPr marL="0" indent="0">
              <a:buNone/>
            </a:pPr>
            <a:endParaRPr lang="en-US" dirty="0"/>
          </a:p>
          <a:p>
            <a:pPr marL="0" indent="0">
              <a:buNone/>
            </a:pPr>
            <a:endParaRPr lang="en-US" dirty="0"/>
          </a:p>
        </p:txBody>
      </p:sp>
      <p:pic>
        <p:nvPicPr>
          <p:cNvPr id="4" name="Picture 3">
            <a:extLst>
              <a:ext uri="{FF2B5EF4-FFF2-40B4-BE49-F238E27FC236}">
                <a16:creationId xmlns:a16="http://schemas.microsoft.com/office/drawing/2014/main" id="{F12ED6FD-58EF-96F2-36E8-5BF162E98CEA}"/>
              </a:ext>
            </a:extLst>
          </p:cNvPr>
          <p:cNvPicPr>
            <a:picLocks noChangeAspect="1"/>
          </p:cNvPicPr>
          <p:nvPr/>
        </p:nvPicPr>
        <p:blipFill>
          <a:blip r:embed="rId2"/>
          <a:stretch>
            <a:fillRect/>
          </a:stretch>
        </p:blipFill>
        <p:spPr>
          <a:xfrm>
            <a:off x="3601453" y="1736759"/>
            <a:ext cx="4989094" cy="535741"/>
          </a:xfrm>
          <a:prstGeom prst="rect">
            <a:avLst/>
          </a:prstGeom>
        </p:spPr>
      </p:pic>
      <p:pic>
        <p:nvPicPr>
          <p:cNvPr id="5" name="Picture 4">
            <a:extLst>
              <a:ext uri="{FF2B5EF4-FFF2-40B4-BE49-F238E27FC236}">
                <a16:creationId xmlns:a16="http://schemas.microsoft.com/office/drawing/2014/main" id="{25ADF5CF-1F04-053F-6A62-CC735EB538FC}"/>
              </a:ext>
            </a:extLst>
          </p:cNvPr>
          <p:cNvPicPr>
            <a:picLocks noChangeAspect="1"/>
          </p:cNvPicPr>
          <p:nvPr/>
        </p:nvPicPr>
        <p:blipFill>
          <a:blip r:embed="rId3"/>
          <a:stretch>
            <a:fillRect/>
          </a:stretch>
        </p:blipFill>
        <p:spPr>
          <a:xfrm>
            <a:off x="4521200" y="2773637"/>
            <a:ext cx="3149600" cy="520700"/>
          </a:xfrm>
          <a:prstGeom prst="rect">
            <a:avLst/>
          </a:prstGeom>
        </p:spPr>
      </p:pic>
      <p:pic>
        <p:nvPicPr>
          <p:cNvPr id="6" name="Picture 5">
            <a:extLst>
              <a:ext uri="{FF2B5EF4-FFF2-40B4-BE49-F238E27FC236}">
                <a16:creationId xmlns:a16="http://schemas.microsoft.com/office/drawing/2014/main" id="{5A0E3FF9-0B71-0BB5-A76F-6E882668C4AE}"/>
              </a:ext>
            </a:extLst>
          </p:cNvPr>
          <p:cNvPicPr>
            <a:picLocks noChangeAspect="1"/>
          </p:cNvPicPr>
          <p:nvPr/>
        </p:nvPicPr>
        <p:blipFill>
          <a:blip r:embed="rId4"/>
          <a:stretch>
            <a:fillRect/>
          </a:stretch>
        </p:blipFill>
        <p:spPr>
          <a:xfrm>
            <a:off x="4260850" y="3760871"/>
            <a:ext cx="3670300" cy="584200"/>
          </a:xfrm>
          <a:prstGeom prst="rect">
            <a:avLst/>
          </a:prstGeom>
        </p:spPr>
      </p:pic>
    </p:spTree>
    <p:extLst>
      <p:ext uri="{BB962C8B-B14F-4D97-AF65-F5344CB8AC3E}">
        <p14:creationId xmlns:p14="http://schemas.microsoft.com/office/powerpoint/2010/main" val="25774236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E606343-BADE-4565-AB89-E9EF7E253F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C5C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9E183BD-2932-401F-8B53-E247764B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diagram of a model&#10;&#10;AI-generated content may be incorrect.">
            <a:extLst>
              <a:ext uri="{FF2B5EF4-FFF2-40B4-BE49-F238E27FC236}">
                <a16:creationId xmlns:a16="http://schemas.microsoft.com/office/drawing/2014/main" id="{BE41897B-169F-BD4B-1B2C-3CDFF27723CE}"/>
              </a:ext>
            </a:extLst>
          </p:cNvPr>
          <p:cNvPicPr>
            <a:picLocks noChangeAspect="1"/>
          </p:cNvPicPr>
          <p:nvPr/>
        </p:nvPicPr>
        <p:blipFill>
          <a:blip r:embed="rId3"/>
          <a:stretch>
            <a:fillRect/>
          </a:stretch>
        </p:blipFill>
        <p:spPr>
          <a:xfrm>
            <a:off x="2401041" y="796343"/>
            <a:ext cx="7389917" cy="5265315"/>
          </a:xfrm>
          <a:prstGeom prst="rect">
            <a:avLst/>
          </a:prstGeom>
        </p:spPr>
      </p:pic>
    </p:spTree>
    <p:extLst>
      <p:ext uri="{BB962C8B-B14F-4D97-AF65-F5344CB8AC3E}">
        <p14:creationId xmlns:p14="http://schemas.microsoft.com/office/powerpoint/2010/main" val="6055037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C8305AE-2FE7-3ECD-4B40-FAA472FE5B69}"/>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880CD077-D05D-8FCC-F7EF-4EA8A476086F}"/>
              </a:ext>
            </a:extLst>
          </p:cNvPr>
          <p:cNvSpPr>
            <a:spLocks noGrp="1"/>
          </p:cNvSpPr>
          <p:nvPr>
            <p:ph idx="1"/>
          </p:nvPr>
        </p:nvSpPr>
        <p:spPr/>
        <p:txBody>
          <a:bodyPr/>
          <a:lstStyle/>
          <a:p>
            <a:r>
              <a:rPr lang="en-US" dirty="0"/>
              <a:t>In Weeks 8 to 9 we will learn about the following:</a:t>
            </a:r>
          </a:p>
          <a:p>
            <a:pPr lvl="1"/>
            <a:r>
              <a:rPr lang="en-US" dirty="0"/>
              <a:t>Support Vector Machine (SVM) </a:t>
            </a:r>
          </a:p>
          <a:p>
            <a:pPr lvl="1"/>
            <a:r>
              <a:rPr lang="en-US" dirty="0"/>
              <a:t>Bidirectional Long-Short Term Memory (Bi-LSTM) models.</a:t>
            </a:r>
          </a:p>
          <a:p>
            <a:pPr lvl="1"/>
            <a:r>
              <a:rPr lang="en-US" dirty="0"/>
              <a:t>Transformers-based ML models.</a:t>
            </a:r>
          </a:p>
          <a:p>
            <a:pPr lvl="1"/>
            <a:r>
              <a:rPr lang="en-US" dirty="0"/>
              <a:t>Why you should probably go directly to </a:t>
            </a:r>
            <a:r>
              <a:rPr lang="en-US" dirty="0">
                <a:hlinkClick r:id="rId2"/>
              </a:rPr>
              <a:t>https://huggingface.co/</a:t>
            </a:r>
            <a:r>
              <a:rPr lang="en-US" dirty="0"/>
              <a:t> for all your ML needs.</a:t>
            </a:r>
          </a:p>
          <a:p>
            <a:pPr lvl="1"/>
            <a:endParaRPr lang="en-US" dirty="0"/>
          </a:p>
        </p:txBody>
      </p:sp>
    </p:spTree>
    <p:extLst>
      <p:ext uri="{BB962C8B-B14F-4D97-AF65-F5344CB8AC3E}">
        <p14:creationId xmlns:p14="http://schemas.microsoft.com/office/powerpoint/2010/main" val="27936332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933A04-E05B-D4DA-A147-B8BEBF1F6163}"/>
              </a:ext>
            </a:extLst>
          </p:cNvPr>
          <p:cNvSpPr>
            <a:spLocks noGrp="1"/>
          </p:cNvSpPr>
          <p:nvPr>
            <p:ph type="title"/>
          </p:nvPr>
        </p:nvSpPr>
        <p:spPr/>
        <p:txBody>
          <a:bodyPr/>
          <a:lstStyle/>
          <a:p>
            <a:r>
              <a:rPr lang="en-US" dirty="0"/>
              <a:t>4) Validate</a:t>
            </a:r>
          </a:p>
        </p:txBody>
      </p:sp>
      <p:sp>
        <p:nvSpPr>
          <p:cNvPr id="5" name="Text Placeholder 4">
            <a:extLst>
              <a:ext uri="{FF2B5EF4-FFF2-40B4-BE49-F238E27FC236}">
                <a16:creationId xmlns:a16="http://schemas.microsoft.com/office/drawing/2014/main" id="{94803BC5-1C66-BF79-EF97-1BD1D23460C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0912756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6F51DF-5699-A458-CB54-CED8E06FB37D}"/>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E6C12679-4447-318A-55B6-FA75DC1852DA}"/>
              </a:ext>
            </a:extLst>
          </p:cNvPr>
          <p:cNvSpPr>
            <a:spLocks noGrp="1"/>
          </p:cNvSpPr>
          <p:nvPr>
            <p:ph idx="1"/>
          </p:nvPr>
        </p:nvSpPr>
        <p:spPr/>
        <p:txBody>
          <a:bodyPr/>
          <a:lstStyle/>
          <a:p>
            <a:r>
              <a:rPr lang="en-US" dirty="0"/>
              <a:t>Once you have trained your model, you will be able to test it. The first and second performance statistics will come from the training set itself (training and test set; cross-validation</a:t>
            </a:r>
            <a:r>
              <a:rPr lang="en-US"/>
              <a:t>). </a:t>
            </a:r>
            <a:endParaRPr lang="en-US" dirty="0"/>
          </a:p>
          <a:p>
            <a:r>
              <a:rPr lang="en-US" dirty="0"/>
              <a:t>The third validation comes from outside the training set (out-of-sample validation).   </a:t>
            </a:r>
          </a:p>
        </p:txBody>
      </p:sp>
    </p:spTree>
    <p:extLst>
      <p:ext uri="{BB962C8B-B14F-4D97-AF65-F5344CB8AC3E}">
        <p14:creationId xmlns:p14="http://schemas.microsoft.com/office/powerpoint/2010/main" val="62720012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FAC50-B667-0D03-032F-E01AA5D38261}"/>
              </a:ext>
            </a:extLst>
          </p:cNvPr>
          <p:cNvSpPr>
            <a:spLocks noGrp="1"/>
          </p:cNvSpPr>
          <p:nvPr>
            <p:ph type="title"/>
          </p:nvPr>
        </p:nvSpPr>
        <p:spPr/>
        <p:txBody>
          <a:bodyPr/>
          <a:lstStyle/>
          <a:p>
            <a:r>
              <a:rPr lang="en-US" dirty="0"/>
              <a:t>Train-Validation-Test</a:t>
            </a:r>
          </a:p>
        </p:txBody>
      </p:sp>
      <p:sp>
        <p:nvSpPr>
          <p:cNvPr id="3" name="Content Placeholder 2">
            <a:extLst>
              <a:ext uri="{FF2B5EF4-FFF2-40B4-BE49-F238E27FC236}">
                <a16:creationId xmlns:a16="http://schemas.microsoft.com/office/drawing/2014/main" id="{5007C0D1-FECC-DEE1-550B-18DB6F3F44B1}"/>
              </a:ext>
            </a:extLst>
          </p:cNvPr>
          <p:cNvSpPr>
            <a:spLocks noGrp="1"/>
          </p:cNvSpPr>
          <p:nvPr>
            <p:ph idx="1"/>
          </p:nvPr>
        </p:nvSpPr>
        <p:spPr/>
        <p:txBody>
          <a:bodyPr>
            <a:normAutofit fontScale="85000" lnSpcReduction="20000"/>
          </a:bodyPr>
          <a:lstStyle/>
          <a:p>
            <a:pPr marL="0" indent="0">
              <a:buNone/>
            </a:pPr>
            <a:r>
              <a:rPr lang="en-CA" dirty="0">
                <a:solidFill>
                  <a:schemeClr val="accent1"/>
                </a:solidFill>
              </a:rPr>
              <a:t>Training Set</a:t>
            </a:r>
          </a:p>
          <a:p>
            <a:r>
              <a:rPr lang="en-CA" dirty="0"/>
              <a:t>Largest portion (60-80% of the data)</a:t>
            </a:r>
          </a:p>
          <a:p>
            <a:r>
              <a:rPr lang="en-CA" dirty="0"/>
              <a:t>To train the model</a:t>
            </a:r>
          </a:p>
          <a:p>
            <a:pPr marL="0" indent="0">
              <a:buNone/>
            </a:pPr>
            <a:r>
              <a:rPr lang="en-CA" dirty="0">
                <a:solidFill>
                  <a:schemeClr val="accent1"/>
                </a:solidFill>
              </a:rPr>
              <a:t>Validation Set</a:t>
            </a:r>
          </a:p>
          <a:p>
            <a:r>
              <a:rPr lang="en-CA" dirty="0"/>
              <a:t>Smaller portion (10-20% of data)</a:t>
            </a:r>
          </a:p>
          <a:p>
            <a:r>
              <a:rPr lang="en-CA" dirty="0"/>
              <a:t>Check different models</a:t>
            </a:r>
          </a:p>
          <a:p>
            <a:r>
              <a:rPr lang="en-CA" dirty="0"/>
              <a:t>To tune hyperparameters and evaluate model during training</a:t>
            </a:r>
          </a:p>
          <a:p>
            <a:r>
              <a:rPr lang="en-CA" dirty="0"/>
              <a:t>Parameters that we set before training begins (e.g. learning rate, number of neural networks layers, strength of regularization)</a:t>
            </a:r>
          </a:p>
          <a:p>
            <a:pPr marL="0" indent="0">
              <a:buNone/>
            </a:pPr>
            <a:r>
              <a:rPr lang="en-CA" dirty="0">
                <a:solidFill>
                  <a:schemeClr val="accent1"/>
                </a:solidFill>
              </a:rPr>
              <a:t>Test Set </a:t>
            </a:r>
          </a:p>
          <a:p>
            <a:r>
              <a:rPr lang="en-CA" dirty="0"/>
              <a:t>Smaller portion (10-20% of data) - To assess final model performance</a:t>
            </a:r>
          </a:p>
          <a:p>
            <a:pPr marL="0" indent="0">
              <a:buNone/>
            </a:pPr>
            <a:endParaRPr lang="en-US" dirty="0"/>
          </a:p>
        </p:txBody>
      </p:sp>
    </p:spTree>
    <p:extLst>
      <p:ext uri="{BB962C8B-B14F-4D97-AF65-F5344CB8AC3E}">
        <p14:creationId xmlns:p14="http://schemas.microsoft.com/office/powerpoint/2010/main" val="14333774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11A8E-58B6-3796-9BC5-D71F599EA76E}"/>
              </a:ext>
            </a:extLst>
          </p:cNvPr>
          <p:cNvSpPr>
            <a:spLocks noGrp="1"/>
          </p:cNvSpPr>
          <p:nvPr>
            <p:ph type="title"/>
          </p:nvPr>
        </p:nvSpPr>
        <p:spPr/>
        <p:txBody>
          <a:bodyPr/>
          <a:lstStyle/>
          <a:p>
            <a:r>
              <a:rPr lang="en-US" dirty="0"/>
              <a:t>Cross-Validation</a:t>
            </a:r>
          </a:p>
        </p:txBody>
      </p:sp>
      <p:sp>
        <p:nvSpPr>
          <p:cNvPr id="3" name="Content Placeholder 2">
            <a:extLst>
              <a:ext uri="{FF2B5EF4-FFF2-40B4-BE49-F238E27FC236}">
                <a16:creationId xmlns:a16="http://schemas.microsoft.com/office/drawing/2014/main" id="{7534ADBF-2B79-5158-149B-A02B388DEFCC}"/>
              </a:ext>
            </a:extLst>
          </p:cNvPr>
          <p:cNvSpPr>
            <a:spLocks noGrp="1"/>
          </p:cNvSpPr>
          <p:nvPr>
            <p:ph idx="1"/>
          </p:nvPr>
        </p:nvSpPr>
        <p:spPr>
          <a:xfrm>
            <a:off x="1251678" y="1280161"/>
            <a:ext cx="10178322" cy="5195454"/>
          </a:xfrm>
        </p:spPr>
        <p:txBody>
          <a:bodyPr/>
          <a:lstStyle/>
          <a:p>
            <a:pPr marL="0" indent="0">
              <a:buNone/>
            </a:pPr>
            <a:r>
              <a:rPr lang="en-CA" b="1" dirty="0"/>
              <a:t>Cross-validation:</a:t>
            </a:r>
            <a:r>
              <a:rPr lang="en-CA" dirty="0"/>
              <a:t> resampling method that involves partitioning data into subsets, allowing us to train and test on different combinations</a:t>
            </a:r>
          </a:p>
          <a:p>
            <a:pPr marL="0" indent="0">
              <a:buNone/>
            </a:pPr>
            <a:endParaRPr lang="en-CA" dirty="0"/>
          </a:p>
          <a:p>
            <a:pPr marL="0" indent="0">
              <a:buNone/>
            </a:pPr>
            <a:endParaRPr lang="en-CA" dirty="0"/>
          </a:p>
          <a:p>
            <a:pPr marL="0" indent="0">
              <a:buNone/>
            </a:pPr>
            <a:endParaRPr lang="en-CA" dirty="0"/>
          </a:p>
          <a:p>
            <a:pPr marL="0" indent="0">
              <a:buNone/>
            </a:pPr>
            <a:endParaRPr lang="en-CA" dirty="0"/>
          </a:p>
          <a:p>
            <a:pPr marL="0" indent="0">
              <a:buNone/>
            </a:pPr>
            <a:endParaRPr lang="en-CA" dirty="0"/>
          </a:p>
          <a:p>
            <a:pPr marL="0" indent="0">
              <a:buNone/>
            </a:pPr>
            <a:endParaRPr lang="en-CA" dirty="0"/>
          </a:p>
          <a:p>
            <a:pPr marL="0" indent="0">
              <a:buNone/>
            </a:pPr>
            <a:endParaRPr lang="en-CA" dirty="0"/>
          </a:p>
          <a:p>
            <a:pPr marL="0" indent="0">
              <a:buNone/>
            </a:pPr>
            <a:endParaRPr lang="en-CA" dirty="0"/>
          </a:p>
          <a:p>
            <a:pPr marL="0" indent="0">
              <a:buNone/>
            </a:pPr>
            <a:endParaRPr lang="en-CA" dirty="0"/>
          </a:p>
          <a:p>
            <a:pPr marL="0" indent="0">
              <a:buNone/>
            </a:pPr>
            <a:r>
              <a:rPr lang="en-CA" dirty="0"/>
              <a:t>And then you validate out-of-sample…</a:t>
            </a:r>
          </a:p>
        </p:txBody>
      </p:sp>
      <p:pic>
        <p:nvPicPr>
          <p:cNvPr id="4" name="Picture 3">
            <a:extLst>
              <a:ext uri="{FF2B5EF4-FFF2-40B4-BE49-F238E27FC236}">
                <a16:creationId xmlns:a16="http://schemas.microsoft.com/office/drawing/2014/main" id="{663B59D6-5EFE-2B7E-EF0B-73B8D47EBDBA}"/>
              </a:ext>
            </a:extLst>
          </p:cNvPr>
          <p:cNvPicPr>
            <a:picLocks noChangeAspect="1"/>
          </p:cNvPicPr>
          <p:nvPr/>
        </p:nvPicPr>
        <p:blipFill>
          <a:blip r:embed="rId2"/>
          <a:stretch>
            <a:fillRect/>
          </a:stretch>
        </p:blipFill>
        <p:spPr>
          <a:xfrm>
            <a:off x="3646612" y="2137400"/>
            <a:ext cx="4898775" cy="3659896"/>
          </a:xfrm>
          <a:prstGeom prst="rect">
            <a:avLst/>
          </a:prstGeom>
        </p:spPr>
      </p:pic>
    </p:spTree>
    <p:extLst>
      <p:ext uri="{BB962C8B-B14F-4D97-AF65-F5344CB8AC3E}">
        <p14:creationId xmlns:p14="http://schemas.microsoft.com/office/powerpoint/2010/main" val="15199866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3BB5B-8F93-790B-2701-2054AA0AE224}"/>
              </a:ext>
            </a:extLst>
          </p:cNvPr>
          <p:cNvSpPr>
            <a:spLocks noGrp="1"/>
          </p:cNvSpPr>
          <p:nvPr>
            <p:ph type="title"/>
          </p:nvPr>
        </p:nvSpPr>
        <p:spPr/>
        <p:txBody>
          <a:bodyPr/>
          <a:lstStyle/>
          <a:p>
            <a:r>
              <a:rPr lang="en-US" dirty="0"/>
              <a:t>Final Words</a:t>
            </a:r>
          </a:p>
        </p:txBody>
      </p:sp>
      <p:sp>
        <p:nvSpPr>
          <p:cNvPr id="3" name="Content Placeholder 2">
            <a:extLst>
              <a:ext uri="{FF2B5EF4-FFF2-40B4-BE49-F238E27FC236}">
                <a16:creationId xmlns:a16="http://schemas.microsoft.com/office/drawing/2014/main" id="{C99EB2BE-E4E6-8DBA-ECBD-64BBA1A64096}"/>
              </a:ext>
            </a:extLst>
          </p:cNvPr>
          <p:cNvSpPr>
            <a:spLocks noGrp="1"/>
          </p:cNvSpPr>
          <p:nvPr>
            <p:ph idx="1"/>
          </p:nvPr>
        </p:nvSpPr>
        <p:spPr/>
        <p:txBody>
          <a:bodyPr/>
          <a:lstStyle/>
          <a:p>
            <a:r>
              <a:rPr lang="en-US" dirty="0"/>
              <a:t>To evaluate performance there are a number of metrics commonly used in machine learning. We will learn about this when training our models. </a:t>
            </a:r>
          </a:p>
          <a:p>
            <a:r>
              <a:rPr lang="en-US" dirty="0"/>
              <a:t>You might be wondering </a:t>
            </a:r>
            <a:r>
              <a:rPr lang="en-US" i="1" dirty="0"/>
              <a:t>“ok, but how do I choose from the gazillion classifiers out there?”</a:t>
            </a:r>
          </a:p>
          <a:p>
            <a:pPr lvl="1"/>
            <a:r>
              <a:rPr lang="en-US" dirty="0"/>
              <a:t>It depends on the task, but given the current state of the field + access to cloud computing + costs + AI, I believe that Transformers-based models outperform most approaches. </a:t>
            </a:r>
          </a:p>
          <a:p>
            <a:pPr lvl="1"/>
            <a:r>
              <a:rPr lang="en-US" dirty="0"/>
              <a:t>Note that this is a personal idiosyncratic believe, and people are likely </a:t>
            </a:r>
            <a:r>
              <a:rPr lang="en-US"/>
              <a:t>to disagree. </a:t>
            </a:r>
            <a:endParaRPr lang="en-US" dirty="0"/>
          </a:p>
        </p:txBody>
      </p:sp>
    </p:spTree>
    <p:extLst>
      <p:ext uri="{BB962C8B-B14F-4D97-AF65-F5344CB8AC3E}">
        <p14:creationId xmlns:p14="http://schemas.microsoft.com/office/powerpoint/2010/main" val="22173712"/>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{0E485437-9C64-634D-9FB8-65EB535908DD}tf10001071</Template>
  <TotalTime>1125</TotalTime>
  <Words>3063</Words>
  <Application>Microsoft Macintosh PowerPoint</Application>
  <PresentationFormat>Widescreen</PresentationFormat>
  <Paragraphs>275</Paragraphs>
  <Slides>61</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61</vt:i4>
      </vt:variant>
    </vt:vector>
  </HeadingPairs>
  <TitlesOfParts>
    <vt:vector size="69" baseType="lpstr">
      <vt:lpstr>Aptos</vt:lpstr>
      <vt:lpstr>Arial</vt:lpstr>
      <vt:lpstr>Cambria Math</vt:lpstr>
      <vt:lpstr>Gill Sans MT</vt:lpstr>
      <vt:lpstr>Impact</vt:lpstr>
      <vt:lpstr>SourceSansPro</vt:lpstr>
      <vt:lpstr>Wingdings</vt:lpstr>
      <vt:lpstr>Badge</vt:lpstr>
      <vt:lpstr>A primer on Supervised Learning</vt:lpstr>
      <vt:lpstr>So far…</vt:lpstr>
      <vt:lpstr>From dictionaries to supervised learning</vt:lpstr>
      <vt:lpstr>Supervised scaling techniques</vt:lpstr>
      <vt:lpstr>Laver et al.’s (2003) Wordscores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intuition behind Supervised Machine Learning</vt:lpstr>
      <vt:lpstr>PowerPoint Presentation</vt:lpstr>
      <vt:lpstr>PowerPoint Presentation</vt:lpstr>
      <vt:lpstr>PowerPoint Presentation</vt:lpstr>
      <vt:lpstr>PowerPoint Presentation</vt:lpstr>
      <vt:lpstr>PowerPoint Presentation</vt:lpstr>
      <vt:lpstr>What is Supervised Learning?</vt:lpstr>
      <vt:lpstr>PowerPoint Presentation</vt:lpstr>
      <vt:lpstr>The Statistical Model</vt:lpstr>
      <vt:lpstr>Inference (social Science) vs Prediction (Machine Learning)</vt:lpstr>
      <vt:lpstr>Inference (Social Science) vs Prediction (Machine Learning) </vt:lpstr>
      <vt:lpstr>Supervised Learning in  Text-as-Data</vt:lpstr>
      <vt:lpstr>PowerPoint Presentation</vt:lpstr>
      <vt:lpstr>1) Choose a Corpus</vt:lpstr>
      <vt:lpstr>PowerPoint Presentation</vt:lpstr>
      <vt:lpstr>PowerPoint Presentation</vt:lpstr>
      <vt:lpstr>PowerPoint Presentation</vt:lpstr>
      <vt:lpstr>2) Creating a Training Set</vt:lpstr>
      <vt:lpstr>PowerPoint Presentation</vt:lpstr>
      <vt:lpstr>Unit of Analysis</vt:lpstr>
      <vt:lpstr>Sampling procedure</vt:lpstr>
      <vt:lpstr>PowerPoint Presentation</vt:lpstr>
      <vt:lpstr>Categories and number of observations</vt:lpstr>
      <vt:lpstr>PowerPoint Presentation</vt:lpstr>
      <vt:lpstr>coders</vt:lpstr>
      <vt:lpstr>3) Choose and train an ML model</vt:lpstr>
      <vt:lpstr>PowerPoint Presentation</vt:lpstr>
      <vt:lpstr>Regularized OLS Regression</vt:lpstr>
      <vt:lpstr>PowerPoint Presentation</vt:lpstr>
      <vt:lpstr>How to select a model?</vt:lpstr>
      <vt:lpstr>Bias and Variance Trade-off</vt:lpstr>
      <vt:lpstr>PowerPoint Presentation</vt:lpstr>
      <vt:lpstr>PowerPoint Presentation</vt:lpstr>
      <vt:lpstr>4) Validate</vt:lpstr>
      <vt:lpstr>PowerPoint Presentation</vt:lpstr>
      <vt:lpstr>Train-Validation-Test</vt:lpstr>
      <vt:lpstr>Cross-Validation</vt:lpstr>
      <vt:lpstr>Final Words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Scaling Techniques and Topic Modeling</dc:title>
  <dc:creator>Sebastian Vallejo Vera</dc:creator>
  <cp:lastModifiedBy>Sebastian Vallejo Vera</cp:lastModifiedBy>
  <cp:revision>1</cp:revision>
  <dcterms:created xsi:type="dcterms:W3CDTF">2024-01-15T22:33:40Z</dcterms:created>
  <dcterms:modified xsi:type="dcterms:W3CDTF">2026-02-02T02:57:43Z</dcterms:modified>
</cp:coreProperties>
</file>